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69d6130f264cd9" /><Relationship Type="http://schemas.openxmlformats.org/officeDocument/2006/relationships/extended-properties" Target="/docProps/app.xml" Id="R81ab4767589e46a1" /><Relationship Type="http://schemas.openxmlformats.org/officeDocument/2006/relationships/officeDocument" Target="/ppt/presentation.xml" Id="R8adf0f27f40040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328fa2fbff4421"/>
  </p:sldMasterIdLst>
  <p:notesMasterIdLst>
    <p:notesMasterId xmlns:r="http://schemas.openxmlformats.org/officeDocument/2006/relationships" r:id="Rd1e3757f988f47ef"/>
  </p:notesMasterIdLst>
  <p:sldIdLst>
    <p:sldId xmlns:r="http://schemas.openxmlformats.org/officeDocument/2006/relationships" id="256" r:id="R154536b32fc84b0e"/>
    <p:sldId xmlns:r="http://schemas.openxmlformats.org/officeDocument/2006/relationships" id="257" r:id="R6af4e087175a43f6"/>
    <p:sldId xmlns:r="http://schemas.openxmlformats.org/officeDocument/2006/relationships" id="258" r:id="R7cb36ac9a24442df"/>
    <p:sldId xmlns:r="http://schemas.openxmlformats.org/officeDocument/2006/relationships" id="259" r:id="Rd374261e24e94bc9"/>
    <p:sldId xmlns:r="http://schemas.openxmlformats.org/officeDocument/2006/relationships" id="260" r:id="R693e0ec1eb3641f6"/>
    <p:sldId xmlns:r="http://schemas.openxmlformats.org/officeDocument/2006/relationships" id="261" r:id="R02c10ace6e6d4acd"/>
    <p:sldId xmlns:r="http://schemas.openxmlformats.org/officeDocument/2006/relationships" id="262" r:id="R0e5ac6bea92941fd"/>
    <p:sldId xmlns:r="http://schemas.openxmlformats.org/officeDocument/2006/relationships" id="263" r:id="R1b5331af770b46de"/>
    <p:sldId xmlns:r="http://schemas.openxmlformats.org/officeDocument/2006/relationships" id="264" r:id="Rb158cd1722cb4d2b"/>
    <p:sldId xmlns:r="http://schemas.openxmlformats.org/officeDocument/2006/relationships" id="265" r:id="R3dc4dd932fb44d24"/>
    <p:sldId xmlns:r="http://schemas.openxmlformats.org/officeDocument/2006/relationships" id="266" r:id="Rf713c18f699a48f3"/>
    <p:sldId xmlns:r="http://schemas.openxmlformats.org/officeDocument/2006/relationships" id="267" r:id="R68c9c1f907c0457a"/>
    <p:sldId xmlns:r="http://schemas.openxmlformats.org/officeDocument/2006/relationships" id="268" r:id="R83fd2ef631984cdb"/>
    <p:sldId xmlns:r="http://schemas.openxmlformats.org/officeDocument/2006/relationships" id="269" r:id="R1a116cc488bc4f3e"/>
    <p:sldId xmlns:r="http://schemas.openxmlformats.org/officeDocument/2006/relationships" id="270" r:id="Ra2f3e1618589462a"/>
    <p:sldId xmlns:r="http://schemas.openxmlformats.org/officeDocument/2006/relationships" id="271" r:id="Ra260a1e654ba41a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50875d4434376" /><Relationship Type="http://schemas.openxmlformats.org/officeDocument/2006/relationships/slideMaster" Target="/ppt/slideMasters/slideMaster1.xml" Id="Rcd328fa2fbff4421" /><Relationship Type="http://schemas.openxmlformats.org/officeDocument/2006/relationships/notesMaster" Target="/ppt/notesMasters/notesMaster1.xml" Id="Rd1e3757f988f47ef" /><Relationship Type="http://schemas.openxmlformats.org/officeDocument/2006/relationships/presProps" Target="/ppt/presProps.xml" Id="Re1117f0d9dac4bbd" /><Relationship Type="http://schemas.openxmlformats.org/officeDocument/2006/relationships/viewProps" Target="/ppt/viewProps.xml" Id="R3706283ecf9e4ed5" /><Relationship Type="http://schemas.openxmlformats.org/officeDocument/2006/relationships/tableStyles" Target="/ppt/tableStyles.xml" Id="R61a07072c59f4d34" /><Relationship Type="http://schemas.openxmlformats.org/officeDocument/2006/relationships/slide" Target="/ppt/slides/slide1.xml" Id="R154536b32fc84b0e" /><Relationship Type="http://schemas.openxmlformats.org/officeDocument/2006/relationships/slide" Target="/ppt/slides/slide2.xml" Id="R6af4e087175a43f6" /><Relationship Type="http://schemas.openxmlformats.org/officeDocument/2006/relationships/slide" Target="/ppt/slides/slide3.xml" Id="R7cb36ac9a24442df" /><Relationship Type="http://schemas.openxmlformats.org/officeDocument/2006/relationships/slide" Target="/ppt/slides/slide4.xml" Id="Rd374261e24e94bc9" /><Relationship Type="http://schemas.openxmlformats.org/officeDocument/2006/relationships/slide" Target="/ppt/slides/slide5.xml" Id="R693e0ec1eb3641f6" /><Relationship Type="http://schemas.openxmlformats.org/officeDocument/2006/relationships/slide" Target="/ppt/slides/slide6.xml" Id="R02c10ace6e6d4acd" /><Relationship Type="http://schemas.openxmlformats.org/officeDocument/2006/relationships/slide" Target="/ppt/slides/slide7.xml" Id="R0e5ac6bea92941fd" /><Relationship Type="http://schemas.openxmlformats.org/officeDocument/2006/relationships/slide" Target="/ppt/slides/slide8.xml" Id="R1b5331af770b46de" /><Relationship Type="http://schemas.openxmlformats.org/officeDocument/2006/relationships/slide" Target="/ppt/slides/slide9.xml" Id="Rb158cd1722cb4d2b" /><Relationship Type="http://schemas.openxmlformats.org/officeDocument/2006/relationships/slide" Target="/ppt/slides/slide10.xml" Id="R3dc4dd932fb44d24" /><Relationship Type="http://schemas.openxmlformats.org/officeDocument/2006/relationships/slide" Target="/ppt/slides/slide11.xml" Id="Rf713c18f699a48f3" /><Relationship Type="http://schemas.openxmlformats.org/officeDocument/2006/relationships/slide" Target="/ppt/slides/slide12.xml" Id="R68c9c1f907c0457a" /><Relationship Type="http://schemas.openxmlformats.org/officeDocument/2006/relationships/slide" Target="/ppt/slides/slide13.xml" Id="R83fd2ef631984cdb" /><Relationship Type="http://schemas.openxmlformats.org/officeDocument/2006/relationships/slide" Target="/ppt/slides/slide14.xml" Id="R1a116cc488bc4f3e" /><Relationship Type="http://schemas.openxmlformats.org/officeDocument/2006/relationships/slide" Target="/ppt/slides/slide15.xml" Id="Ra2f3e1618589462a" /><Relationship Type="http://schemas.openxmlformats.org/officeDocument/2006/relationships/slide" Target="/ppt/slides/slide16.xml" Id="Ra260a1e654ba41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1620ffd22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0c32118d7d4f3a" /><Relationship Type="http://schemas.openxmlformats.org/officeDocument/2006/relationships/notesMaster" Target="/ppt/notesMasters/notesMaster1.xml" Id="R0d395e4df6f241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bd88698be64f34" /><Relationship Type="http://schemas.openxmlformats.org/officeDocument/2006/relationships/notesMaster" Target="/ppt/notesMasters/notesMaster1.xml" Id="Rdae210cfc6e646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c0d34ffad94256" /><Relationship Type="http://schemas.openxmlformats.org/officeDocument/2006/relationships/notesMaster" Target="/ppt/notesMasters/notesMaster1.xml" Id="R7cb2eedcbee6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de38e09654f12" /><Relationship Type="http://schemas.openxmlformats.org/officeDocument/2006/relationships/notesMaster" Target="/ppt/notesMasters/notesMaster1.xml" Id="Rfb8150b01a2947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8831ba528436d" /><Relationship Type="http://schemas.openxmlformats.org/officeDocument/2006/relationships/notesMaster" Target="/ppt/notesMasters/notesMaster1.xml" Id="R60d9d71e706741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403942690344b6" /><Relationship Type="http://schemas.openxmlformats.org/officeDocument/2006/relationships/notesMaster" Target="/ppt/notesMasters/notesMaster1.xml" Id="R5f7fc64c3a0e42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fd0df695e48f3" /><Relationship Type="http://schemas.openxmlformats.org/officeDocument/2006/relationships/notesMaster" Target="/ppt/notesMasters/notesMaster1.xml" Id="R2eec2dbc9bd8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9b7e766fcd4528" /><Relationship Type="http://schemas.openxmlformats.org/officeDocument/2006/relationships/notesMaster" Target="/ppt/notesMasters/notesMaster1.xml" Id="Rc945b0bac6504d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42b92e8d2e4cbb" /><Relationship Type="http://schemas.openxmlformats.org/officeDocument/2006/relationships/notesMaster" Target="/ppt/notesMasters/notesMaster1.xml" Id="Rb9a93fa44ece43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a88f81d81d4c85" /><Relationship Type="http://schemas.openxmlformats.org/officeDocument/2006/relationships/notesMaster" Target="/ppt/notesMasters/notesMaster1.xml" Id="R97eed885a0dc48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dba5a1ab054cae" /><Relationship Type="http://schemas.openxmlformats.org/officeDocument/2006/relationships/notesMaster" Target="/ppt/notesMasters/notesMaster1.xml" Id="Rc202cb56573f45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3672ea49a44be6" /><Relationship Type="http://schemas.openxmlformats.org/officeDocument/2006/relationships/notesMaster" Target="/ppt/notesMasters/notesMaster1.xml" Id="R9e4bfca0cd9949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1c197a5e724593" /><Relationship Type="http://schemas.openxmlformats.org/officeDocument/2006/relationships/notesMaster" Target="/ppt/notesMasters/notesMaster1.xml" Id="R0c8a6ca4db424e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3a90d540e9452e" /><Relationship Type="http://schemas.openxmlformats.org/officeDocument/2006/relationships/notesMaster" Target="/ppt/notesMasters/notesMaster1.xml" Id="Rf4f6d3809ee447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3cdb9089a24150" /><Relationship Type="http://schemas.openxmlformats.org/officeDocument/2006/relationships/notesMaster" Target="/ppt/notesMasters/notesMaster1.xml" Id="R2f4fc0d58b1748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efe4b0ff864163" /><Relationship Type="http://schemas.openxmlformats.org/officeDocument/2006/relationships/notesMaster" Target="/ppt/notesMasters/notesMaster1.xml" Id="R61b3655b10de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</a:t>
            </a:r>
            <a:r>
              <a:t> Fast-WAM </a:t>
            </a:r>
            <a:r>
              <a:t>的独立</a:t>
            </a:r>
            <a:r>
              <a:t> </a:t>
            </a:r>
            <a:r>
              <a:t>ActionDiT</a:t>
            </a:r>
            <a:r>
              <a:t> </a:t>
            </a:r>
            <a:r>
              <a:t>做可控、范围小的</a:t>
            </a:r>
            <a:r>
              <a:t> weight VQ </a:t>
            </a:r>
            <a:r>
              <a:t>pilot。当前</a:t>
            </a:r>
            <a:r>
              <a:t> Optional-IDM </a:t>
            </a:r>
            <a:r>
              <a:t>实现分两段：先</a:t>
            </a:r>
            <a:r>
              <a:t> denoise </a:t>
            </a:r>
            <a:r>
              <a:t>video，然后将完整</a:t>
            </a:r>
            <a:r>
              <a:t> denoised video </a:t>
            </a:r>
            <a:r>
              <a:t>固定为条件，prefill</a:t>
            </a:r>
            <a:r>
              <a:t> video K/</a:t>
            </a:r>
            <a:r>
              <a:t>V，再</a:t>
            </a:r>
            <a:r>
              <a:t> denoise </a:t>
            </a:r>
            <a:r>
              <a:t>action。图按当前实现绘制，不把论文的</a:t>
            </a:r>
            <a:r>
              <a:t> first-frame-only </a:t>
            </a:r>
            <a:r>
              <a:t>快速路径混入本地</a:t>
            </a:r>
            <a:r>
              <a:t> </a:t>
            </a:r>
            <a:r>
              <a:t>Optional-IDM。第一轮</a:t>
            </a:r>
            <a:r>
              <a:t> VQ </a:t>
            </a:r>
            <a:r>
              <a:t>只改</a:t>
            </a:r>
            <a:r>
              <a:t> </a:t>
            </a:r>
            <a:r>
              <a:t>ActionDiT，video</a:t>
            </a:r>
            <a:r>
              <a:t> branch </a:t>
            </a:r>
            <a:r>
              <a:t>保留</a:t>
            </a:r>
            <a:r>
              <a:t> BF16，并不等同于前面的现有四臂联合 Linear </a:t>
            </a:r>
            <a:r>
              <a:t>量化配置</a:t>
            </a:r>
            <a:r>
              <a:t>。</a:t>
            </a:r>
          </a:p>
          <a:p xmlns:a="http://schemas.openxmlformats.org/drawingml/2006/main">
            <a:r>
              <a:t>之后推广到</a:t>
            </a:r>
            <a:r>
              <a:t> </a:t>
            </a:r>
            <a:r>
              <a:t>LingBot</a:t>
            </a:r>
            <a:r>
              <a:t>-VA 和 </a:t>
            </a:r>
            <a:r>
              <a:t>Cosmos-Policy；共享</a:t>
            </a:r>
            <a:r>
              <a:t> backbone </a:t>
            </a:r>
            <a:r>
              <a:t>模型应称</a:t>
            </a:r>
            <a:r>
              <a:t> </a:t>
            </a:r>
            <a:r>
              <a:t>action-targeted，不能假设仍是完全独立的</a:t>
            </a:r>
            <a:r>
              <a:t> action-only </a:t>
            </a:r>
            <a:r>
              <a:t>模块</a:t>
            </a:r>
            <a:r>
              <a:t>。</a:t>
            </a:r>
          </a:p>
          <a:p xmlns:a="http://schemas.openxmlformats.org/drawingml/2006/main">
            <a:r>
              <a:t>来源：Fast-WAM</a:t>
            </a:r>
            <a:r>
              <a:t> arXiv:2603.16666v2；本地 </a:t>
            </a:r>
            <a:r>
              <a:t>FastWAM</a:t>
            </a:r>
            <a:r>
              <a:t>/</a:t>
            </a:r>
            <a:r>
              <a:t>src</a:t>
            </a:r>
            <a:r>
              <a:t>/</a:t>
            </a:r>
            <a:r>
              <a:t>fastwam</a:t>
            </a:r>
            <a:r>
              <a:t>/models/wan22/</a:t>
            </a:r>
            <a:r>
              <a:t>fastwam_idm.py，Stage</a:t>
            </a:r>
            <a:r>
              <a:t> 1/2 inference implementation。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 xmlns:a="http://schemas.openxmlformats.org/drawingml/2006/main"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SteerQuant Table 1 的 FastWAMJoint 部分，保留原 PDF pixels。为了可读性，zoom 从同一页拼接左侧 Precision/Method 与右侧 FastWAMJoint panel，聚焦 header 与 W4A4 rows，没有改写数字。红圈标出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 xmlns:a="http://schemas.openxmlformats.org/drawingml/2006/main"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 xmlns:a="http://schemas.openxmlformats.org/drawingml/2006/main"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左侧保留原 n=300 paired reset-observation action-output evidence，motor RMSE 是前10个action位置的 median normalized RMSE。右侧按照用户提供的截图逐值转录，表中量化调用区域分别为 Video conditioning prefill、Video denoising step 0/9、Action denoising step 0/9、Proprio conditioning。所有百分比与截图保持一致；缩短行名只为版面，step 0/9 是 diffusion denoising iterations，与左侧动作块前10位置不同。零编码比例是量化为zero code的比例，不能直接等同于整个输入张量都为零。输入relative RMSE是截图中的activation/input指标，不能与左侧action-output RMSE混为一个指标或假定同一分母。截图没有给样本数、聚合范围或reference细节，因此不补造这些定义，也不将右侧标成 n=300。观察是这些调用中A4的zero-code ratio与input error都明显大于A8，支持进一步检验activation quantizer的动态范围和尺度分配。</a:t>
            </a:r>
          </a:p>
          <a:p xmlns:a="http://schemas.openxmlformats.org/drawingml/2006/main">
            <a:r>
              <a:t>右表来源：用户截图 D:/Downloads/Final Year Project/Weekly Slides/2026-10-07_Figure_Designs/activation-diagnostic-reference.png。左表来源：experiment/idea-validation/fastwam-libero-plus-pilot/artifacts/25699421.pbs101/results/analysis.json#/supplementary/first_action。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 xmlns:a="http://schemas.openxmlformats.org/drawingml/2006/main"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 xmlns:a="http://schemas.openxmlformats.org/drawingml/2006/main"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 xmlns:a="http://schemas.openxmlformats.org/drawingml/2006/main"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这是待验证方案，不是实测结论。第一阶段先做weight VQ，activation维持BF16，使codebook效果可单独评估；之后再试A8/A4。SmoothQuant式D缩放与Hadamard H作用于同一个输入feature维度：若Y=XWᵀ，设X̃=XD⁻¹H、W̃=WDH，并满足D可逆、HHᵀ=I，则量化前X̃W̃ᵀ=XWᵀ。这个配对变换把缩放的负担转到weight branch，再用VQ处理变换后的weight groups。Hadamard只保证正交与norm保持，不能直接保证每个operator的outlier下降；需测activation tails、weight tails和operator placement。</a:t>
            </a:r>
          </a:p>
          <a:p xmlns:a="http://schemas.openxmlformats.org/drawingml/2006/main">
            <a:r>
              <a:t>Action sensitivity M从calibration估计，用于偏向保护敏感方向的codebook与assignment。必须和uniform/L2 codebook在相同bit/byte预算下比较，并记录closed-loop success，避免仅看weight reconstruction MSE。图中decode是概念路径，第一轮可先做fidelity验证；performance需要packed表示与native kernel。</a:t>
            </a:r>
          </a:p>
          <a:p xmlns:a="http://schemas.openxmlformats.org/drawingml/2006/main">
            <a:r>
              <a:t>来源：SmoothQuant https://proceedings.mlr.press/v202/xiao23c.html ; QuaRot https://papers.nips.cc/paper_files/paper/2024/hash/b5b939436789f76f08b9d0da5e81af7c-Abstract-Conference.html ; VPTQ https://aclanthology.org/2024.emnlp-main.467/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这是人工构造的二维示意图，不是实验点或论文结果。权重block w=(0,0)，两个候选codewords：c₁=(0.3,0)、c₂=(0,0.6)。普通Euclidean distortion分别为0.09与0.36，会选择c₁。设action sensitivity metric M=diag(9,1)，action-weighted distortion分别为0.81与0.36，选择c₂。尽管c₂的Euclidean距离更远，它沿更不敏感方向引入误差。椭圆表示固定action-weighted error水平集；敏感方向容许更小偏差。</a:t>
            </a:r>
          </a:p>
          <a:p xmlns:a="http://schemas.openxmlformats.org/drawingml/2006/main">
            <a:r>
              <a:t>实际codebook需优化Σⱼ(w̃ⱼ−c_zj)ᵀMⱼ(w̃ⱼ−c_zj)。可用M≈E[JᵀJ]（J从变换后weight group到最终action的Jacobian，包含denoising），或低秩/梯度PSD proxy。逐组求和忽略cross-group terms，是local approximation。所有metric与codebook必须在同一transformed coordinates中定义。</a:t>
            </a:r>
          </a:p>
          <a:p xmlns:a="http://schemas.openxmlformats.org/drawingml/2006/main">
            <a:r>
              <a:t>第一轮消融：L2 VQ → +D/H → +action metric，固定storage预算与paired protocol。只有weight误差小不保证控制更好；需看action fidelity和paired closed-loop outcomes。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weight VQ proposal，所有矩阵色块、codewords与indices仅为概念示意，不是校准统计或实测结果。行向量约定 Y=XWᵀ，在同一个输入feature维上取可逆对角D和正交H，X′=XD⁻¹H、W′=WDH，则量化前X′(W′)ᵀ=XWᵀ。D采用SmoothQuant-style scaling，Hadamard旋转H只保证正交和norm保持，activation outlier/tail是否下降需要测量。先做BF16-activation的weight VQ pilot，再按实验支持扩展A8/A4。每个transformed output row分成若干weight vectors，codebook C和离散indices z用action-sensitive distortion拟合和分配。M应由从对应transformed weight group到最终action的Jacobian/PSD proxy估计，可以包含denoising propagation，不能误当成普通activation-only MSE。逐group的目标忽略cross-group terms，是局部近似。可写 M≈E[JᵀJ]，dₘ(w′,c)=(w′−c)ᵀM(w′−c)。图中的VQ linear仍位于ActionDiT内部，其输出经remaining layers/denoising才成为最终action chunk。离线重建/压缩与native lookup/GEMM speedup是不同验证阶段，图不宣称已实现VQ speedup。</a:t>
            </a:r>
          </a:p>
          <a:p xmlns:a="http://schemas.openxmlformats.org/drawingml/2006/main">
            <a:r>
              <a:t>参考：SmoothQuant https://proceedings.mlr.press/v202/xiao23c.html ; QuaRot https://papers.nips.cc/paper_files/paper/2024/hash/b5b939436789f76f08b9d0da5e81af7c-Abstract-Conference.html ; VPTQ https://aclanthology.org/2024.emnlp-main.467/ 。</a:t>
            </a:r>
          </a:p>
          <a:p xmlns:a="http://schemas.openxmlformats.org/drawingml/2006/main">
            <a:r>
              <a:t>图形来源：本研究 proposed method illustration。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二维示意例子：w=(0,0)，c₁=(0.3,0)，c₂=(0,0.6)，普通Euclidean squared distances为0.09、0.36，所以选c₁。M=diag(9,1)下，action-weighted distances为0.81、0.36，所以选c₂。水平坐标更敏感，垂直坐标更不敏感；equal-action-error ellipse垂直/水平radius比为3。ellipse在distortion=0.36时水平半径0.2、垂直半径0.6；c₂位于边界，c₁位于椭圆外。L2 nearest-neighbor circle取半径0.3，c₁位于边界，c₂在外。图内的点、contours、bars和codebook spacing仅是这个数学示例，不是实验数据或已验证性能。实际codebook的分布需要校准数据优化，不能仅凭示意网格推断真实收益。</a:t>
            </a:r>
          </a:p>
          <a:p xmlns:a="http://schemas.openxmlformats.org/drawingml/2006/main">
            <a:r>
              <a:t>图中contour plot、距离条形示例和metric-codebook示意使用同一组数学定义。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weight VQ proposal，所有矩阵色块、codewords与indices仅为概念示意，不是校准统计或实测结果。行向量约定 Y=XWᵀ，在同一个输入feature维上取可逆对角D和正交H，X′=XD⁻¹H、W′=WDH，则量化前X′(W′)ᵀ=XWᵀ。D采用SmoothQuant-style scaling，Hadamard旋转H只保证正交和norm保持，activation outlier/tail是否下降需要测量。先做BF16-activation的weight VQ pilot，再按实验支持扩展A8/A4。每个transformed output row分成若干weight vectors，codebook C和离散indices z用action-sensitive distortion拟合和分配。M应由从对应transformed weight group到最终action的Jacobian/PSD proxy估计，可以包含denoising propagation，不能误当成普通activation-only MSE。逐group的目标忽略cross-group terms，是局部近似。可写 M≈E[JᵀJ]，dₘ(w′,c)=(w′−c)ᵀM(w′−c)。图中的VQ linear仍位于ActionDiT内部，其输出经remaining layers/denoising才成为最终action chunk。离线重建/压缩与native lookup/GEMM speedup是不同验证阶段，图不宣称已实现VQ speedup。</a:t>
            </a:r>
          </a:p>
          <a:p xmlns:a="http://schemas.openxmlformats.org/drawingml/2006/main">
            <a:r>
              <a:t>参考：SmoothQuant https://proceedings.mlr.press/v202/xiao23c.html ; QuaRot https://papers.nips.cc/paper_files/paper/2024/hash/b5b939436789f76f08b9d0da5e81af7c-Abstract-Conference.html ; VPTQ https://aclanthology.org/2024.emnlp-main.467/ 。</a:t>
            </a:r>
          </a:p>
          <a:p xmlns:a="http://schemas.openxmlformats.org/drawingml/2006/main">
            <a:r>
              <a:t>VQ linear的中间输出需要经过remaining ActionDiT / denoising得到最终action。设计参考图保存在Weekly Slides/2026-10-07_Figure_Designs/imagegen-method-reference.png。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二维示意例子：w=(0,0)，c₁=(0.3,0)，c₂=(0,0.6)，普通Euclidean squared distances为0.09、0.36，所以选c₁。M=diag(9,1)下，action-weighted distances为0.81、0.36，所以选c₂。水平坐标更敏感，垂直坐标更不敏感；equal-action-error ellipse垂直/水平radius比为3。ellipse在distortion=0.36时水平半径0.2、垂直半径0.6；c₂位于边界，c₁位于椭圆外。L2 nearest-neighbor circle取半径0.3，c₁位于边界，c₂在外。图内的点、contours、bars和codebook spacing仅是这个数学示例，不是实验数据或已验证性能。实际codebook的分布需要校准数据优化，不能仅凭示意网格推断真实收益。</a:t>
            </a:r>
          </a:p>
          <a:p xmlns:a="http://schemas.openxmlformats.org/drawingml/2006/main">
            <a:r>
              <a:t>两个plot采用相同坐标与candidates，按各自metric显示选择结果。设计参考图保存在Weekly Slides/2026-10-07_Figure_Designs/imagegen-geometry-reference.png。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先完成weight VQ的fidelity与closed-loop gate，再扩展：</a:t>
            </a:r>
          </a:p>
          <a:p xmlns:a="http://schemas.openxmlformats.org/drawingml/2006/main"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 xmlns:a="http://schemas.openxmlformats.org/drawingml/2006/main"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 xmlns:a="http://schemas.openxmlformats.org/drawingml/2006/main"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 xmlns:a="http://schemas.openxmlformats.org/drawingml/2006/main"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cf20ec87a42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ab6dbd23e40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417514fff45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a21fc41c24e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5a606ea4d42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6a58f56b841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c41d86d694c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b6f0126874a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1e1ea13d1455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cccf3dafa29468b" /><Relationship Type="http://schemas.openxmlformats.org/officeDocument/2006/relationships/image" Target="/ppt/media/image2.png" Id="R581008d3bd6e4849" /><Relationship Type="http://schemas.openxmlformats.org/officeDocument/2006/relationships/theme" Target="/ppt/slideMasters/theme/theme2.xml" Id="R39e2930bd27f4295" /><Relationship Type="http://schemas.openxmlformats.org/officeDocument/2006/relationships/slideLayout" Target="/ppt/slideLayouts/slideLayout1.xml" Id="R494b25f3688941ce" /><Relationship Type="http://schemas.openxmlformats.org/officeDocument/2006/relationships/slideLayout" Target="/ppt/slideLayouts/slideLayout2.xml" Id="Rd2b72d5ddc8d4cde" /><Relationship Type="http://schemas.openxmlformats.org/officeDocument/2006/relationships/slideLayout" Target="/ppt/slideLayouts/slideLayout3.xml" Id="R35a2bf6953cd41c6" /><Relationship Type="http://schemas.openxmlformats.org/officeDocument/2006/relationships/slideLayout" Target="/ppt/slideLayouts/slideLayout4.xml" Id="Rf9bba026ef2f4dcd" /><Relationship Type="http://schemas.openxmlformats.org/officeDocument/2006/relationships/slideLayout" Target="/ppt/slideLayouts/slideLayout5.xml" Id="R74f9a1f18c584b1b" /><Relationship Type="http://schemas.openxmlformats.org/officeDocument/2006/relationships/slideLayout" Target="/ppt/slideLayouts/slideLayout6.xml" Id="R73adf0fe118b418f" /><Relationship Type="http://schemas.openxmlformats.org/officeDocument/2006/relationships/slideLayout" Target="/ppt/slideLayouts/slideLayout7.xml" Id="R83afb1ccbe9f4043" /><Relationship Type="http://schemas.openxmlformats.org/officeDocument/2006/relationships/slideLayout" Target="/ppt/slideLayouts/slideLayout8.xml" Id="Ra1c67f6218b6446f" /><Relationship Type="http://schemas.openxmlformats.org/officeDocument/2006/relationships/slideLayout" Target="/ppt/slideLayouts/slideLayout9.xml" Id="R832b1005079f401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cf3dafa2946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1008d3bd6e4849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4b25f3688941ce"/>
    <p:sldLayoutId xmlns:r="http://schemas.openxmlformats.org/officeDocument/2006/relationships" id="2147483650" r:id="Rd2b72d5ddc8d4cde"/>
    <p:sldLayoutId xmlns:r="http://schemas.openxmlformats.org/officeDocument/2006/relationships" id="2147483651" r:id="R35a2bf6953cd41c6"/>
    <p:sldLayoutId xmlns:r="http://schemas.openxmlformats.org/officeDocument/2006/relationships" id="2147483652" r:id="Rf9bba026ef2f4dcd"/>
    <p:sldLayoutId xmlns:r="http://schemas.openxmlformats.org/officeDocument/2006/relationships" id="2147483653" r:id="R74f9a1f18c584b1b"/>
    <p:sldLayoutId xmlns:r="http://schemas.openxmlformats.org/officeDocument/2006/relationships" id="2147483654" r:id="R73adf0fe118b418f"/>
    <p:sldLayoutId xmlns:r="http://schemas.openxmlformats.org/officeDocument/2006/relationships" id="2147483655" r:id="R83afb1ccbe9f4043"/>
    <p:sldLayoutId xmlns:r="http://schemas.openxmlformats.org/officeDocument/2006/relationships" id="2147483656" r:id="Ra1c67f6218b6446f"/>
    <p:sldLayoutId xmlns:r="http://schemas.openxmlformats.org/officeDocument/2006/relationships" id="2147483657" r:id="R832b1005079f4014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1bc1fe5414097" /><Relationship Type="http://schemas.openxmlformats.org/officeDocument/2006/relationships/image" Target="/ppt/media/image.jpeg" Id="R37857fb276f24b02" /><Relationship Type="http://schemas.openxmlformats.org/officeDocument/2006/relationships/notesSlide" Target="/ppt/notesSlides/notesSlide1.xml" Id="R5c98afab8404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1dc7957a534380" /><Relationship Type="http://schemas.openxmlformats.org/officeDocument/2006/relationships/notesSlide" Target="/ppt/notesSlides/notesSlide2.xml" Id="R4fcec1f22fe943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5be85eba84655" /><Relationship Type="http://schemas.openxmlformats.org/officeDocument/2006/relationships/image" Target="/ppt/media/image3.png" Id="R5e3d99fcc4ca464d" /><Relationship Type="http://schemas.openxmlformats.org/officeDocument/2006/relationships/notesSlide" Target="/ppt/notesSlides/notesSlide3.xml" Id="R02702e9a48404b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70c29346d94a43" /><Relationship Type="http://schemas.openxmlformats.org/officeDocument/2006/relationships/image" Target="/ppt/media/image4.png" Id="Rb544d6391c8d4d85" /><Relationship Type="http://schemas.openxmlformats.org/officeDocument/2006/relationships/notesSlide" Target="/ppt/notesSlides/notesSlide4.xml" Id="R2ae7f8d4730e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3e6d9fe8744fbb" /><Relationship Type="http://schemas.openxmlformats.org/officeDocument/2006/relationships/notesSlide" Target="/ppt/notesSlides/notesSlide5.xml" Id="R9daa19e9711b4c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3930910b74e7d" /><Relationship Type="http://schemas.openxmlformats.org/officeDocument/2006/relationships/notesSlide" Target="/ppt/notesSlides/notesSlide6.xml" Id="R396487cf466b47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bb233145c144cc" /><Relationship Type="http://schemas.openxmlformats.org/officeDocument/2006/relationships/image" Target="/ppt/media/image5.png" Id="R84fc172b3b2e47f8" /><Relationship Type="http://schemas.openxmlformats.org/officeDocument/2006/relationships/notesSlide" Target="/ppt/notesSlides/notesSlide7.xml" Id="R926e1b40130a42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0809b7810a4309" /><Relationship Type="http://schemas.openxmlformats.org/officeDocument/2006/relationships/image" Target="/ppt/media/image6.png" Id="R15cab44356944398" /><Relationship Type="http://schemas.openxmlformats.org/officeDocument/2006/relationships/notesSlide" Target="/ppt/notesSlides/notesSlide8.xml" Id="R1a76c5849fa247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04be7b54b47c2" /><Relationship Type="http://schemas.openxmlformats.org/officeDocument/2006/relationships/image" Target="/ppt/media/image7.png" Id="R175525bf06f748d4" /><Relationship Type="http://schemas.openxmlformats.org/officeDocument/2006/relationships/notesSlide" Target="/ppt/notesSlides/notesSlide9.xml" Id="Rb8c73c16925841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b6b8479ee4d5c" /><Relationship Type="http://schemas.openxmlformats.org/officeDocument/2006/relationships/notesSlide" Target="/ppt/notesSlides/notesSlide10.xml" Id="R9d3d82d8d68949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3926c9ba449d3" /><Relationship Type="http://schemas.openxmlformats.org/officeDocument/2006/relationships/notesSlide" Target="/ppt/notesSlides/notesSlide11.xml" Id="Re826988b028141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6601349507491e" /><Relationship Type="http://schemas.openxmlformats.org/officeDocument/2006/relationships/notesSlide" Target="/ppt/notesSlides/notesSlide12.xml" Id="R5ef5bb3f3b4f4d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13a7e68bdd42ed" /><Relationship Type="http://schemas.openxmlformats.org/officeDocument/2006/relationships/notesSlide" Target="/ppt/notesSlides/notesSlide13.xml" Id="R379b246b7de742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26caaad484044" /><Relationship Type="http://schemas.openxmlformats.org/officeDocument/2006/relationships/notesSlide" Target="/ppt/notesSlides/notesSlide14.xml" Id="Rbcf4ad1f8ea946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7b9e53be654bda" /><Relationship Type="http://schemas.openxmlformats.org/officeDocument/2006/relationships/notesSlide" Target="/ppt/notesSlides/notesSlide15.xml" Id="R24a9e5e8a0ce4a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e3917733694d3e" /><Relationship Type="http://schemas.openxmlformats.org/officeDocument/2006/relationships/notesSlide" Target="/ppt/notesSlides/notesSlide16.xml" Id="R56533c1371a0436a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37857fb276f24b0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 title">
            <a:extLst xmlns:a="http://schemas.openxmlformats.org/drawingml/2006/main">
              <a:ext uri="{FF2B5EF4-FFF2-40B4-BE49-F238E27FC236}">
                <a16:creationId xmlns:a16="http://schemas.microsoft.com/office/drawing/2014/main" id="{62492C6F-1E8B-498B-9A0F-F2A3C21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1866900"/>
            <a:ext cx="595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  <p:sp>
        <p:nvSpPr>
          <p:cNvPr id="2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F97138CD-21DD-47ED-B3D1-9142E1A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476500"/>
            <a:ext cx="595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</a:p>
        </p:txBody>
      </p:sp>
      <p:sp>
        <p:nvSpPr>
          <p:cNvPr id="4" name="Meeting details">
            <a:extLst xmlns:a="http://schemas.openxmlformats.org/drawingml/2006/main">
              <a:ext uri="{FF2B5EF4-FFF2-40B4-BE49-F238E27FC236}">
                <a16:creationId xmlns:a16="http://schemas.microsoft.com/office/drawing/2014/main" id="{3842C009-6D23-44A1-9AAA-C289070B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4000500"/>
            <a:ext cx="595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uo Yichen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tage1">
            <a:extLst xmlns:a="http://schemas.openxmlformats.org/drawingml/2006/main">
              <a:ext uri="{FF2B5EF4-FFF2-40B4-BE49-F238E27FC236}">
                <a16:creationId xmlns:a16="http://schemas.microsoft.com/office/drawing/2014/main" id="{8C07ABEA-4522-4DFA-8330-56A0F39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3857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 xmlns:a="http://schemas.openxmlformats.org/drawingml/2006/main">
              <a:ext uri="{FF2B5EF4-FFF2-40B4-BE49-F238E27FC236}">
                <a16:creationId xmlns:a16="http://schemas.microsoft.com/office/drawing/2014/main" id="{CC35E0A5-85C5-4938-BFAB-780D93F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00125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 xmlns:a="http://schemas.openxmlformats.org/drawingml/2006/main">
              <a:ext uri="{FF2B5EF4-FFF2-40B4-BE49-F238E27FC236}">
                <a16:creationId xmlns:a16="http://schemas.microsoft.com/office/drawing/2014/main" id="{26ADB065-B48B-41AE-AD8C-F2A6965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1181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 xmlns:a="http://schemas.openxmlformats.org/drawingml/2006/main">
              <a:ext uri="{FF2B5EF4-FFF2-40B4-BE49-F238E27FC236}">
                <a16:creationId xmlns:a16="http://schemas.microsoft.com/office/drawing/2014/main" id="{3FDDEF1E-C1BC-42B9-9B72-D0A37D1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1762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 xmlns:a="http://schemas.openxmlformats.org/drawingml/2006/main">
              <a:ext uri="{FF2B5EF4-FFF2-40B4-BE49-F238E27FC236}">
                <a16:creationId xmlns:a16="http://schemas.microsoft.com/office/drawing/2014/main" id="{23B0CD57-DF18-4799-9759-411BD6DE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716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 xmlns:a="http://schemas.openxmlformats.org/drawingml/2006/main">
              <a:ext uri="{FF2B5EF4-FFF2-40B4-BE49-F238E27FC236}">
                <a16:creationId xmlns:a16="http://schemas.microsoft.com/office/drawing/2014/main" id="{2EB21BFD-B454-4601-8A52-9F81E65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1" name="frozen">
            <a:extLst xmlns:a="http://schemas.openxmlformats.org/drawingml/2006/main">
              <a:ext uri="{FF2B5EF4-FFF2-40B4-BE49-F238E27FC236}">
                <a16:creationId xmlns:a16="http://schemas.microsoft.com/office/drawing/2014/main" id="{C4BB41AA-9636-4E44-AA08-8A6742E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609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 xmlns:a="http://schemas.openxmlformats.org/drawingml/2006/main">
              <a:ext uri="{FF2B5EF4-FFF2-40B4-BE49-F238E27FC236}">
                <a16:creationId xmlns:a16="http://schemas.microsoft.com/office/drawing/2014/main" id="{CB42BCE8-9B93-4C7D-BB97-4E60E11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1762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 xmlns:a="http://schemas.openxmlformats.org/drawingml/2006/main">
              <a:ext uri="{FF2B5EF4-FFF2-40B4-BE49-F238E27FC236}">
                <a16:creationId xmlns:a16="http://schemas.microsoft.com/office/drawing/2014/main" id="{D4185CD6-17D9-4D75-8239-3BF7C08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1838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 xmlns:a="http://schemas.openxmlformats.org/drawingml/2006/main">
              <a:ext uri="{FF2B5EF4-FFF2-40B4-BE49-F238E27FC236}">
                <a16:creationId xmlns:a16="http://schemas.microsoft.com/office/drawing/2014/main" id="{EC9A969B-1308-4919-BEB3-3D933C5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</a:t>
            </a: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LingBot</a:t>
            </a: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-VA  </a:t>
            </a: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,</a:t>
            </a: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 Cosmos-Policy</a:t>
            </a:r>
          </a:p>
        </p:txBody>
      </p:sp>
      <p:cxnSp>
        <p:nvCxnSpPr>
          <p:cNvPr id="52" name="直接箭头连接符 34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04975" y="196691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53" name="直接箭头连接符 35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57625" y="19669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54" name="直接箭头连接符 36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505450" y="236220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5" name="直接箭头连接符 37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3385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6" name="直接箭头连接符 38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24600" y="33385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C578DA8-A9C4-4F80-AA31-E5DD53F9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22A2D70-5158-47E5-A6CF-351B42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99B08BB3-A804-4030-AF80-5B166632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d99fcc4ca464d"/>
          <a:stretch xmlns:a="http://schemas.openxmlformats.org/drawingml/2006/main"/>
        </p:blipFill>
        <p:spPr>
          <a:xfrm xmlns:a="http://schemas.openxmlformats.org/drawingml/2006/main">
            <a:off x="333375" y="1394232"/>
            <a:ext cx="8477250" cy="1964511"/>
          </a:xfrm>
          <a:prstGeom xmlns:a="http://schemas.openxmlformats.org/drawingml/2006/main" prst="rect">
            <a:avLst/>
          </a:prstGeom>
        </p:spPr>
      </p:pic>
      <p:sp>
        <p:nvSpPr>
          <p:cNvPr id="6" name="SVDQuant reference">
            <a:extLst xmlns:a="http://schemas.openxmlformats.org/drawingml/2006/main">
              <a:ext uri="{FF2B5EF4-FFF2-40B4-BE49-F238E27FC236}">
                <a16:creationId xmlns:a16="http://schemas.microsoft.com/office/drawing/2014/main" id="{E8B65658-3319-4696-BBBC-81AB1D40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809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 xmlns:a="http://schemas.openxmlformats.org/drawingml/2006/main">
              <a:ext uri="{FF2B5EF4-FFF2-40B4-BE49-F238E27FC236}">
                <a16:creationId xmlns:a16="http://schemas.microsoft.com/office/drawing/2014/main" id="{8160A404-9210-408E-B8EA-214B97F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04D22951-FF94-4233-BF46-CB62A50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E50A5AB-21FF-4D34-A2FB-6FE2ACC2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0E9F0E6D-966A-4C81-BF8C-91256CC8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W4A4 rows, Table 1</a:t>
            </a:r>
          </a:p>
        </p:txBody>
      </p:sp>
      <p:pic>
        <p:nvPicPr>
          <p:cNvPr id="15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4d6391c8d4d85"/>
          <a:stretch xmlns:a="http://schemas.openxmlformats.org/drawingml/2006/main"/>
        </p:blipFill>
        <p:spPr>
          <a:xfrm xmlns:a="http://schemas.openxmlformats.org/drawingml/2006/main">
            <a:off x="523875" y="1284975"/>
            <a:ext cx="8096250" cy="2573550"/>
          </a:xfrm>
          <a:prstGeom xmlns:a="http://schemas.openxmlformats.org/drawingml/2006/main" prst="rect">
            <a:avLst/>
          </a:prstGeom>
        </p:spPr>
      </p:pic>
      <p:sp>
        <p:nvSpPr>
          <p:cNvPr id="6" name="Circle SVDQuant W4A4 Avg 98.2">
            <a:extLst xmlns:a="http://schemas.openxmlformats.org/drawingml/2006/main">
              <a:ext uri="{FF2B5EF4-FFF2-40B4-BE49-F238E27FC236}">
                <a16:creationId xmlns:a16="http://schemas.microsoft.com/office/drawing/2014/main" id="{A3519226-F6AD-46DE-A8C1-7A560AC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615" y="3114282"/>
            <a:ext cx="528621" cy="2434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CB314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ross-paper discrepancy">
            <a:extLst xmlns:a="http://schemas.openxmlformats.org/drawingml/2006/main">
              <a:ext uri="{FF2B5EF4-FFF2-40B4-BE49-F238E27FC236}">
                <a16:creationId xmlns:a16="http://schemas.microsoft.com/office/drawing/2014/main" id="{0C3F7F18-1B8A-4A75-B026-45F2467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 xmlns:a="http://schemas.openxmlformats.org/drawingml/2006/main">
              <a:ext uri="{FF2B5EF4-FFF2-40B4-BE49-F238E27FC236}">
                <a16:creationId xmlns:a16="http://schemas.microsoft.com/office/drawing/2014/main" id="{3B72F683-B50C-41AC-9610-C523B504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53D11A6C-CECC-482C-8499-4A1EFC19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C968BFB-26FB-4055-8916-57E0F1E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ilot subtitle">
            <a:extLst xmlns:a="http://schemas.openxmlformats.org/drawingml/2006/main">
              <a:ext uri="{FF2B5EF4-FFF2-40B4-BE49-F238E27FC236}">
                <a16:creationId xmlns:a16="http://schemas.microsoft.com/office/drawing/2014/main" id="{F531BE61-EC53-4569-88F1-746E8BC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</a:t>
            </a: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</a:t>
            </a: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ibero </a:t>
            </a: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Spatial only · 6 of 28 planned cells</a:t>
            </a:r>
          </a:p>
        </p:txBody>
      </p:sp>
      <p:graphicFrame>
        <p:nvGraphicFramePr>
          <p:cNvPr id="13" name="表格 11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8096250" cy="278130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352550"/>
                <a:gridCol w="1352550"/>
                <a:gridCol w="1219200"/>
                <a:gridCol w="1219200"/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Pilot observation">
            <a:extLst xmlns:a="http://schemas.openxmlformats.org/drawingml/2006/main">
              <a:ext uri="{FF2B5EF4-FFF2-40B4-BE49-F238E27FC236}">
                <a16:creationId xmlns:a16="http://schemas.microsoft.com/office/drawing/2014/main" id="{51CFA6DA-8B91-4D73-A2C4-30E800F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94BB871-B35F-40D0-8185-B36DD43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777292C-C66E-4FCB-893B-6A9CED9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 diagnosis: error appears before rollout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set panel title">
            <a:extLst xmlns:a="http://schemas.openxmlformats.org/drawingml/2006/main">
              <a:ext uri="{FF2B5EF4-FFF2-40B4-BE49-F238E27FC236}">
                <a16:creationId xmlns:a16="http://schemas.microsoft.com/office/drawing/2014/main" id="{C90A950A-8DB3-4FAE-B359-F9EFDDA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300 reset-observation pairs</a:t>
            </a:r>
          </a:p>
        </p:txBody>
      </p:sp>
      <p:sp>
        <p:nvSpPr>
          <p:cNvPr id="5" name="Reset panel definition">
            <a:extLst xmlns:a="http://schemas.openxmlformats.org/drawingml/2006/main">
              <a:ext uri="{FF2B5EF4-FFF2-40B4-BE49-F238E27FC236}">
                <a16:creationId xmlns:a16="http://schemas.microsoft.com/office/drawing/2014/main" id="{B597E100-9D76-4FAC-BB30-9CCC3F2E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Median normalized motor RMSE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First 10 action positions</a:t>
            </a:r>
          </a:p>
        </p:txBody>
      </p:sp>
      <p:sp>
        <p:nvSpPr>
          <p:cNvPr id="7" name="Native panel title">
            <a:extLst xmlns:a="http://schemas.openxmlformats.org/drawingml/2006/main">
              <a:ext uri="{FF2B5EF4-FFF2-40B4-BE49-F238E27FC236}">
                <a16:creationId xmlns:a16="http://schemas.microsoft.com/office/drawing/2014/main" id="{FCB98519-955E-4649-8871-B45842B1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1915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Activation encoding: A4 vs A8</a:t>
            </a:r>
          </a:p>
        </p:txBody>
      </p:sp>
      <p:sp>
        <p:nvSpPr>
          <p:cNvPr id="8" name="Native panel definition">
            <a:extLst xmlns:a="http://schemas.openxmlformats.org/drawingml/2006/main">
              <a:ext uri="{FF2B5EF4-FFF2-40B4-BE49-F238E27FC236}">
                <a16:creationId xmlns:a16="http://schemas.microsoft.com/office/drawing/2014/main" id="{ADB40E0A-5508-4630-806B-2D2AF36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62050"/>
            <a:ext cx="4772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Zero-code ratio and input relative RMSE</a:t>
            </a:r>
          </a:p>
        </p:txBody>
      </p:sp>
      <p:sp>
        <p:nvSpPr>
          <p:cNvPr id="10" name="Diagnosis interpretation">
            <a:extLst xmlns:a="http://schemas.openxmlformats.org/drawingml/2006/main">
              <a:ext uri="{FF2B5EF4-FFF2-40B4-BE49-F238E27FC236}">
                <a16:creationId xmlns:a16="http://schemas.microsoft.com/office/drawing/2014/main" id="{3199DC9B-409B-4D87-A5E9-41B1413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044"/>
                </a:solidFill>
                <a:latin typeface="Arial"/>
                <a:ea typeface="Arial"/>
                <a:cs typeface="Arial"/>
              </a:rPr>
              <a:t>High A4 zero-code ratios accompany larger input RMSE in these calls.</a:t>
            </a:r>
          </a:p>
        </p:txBody>
      </p:sp>
      <p:sp>
        <p:nvSpPr>
          <p:cNvPr id="11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B2C4105-457D-4F34-8135-A2B6FAA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Right: user-provided activation diagnostic. Step 0/9 denotes denoising iterations.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C971028-11F3-49A2-9097-76D4B55E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3143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838200"/>
              </a:tblGrid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W4A8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0.0228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0.3222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W4A4KV4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0.3217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KV4 addition vs W4A4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0.0387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"/>
          <p:cNvGraphicFramePr/>
          <p:nvPr/>
        </p:nvGraphicFramePr>
        <p:xfrm>
          <a:off xmlns:a="http://schemas.openxmlformats.org/drawingml/2006/main" x="3848100" y="1590675"/>
          <a:ext xmlns:a="http://schemas.openxmlformats.org/drawingml/2006/main" cx="4772025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7325"/>
                <a:gridCol w="828675"/>
                <a:gridCol w="828675"/>
                <a:gridCol w="828675"/>
                <a:gridCol w="828675"/>
              </a:tblGrid>
              <a:tr h="366032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Call region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prefill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71.52%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41.54%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69.37%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8.45%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38.69%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2.88%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65.39%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37.39%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2.79%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55.98%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6.07%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2.03%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58.77%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6.32%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Proprio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13.64%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0.57%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6.50%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c172b3b2e47f8"/>
          <a:stretch xmlns:a="http://schemas.openxmlformats.org/drawingml/2006/main"/>
        </p:blipFill>
        <p:spPr>
          <a:xfrm xmlns:a="http://schemas.openxmlformats.org/drawingml/2006/main">
            <a:off x="413748" y="809625"/>
            <a:ext cx="8316503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75D32FF0-CAF1-4992-8413-0D69BA73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6FB42BBA-201B-4C41-A64F-88A5AA7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FCB8D44-04A7-46CF-A22B-1A3F822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ab44356944398"/>
          <a:stretch xmlns:a="http://schemas.openxmlformats.org/drawingml/2006/main"/>
        </p:blipFill>
        <p:spPr>
          <a:xfrm xmlns:a="http://schemas.openxmlformats.org/drawingml/2006/main">
            <a:off x="1128986" y="781050"/>
            <a:ext cx="6886027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42FACF11-262E-4F9C-A270-A5DADA7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22B6E645-C983-4453-98E9-131CA65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32B974F-421D-4A9F-B21C-1E7F51A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525bf06f748d4"/>
          <a:stretch xmlns:a="http://schemas.openxmlformats.org/drawingml/2006/main"/>
        </p:blipFill>
        <p:spPr>
          <a:xfrm xmlns:a="http://schemas.openxmlformats.org/drawingml/2006/main">
            <a:off x="1217735" y="771525"/>
            <a:ext cx="6708531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3B3E668A-1E00-4462-81F2-8D375BC0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9D4F522F-E97A-438E-A1A8-7C401805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42BE811-48BC-42B2-8A0F-529CBFE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step: action-sensitive weight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a">
            <a:extLst xmlns:a="http://schemas.openxmlformats.org/drawingml/2006/main">
              <a:ext uri="{FF2B5EF4-FFF2-40B4-BE49-F238E27FC236}">
                <a16:creationId xmlns:a16="http://schemas.microsoft.com/office/drawing/2014/main" id="{93123462-5031-4166-ABCD-B767796D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9625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Equivalent reparameterization</a:t>
            </a:r>
          </a:p>
        </p:txBody>
      </p:sp>
      <p:sp>
        <p:nvSpPr>
          <p:cNvPr id="5" name="b">
            <a:extLst xmlns:a="http://schemas.openxmlformats.org/drawingml/2006/main">
              <a:ext uri="{FF2B5EF4-FFF2-40B4-BE49-F238E27FC236}">
                <a16:creationId xmlns:a16="http://schemas.microsoft.com/office/drawing/2014/main" id="{95BCECAD-23E8-4199-82CE-37EB184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09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Weight VQ</a:t>
            </a:r>
          </a:p>
        </p:txBody>
      </p:sp>
      <p:sp>
        <p:nvSpPr>
          <p:cNvPr id="6" name="c">
            <a:extLst xmlns:a="http://schemas.openxmlformats.org/drawingml/2006/main">
              <a:ext uri="{FF2B5EF4-FFF2-40B4-BE49-F238E27FC236}">
                <a16:creationId xmlns:a16="http://schemas.microsoft.com/office/drawing/2014/main" id="{3A56173C-A764-417F-BEE2-CD811D9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09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(c) Action inference</a:t>
            </a:r>
          </a:p>
        </p:txBody>
      </p:sp>
      <p:sp>
        <p:nvSpPr>
          <p:cNvPr id="7" name="x">
            <a:extLst xmlns:a="http://schemas.openxmlformats.org/drawingml/2006/main">
              <a:ext uri="{FF2B5EF4-FFF2-40B4-BE49-F238E27FC236}">
                <a16:creationId xmlns:a16="http://schemas.microsoft.com/office/drawing/2014/main" id="{C39CC2D2-3D51-4CD3-9D98-BA20B39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xs">
            <a:extLst xmlns:a="http://schemas.openxmlformats.org/drawingml/2006/main">
              <a:ext uri="{FF2B5EF4-FFF2-40B4-BE49-F238E27FC236}">
                <a16:creationId xmlns:a16="http://schemas.microsoft.com/office/drawing/2014/main" id="{751FB2CC-87EF-46DD-A1B0-4D67F36E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Scale + Hadamard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X̃ = XD⁻¹H</a:t>
            </a:r>
          </a:p>
        </p:txBody>
      </p:sp>
      <p:sp>
        <p:nvSpPr>
          <p:cNvPr id="9" name="aq">
            <a:extLst xmlns:a="http://schemas.openxmlformats.org/drawingml/2006/main">
              <a:ext uri="{FF2B5EF4-FFF2-40B4-BE49-F238E27FC236}">
                <a16:creationId xmlns:a16="http://schemas.microsoft.com/office/drawing/2014/main" id="{6A0F0AEA-E9E9-4D47-B222-71D3929A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71600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BF16 first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A8 / A4 later</a:t>
            </a:r>
          </a:p>
        </p:txBody>
      </p:sp>
      <p:sp>
        <p:nvSpPr>
          <p:cNvPr id="10" name="w">
            <a:extLst xmlns:a="http://schemas.openxmlformats.org/drawingml/2006/main">
              <a:ext uri="{FF2B5EF4-FFF2-40B4-BE49-F238E27FC236}">
                <a16:creationId xmlns:a16="http://schemas.microsoft.com/office/drawing/2014/main" id="{0C7A147E-2022-43E5-8A0B-B006B518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E6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" name="ws">
            <a:extLst xmlns:a="http://schemas.openxmlformats.org/drawingml/2006/main">
              <a:ext uri="{FF2B5EF4-FFF2-40B4-BE49-F238E27FC236}">
                <a16:creationId xmlns:a16="http://schemas.microsoft.com/office/drawing/2014/main" id="{B5BF427C-A310-4C01-BF61-C711034E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E6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Paired transform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W̃ = WDH</a:t>
            </a:r>
          </a:p>
        </p:txBody>
      </p:sp>
      <p:sp>
        <p:nvSpPr>
          <p:cNvPr id="12" name="vq">
            <a:extLst xmlns:a="http://schemas.openxmlformats.org/drawingml/2006/main">
              <a:ext uri="{FF2B5EF4-FFF2-40B4-BE49-F238E27FC236}">
                <a16:creationId xmlns:a16="http://schemas.microsoft.com/office/drawing/2014/main" id="{0A99C55B-3F63-4919-AC8E-CA25884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Sensitive codebook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 + vector indices</a:t>
            </a:r>
          </a:p>
        </p:txBody>
      </p:sp>
      <p:sp>
        <p:nvSpPr>
          <p:cNvPr id="13" name="decode">
            <a:extLst xmlns:a="http://schemas.openxmlformats.org/drawingml/2006/main">
              <a:ext uri="{FF2B5EF4-FFF2-40B4-BE49-F238E27FC236}">
                <a16:creationId xmlns:a16="http://schemas.microsoft.com/office/drawing/2014/main" id="{2F06726C-A5DA-483F-961A-4E4ED473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81275"/>
            <a:ext cx="1066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Reconstruct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Ŵ</a:t>
            </a:r>
          </a:p>
        </p:txBody>
      </p:sp>
      <p:sp>
        <p:nvSpPr>
          <p:cNvPr id="14" name="linear">
            <a:extLst xmlns:a="http://schemas.openxmlformats.org/drawingml/2006/main">
              <a:ext uri="{FF2B5EF4-FFF2-40B4-BE49-F238E27FC236}">
                <a16:creationId xmlns:a16="http://schemas.microsoft.com/office/drawing/2014/main" id="{175DE7E6-9CD9-4439-A96E-4E2D92E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24050"/>
            <a:ext cx="7524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5" name="action">
            <a:extLst xmlns:a="http://schemas.openxmlformats.org/drawingml/2006/main">
              <a:ext uri="{FF2B5EF4-FFF2-40B4-BE49-F238E27FC236}">
                <a16:creationId xmlns:a16="http://schemas.microsoft.com/office/drawing/2014/main" id="{0419B9D5-6FCA-456C-9BE4-F04E9B6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5810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metric">
            <a:extLst xmlns:a="http://schemas.openxmlformats.org/drawingml/2006/main">
              <a:ext uri="{FF2B5EF4-FFF2-40B4-BE49-F238E27FC236}">
                <a16:creationId xmlns:a16="http://schemas.microsoft.com/office/drawing/2014/main" id="{608835F7-A0ED-4446-9A4D-636C2D6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1790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sensitivity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M from calibration</a:t>
            </a:r>
          </a:p>
        </p:txBody>
      </p:sp>
      <p:sp>
        <p:nvSpPr>
          <p:cNvPr id="17" name="acttag">
            <a:extLst xmlns:a="http://schemas.openxmlformats.org/drawingml/2006/main">
              <a:ext uri="{FF2B5EF4-FFF2-40B4-BE49-F238E27FC236}">
                <a16:creationId xmlns:a16="http://schemas.microsoft.com/office/drawing/2014/main" id="{86493A85-92FD-4186-9642-2DF8BD4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Aim: reduce activation outliers</a:t>
            </a:r>
          </a:p>
        </p:txBody>
      </p:sp>
      <p:sp>
        <p:nvSpPr>
          <p:cNvPr id="18" name="wtag">
            <a:extLst xmlns:a="http://schemas.openxmlformats.org/drawingml/2006/main">
              <a:ext uri="{FF2B5EF4-FFF2-40B4-BE49-F238E27FC236}">
                <a16:creationId xmlns:a16="http://schemas.microsoft.com/office/drawing/2014/main" id="{7236212B-56DE-4C8C-9091-567E7B8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Scale shift to the weight branch</a:t>
            </a:r>
          </a:p>
        </p:txBody>
      </p:sp>
      <p:sp>
        <p:nvSpPr>
          <p:cNvPr id="19" name="cal">
            <a:extLst xmlns:a="http://schemas.openxmlformats.org/drawingml/2006/main">
              <a:ext uri="{FF2B5EF4-FFF2-40B4-BE49-F238E27FC236}">
                <a16:creationId xmlns:a16="http://schemas.microsoft.com/office/drawing/2014/main" id="{B45DA62B-6355-4389-B5B1-93C7D0C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004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Dashed path: offline calibration</a:t>
            </a:r>
          </a:p>
        </p:txBody>
      </p:sp>
      <p:cxnSp>
        <p:nvCxnSpPr>
          <p:cNvPr id="77" name="直接箭头连接符 49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38225" y="16859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78" name="直接箭头连接符 50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5150" y="1685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79" name="连接符: 肘形 51"/>
          <p:cNvCxnSpPr>
            <a:stCxn xmlns:a="http://schemas.openxmlformats.org/drawingml/2006/main" id="9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876800" y="1685925"/>
            <a:ext cx="2633663" cy="23812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80" name="直接箭头连接符 52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38225" y="2886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81" name="直接箭头连接符 53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05150" y="2886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82" name="直接箭头连接符 54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353050" y="2886075"/>
            <a:ext cx="3333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83" name="连接符: 肘形 55"/>
          <p:cNvCxnSpPr>
            <a:stCxn xmlns:a="http://schemas.openxmlformats.org/drawingml/2006/main" id="13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6753225" y="2495550"/>
            <a:ext cx="757238" cy="395288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84" name="直接箭头连接符 56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86700" y="2209800"/>
            <a:ext cx="152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85" name="直接箭头连接符 57"/>
          <p:cNvCxnSpPr>
            <a:stCxn xmlns:a="http://schemas.openxmlformats.org/drawingml/2006/main" id="16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457700" y="32575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dash"/>
            <a:tailEnd type="triangle" w="sm" len="sm"/>
          </a:ln>
        </p:spPr>
      </p:cxnSp>
      <p:sp>
        <p:nvSpPr>
          <p:cNvPr id="29" name="Equivalent identity">
            <a:extLst xmlns:a="http://schemas.openxmlformats.org/drawingml/2006/main">
              <a:ext uri="{FF2B5EF4-FFF2-40B4-BE49-F238E27FC236}">
                <a16:creationId xmlns:a16="http://schemas.microsoft.com/office/drawing/2014/main" id="{FD3D2E14-0C9C-4B0B-AABC-09FB65B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Before quantization:   X̃W̃ᵀ = XWᵀ   when HHᵀ = I and D is invertible.</a:t>
            </a:r>
          </a:p>
        </p:txBody>
      </p:sp>
      <p:sp>
        <p:nvSpPr>
          <p:cNvPr id="3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354D997C-39EF-4800-BBDB-83A40F7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Proposed method · BF16 activations first; A8/A4 later · Outlier reduction must be measured</a:t>
            </a:r>
          </a:p>
        </p:txBody>
      </p:sp>
      <p:sp>
        <p:nvSpPr>
          <p:cNvPr id="3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8A073CB-0B8D-4356-912B-E4FADF9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Action-sensitive codebook geometry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ga">
            <a:extLst xmlns:a="http://schemas.openxmlformats.org/drawingml/2006/main">
              <a:ext uri="{FF2B5EF4-FFF2-40B4-BE49-F238E27FC236}">
                <a16:creationId xmlns:a16="http://schemas.microsoft.com/office/drawing/2014/main" id="{50187CCD-0AB5-4302-A27D-E30C8379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A two-dimensional weight block</a:t>
            </a:r>
          </a:p>
        </p:txBody>
      </p:sp>
      <p:sp>
        <p:nvSpPr>
          <p:cNvPr id="5" name="gb">
            <a:extLst xmlns:a="http://schemas.openxmlformats.org/drawingml/2006/main">
              <a:ext uri="{FF2B5EF4-FFF2-40B4-BE49-F238E27FC236}">
                <a16:creationId xmlns:a16="http://schemas.microsoft.com/office/drawing/2014/main" id="{F4F1D063-7AD0-4737-B2BB-B1C0F40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8286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Action-weighted distortion</a:t>
            </a:r>
          </a:p>
        </p:txBody>
      </p:sp>
      <p:sp>
        <p:nvSpPr>
          <p:cNvPr id="6" name="region">
            <a:extLst xmlns:a="http://schemas.openxmlformats.org/drawingml/2006/main">
              <a:ext uri="{FF2B5EF4-FFF2-40B4-BE49-F238E27FC236}">
                <a16:creationId xmlns:a16="http://schemas.microsoft.com/office/drawing/2014/main" id="{D7EC5DBA-4740-4AEA-B681-CC6A243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62100"/>
            <a:ext cx="7810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8F5"/>
          </a:solidFill>
          <a:ln xmlns:a="http://schemas.openxmlformats.org/drawingml/2006/main" w="12859">
            <a:solidFill>
              <a:srgbClr val="86BFB2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w0">
            <a:extLst xmlns:a="http://schemas.openxmlformats.org/drawingml/2006/main">
              <a:ext uri="{FF2B5EF4-FFF2-40B4-BE49-F238E27FC236}">
                <a16:creationId xmlns:a16="http://schemas.microsoft.com/office/drawing/2014/main" id="{9129B708-DA3F-4DDA-95D5-392002CE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76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44B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2">
            <a:extLst xmlns:a="http://schemas.openxmlformats.org/drawingml/2006/main">
              <a:ext uri="{FF2B5EF4-FFF2-40B4-BE49-F238E27FC236}">
                <a16:creationId xmlns:a16="http://schemas.microsoft.com/office/drawing/2014/main" id="{855E0AB9-E1BA-45C1-8E72-6277F4AF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76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23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cM">
            <a:extLst xmlns:a="http://schemas.openxmlformats.org/drawingml/2006/main">
              <a:ext uri="{FF2B5EF4-FFF2-40B4-BE49-F238E27FC236}">
                <a16:creationId xmlns:a16="http://schemas.microsoft.com/office/drawing/2014/main" id="{613BF9E3-042B-4564-A9F5-2F8854A7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2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F79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wlabel">
            <a:extLst xmlns:a="http://schemas.openxmlformats.org/drawingml/2006/main">
              <a:ext uri="{FF2B5EF4-FFF2-40B4-BE49-F238E27FC236}">
                <a16:creationId xmlns:a16="http://schemas.microsoft.com/office/drawing/2014/main" id="{1B1995A3-EACD-43DF-A049-E6DCDED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w = (0, 0)</a:t>
            </a:r>
          </a:p>
        </p:txBody>
      </p:sp>
      <p:sp>
        <p:nvSpPr>
          <p:cNvPr id="11" name="l2label">
            <a:extLst xmlns:a="http://schemas.openxmlformats.org/drawingml/2006/main">
              <a:ext uri="{FF2B5EF4-FFF2-40B4-BE49-F238E27FC236}">
                <a16:creationId xmlns:a16="http://schemas.microsoft.com/office/drawing/2014/main" id="{2739340C-50F7-4687-9473-5BF405B0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1467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 = (0.3, 0)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nearest</a:t>
            </a:r>
          </a:p>
        </p:txBody>
      </p:sp>
      <p:sp>
        <p:nvSpPr>
          <p:cNvPr id="12" name="mlabel">
            <a:extLst xmlns:a="http://schemas.openxmlformats.org/drawingml/2006/main">
              <a:ext uri="{FF2B5EF4-FFF2-40B4-BE49-F238E27FC236}">
                <a16:creationId xmlns:a16="http://schemas.microsoft.com/office/drawing/2014/main" id="{282CD149-AF68-43BB-AA1F-2AB974F5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95425"/>
            <a:ext cx="22764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c₂ = (0, 0.6)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nearest</a:t>
            </a:r>
          </a:p>
        </p:txBody>
      </p:sp>
      <p:sp>
        <p:nvSpPr>
          <p:cNvPr id="13" name="xaxis">
            <a:extLst xmlns:a="http://schemas.openxmlformats.org/drawingml/2006/main">
              <a:ext uri="{FF2B5EF4-FFF2-40B4-BE49-F238E27FC236}">
                <a16:creationId xmlns:a16="http://schemas.microsoft.com/office/drawing/2014/main" id="{56BCAE22-11C3-49F3-A8A7-80F9AF06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Sensitive direction</a:t>
            </a:r>
          </a:p>
        </p:txBody>
      </p:sp>
      <p:sp>
        <p:nvSpPr>
          <p:cNvPr id="14" name="yaxis">
            <a:extLst xmlns:a="http://schemas.openxmlformats.org/drawingml/2006/main">
              <a:ext uri="{FF2B5EF4-FFF2-40B4-BE49-F238E27FC236}">
                <a16:creationId xmlns:a16="http://schemas.microsoft.com/office/drawing/2014/main" id="{8FFB8423-A105-40CC-96E7-336386F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Less sensitive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A62A147F-5E34-41EE-AD8E-8589A075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28750"/>
            <a:ext cx="3505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dₘ(v,c) = (v−c)ᵀM(v−c)</a:t>
            </a:r>
          </a:p>
        </p:txBody>
      </p:sp>
      <p:sp>
        <p:nvSpPr>
          <p:cNvPr id="16" name="metricnote">
            <a:extLst xmlns:a="http://schemas.openxmlformats.org/drawingml/2006/main">
              <a:ext uri="{FF2B5EF4-FFF2-40B4-BE49-F238E27FC236}">
                <a16:creationId xmlns:a16="http://schemas.microsoft.com/office/drawing/2014/main" id="{49002203-4279-4329-AE9E-642C5B56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52625"/>
            <a:ext cx="350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M = diag(9, 1) in this illustration</a:t>
            </a:r>
          </a:p>
        </p:txBody>
      </p:sp>
      <p:sp>
        <p:nvSpPr>
          <p:cNvPr id="17" name="l2dist">
            <a:extLst xmlns:a="http://schemas.openxmlformats.org/drawingml/2006/main">
              <a:ext uri="{FF2B5EF4-FFF2-40B4-BE49-F238E27FC236}">
                <a16:creationId xmlns:a16="http://schemas.microsoft.com/office/drawing/2014/main" id="{F3FB47EA-F030-44B9-9CE3-A3FFC3E9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050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distortion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c₁: 0.09       c₂: 0.36</a:t>
            </a:r>
          </a:p>
        </p:txBody>
      </p:sp>
      <p:sp>
        <p:nvSpPr>
          <p:cNvPr id="18" name="mdist">
            <a:extLst xmlns:a="http://schemas.openxmlformats.org/drawingml/2006/main">
              <a:ext uri="{FF2B5EF4-FFF2-40B4-BE49-F238E27FC236}">
                <a16:creationId xmlns:a16="http://schemas.microsoft.com/office/drawing/2014/main" id="{25C5B531-0807-42C8-AD1E-EEC1CBF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813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distortion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c₁: 0.81       c₂: 0.36</a:t>
            </a:r>
          </a:p>
        </p:txBody>
      </p:sp>
      <p:sp>
        <p:nvSpPr>
          <p:cNvPr id="19" name="ellipsenote">
            <a:extLst xmlns:a="http://schemas.openxmlformats.org/drawingml/2006/main">
              <a:ext uri="{FF2B5EF4-FFF2-40B4-BE49-F238E27FC236}">
                <a16:creationId xmlns:a16="http://schemas.microsoft.com/office/drawing/2014/main" id="{41EF2246-9C1D-427E-88EF-E6DE6ED6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435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Ellipse: equal action-weighted error</a:t>
            </a:r>
          </a:p>
        </p:txBody>
      </p:sp>
      <p:sp>
        <p:nvSpPr>
          <p:cNvPr id="20" name="xstart">
            <a:extLst xmlns:a="http://schemas.openxmlformats.org/drawingml/2006/main">
              <a:ext uri="{FF2B5EF4-FFF2-40B4-BE49-F238E27FC236}">
                <a16:creationId xmlns:a16="http://schemas.microsoft.com/office/drawing/2014/main" id="{FD58854C-C6B4-487D-AC36-D5C247B0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xend">
            <a:extLst xmlns:a="http://schemas.openxmlformats.org/drawingml/2006/main">
              <a:ext uri="{FF2B5EF4-FFF2-40B4-BE49-F238E27FC236}">
                <a16:creationId xmlns:a16="http://schemas.microsoft.com/office/drawing/2014/main" id="{7034370A-B032-41F6-ADBE-50CA8E3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ystart">
            <a:extLst xmlns:a="http://schemas.openxmlformats.org/drawingml/2006/main">
              <a:ext uri="{FF2B5EF4-FFF2-40B4-BE49-F238E27FC236}">
                <a16:creationId xmlns:a16="http://schemas.microsoft.com/office/drawing/2014/main" id="{304B3294-6A2C-4CBE-9D88-C604E742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yend">
            <a:extLst xmlns:a="http://schemas.openxmlformats.org/drawingml/2006/main">
              <a:ext uri="{FF2B5EF4-FFF2-40B4-BE49-F238E27FC236}">
                <a16:creationId xmlns:a16="http://schemas.microsoft.com/office/drawing/2014/main" id="{D139B1A7-ABFA-443F-83D7-49600E6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71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79" name="直接箭头连接符 52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971675" y="2738438"/>
            <a:ext cx="278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895A4"/>
            </a:solidFill>
            <a:prstDash val="solid"/>
            <a:tailEnd type="triangle" w="sm" len="sm"/>
          </a:ln>
        </p:spPr>
      </p:cxnSp>
      <p:cxnSp>
        <p:nvCxnSpPr>
          <p:cNvPr id="80" name="直接箭头连接符 53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 flipV="1">
            <a:off x="1962150" y="1176338"/>
            <a:ext cx="9525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895A4"/>
            </a:solidFill>
            <a:prstDash val="solid"/>
            <a:tailEnd type="triangle" w="sm" len="sm"/>
          </a:ln>
        </p:spPr>
      </p:cxnSp>
      <p:cxnSp>
        <p:nvCxnSpPr>
          <p:cNvPr id="81" name="直接箭头连接符 54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028825" y="27384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82" name="直接箭头连接符 55"/>
          <p:cNvCxnSpPr>
            <a:stCxn xmlns:a="http://schemas.openxmlformats.org/drawingml/2006/main" id="7" idx="0"/>
            <a:endCxn xmlns:a="http://schemas.openxmlformats.org/drawingml/2006/main" id="9" idx="4"/>
          </p:cNvCxnSpPr>
          <p:nvPr/>
        </p:nvCxnSpPr>
        <p:spPr>
          <a:xfrm xmlns:a="http://schemas.openxmlformats.org/drawingml/2006/main" flipV="1">
            <a:off x="1966913" y="16764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8" name="Codebook objective">
            <a:extLst xmlns:a="http://schemas.openxmlformats.org/drawingml/2006/main">
              <a:ext uri="{FF2B5EF4-FFF2-40B4-BE49-F238E27FC236}">
                <a16:creationId xmlns:a16="http://schemas.microsoft.com/office/drawing/2014/main" id="{7B57ABF6-7B32-4B56-9F90-CEEA00B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 = Σⱼ (w̃ⱼ − C[zⱼ])ᵀ Mⱼ (w̃ⱼ − C[zⱼ])</a:t>
            </a:r>
          </a:p>
        </p:txBody>
      </p:sp>
      <p:sp>
        <p:nvSpPr>
          <p:cNvPr id="2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8E50F77-3E82-4778-B8E7-9CD58041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Illustrative geometry, not measured data · M is an estimated PSD action-sensitivity metric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B7DC776-E994-4E9A-8005-26FA36C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Weight VQ: proposal 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Figure element 1">
            <a:extLst xmlns:a="http://schemas.openxmlformats.org/drawingml/2006/main">
              <a:ext uri="{FF2B5EF4-FFF2-40B4-BE49-F238E27FC236}">
                <a16:creationId xmlns:a16="http://schemas.microsoft.com/office/drawing/2014/main" id="{07F0EC79-A8FB-4161-A0BC-60201DC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(a) Paired conditioning</a:t>
            </a:r>
          </a:p>
        </p:txBody>
      </p:sp>
      <p:sp>
        <p:nvSpPr>
          <p:cNvPr id="5" name="Figure element 2">
            <a:extLst xmlns:a="http://schemas.openxmlformats.org/drawingml/2006/main">
              <a:ext uri="{FF2B5EF4-FFF2-40B4-BE49-F238E27FC236}">
                <a16:creationId xmlns:a16="http://schemas.microsoft.com/office/drawing/2014/main" id="{02BED2BE-8C3F-4AB7-8A5F-71B343FA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3820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(b) Vector codebook</a:t>
            </a:r>
          </a:p>
        </p:txBody>
      </p:sp>
      <p:sp>
        <p:nvSpPr>
          <p:cNvPr id="6" name="Figure element 3">
            <a:extLst xmlns:a="http://schemas.openxmlformats.org/drawingml/2006/main">
              <a:ext uri="{FF2B5EF4-FFF2-40B4-BE49-F238E27FC236}">
                <a16:creationId xmlns:a16="http://schemas.microsoft.com/office/drawing/2014/main" id="{1B53CC43-BAFA-4C1C-BC5A-DE43757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8382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(c) ActionDiT inference</a:t>
            </a:r>
          </a:p>
        </p:txBody>
      </p:sp>
      <p:sp>
        <p:nvSpPr>
          <p:cNvPr id="7" name="Figure element 4">
            <a:extLst xmlns:a="http://schemas.openxmlformats.org/drawingml/2006/main">
              <a:ext uri="{FF2B5EF4-FFF2-40B4-BE49-F238E27FC236}">
                <a16:creationId xmlns:a16="http://schemas.microsoft.com/office/drawing/2014/main" id="{4965AD4C-1017-42E8-A312-99D283D0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8" name="Figure element 5">
            <a:extLst xmlns:a="http://schemas.openxmlformats.org/drawingml/2006/main">
              <a:ext uri="{FF2B5EF4-FFF2-40B4-BE49-F238E27FC236}">
                <a16:creationId xmlns:a16="http://schemas.microsoft.com/office/drawing/2014/main" id="{A219CB24-A016-4F3B-A363-0222577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43791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3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3302794" y="838201"/>
            <a:ext cx="4763" cy="35433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dash"/>
          </a:ln>
        </p:spPr>
      </p:cxnSp>
      <p:sp>
        <p:nvSpPr>
          <p:cNvPr id="10" name="Figure element 6">
            <a:extLst xmlns:a="http://schemas.openxmlformats.org/drawingml/2006/main">
              <a:ext uri="{FF2B5EF4-FFF2-40B4-BE49-F238E27FC236}">
                <a16:creationId xmlns:a16="http://schemas.microsoft.com/office/drawing/2014/main" id="{FD45A7FC-515D-4102-9F56-C2317013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019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" name="Figure element 7">
            <a:extLst xmlns:a="http://schemas.openxmlformats.org/drawingml/2006/main">
              <a:ext uri="{FF2B5EF4-FFF2-40B4-BE49-F238E27FC236}">
                <a16:creationId xmlns:a16="http://schemas.microsoft.com/office/drawing/2014/main" id="{F7E6FFFF-9908-4DF6-BD93-E3816F62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019" y="43791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3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6246019" y="838201"/>
            <a:ext cx="4763" cy="35433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dash"/>
          </a:ln>
        </p:spPr>
      </p:cxnSp>
      <p:sp>
        <p:nvSpPr>
          <p:cNvPr id="13" name="Figure element 8">
            <a:extLst xmlns:a="http://schemas.openxmlformats.org/drawingml/2006/main">
              <a:ext uri="{FF2B5EF4-FFF2-40B4-BE49-F238E27FC236}">
                <a16:creationId xmlns:a16="http://schemas.microsoft.com/office/drawing/2014/main" id="{96B86266-B1A2-4AD0-857C-27EA319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Activations X</a:t>
            </a:r>
          </a:p>
        </p:txBody>
      </p:sp>
      <p:sp>
        <p:nvSpPr>
          <p:cNvPr id="14" name="Figure element 9">
            <a:extLst xmlns:a="http://schemas.openxmlformats.org/drawingml/2006/main">
              <a:ext uri="{FF2B5EF4-FFF2-40B4-BE49-F238E27FC236}">
                <a16:creationId xmlns:a16="http://schemas.microsoft.com/office/drawing/2014/main" id="{2F5D400C-91D0-4B09-8ACF-6899C3A1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76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Conditioned X′</a:t>
            </a:r>
          </a:p>
        </p:txBody>
      </p:sp>
      <p:sp>
        <p:nvSpPr>
          <p:cNvPr id="15" name="Figure element 10">
            <a:extLst xmlns:a="http://schemas.openxmlformats.org/drawingml/2006/main">
              <a:ext uri="{FF2B5EF4-FFF2-40B4-BE49-F238E27FC236}">
                <a16:creationId xmlns:a16="http://schemas.microsoft.com/office/drawing/2014/main" id="{80BD848A-58F5-4074-9D0D-D3831AA0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" name="Figure element 11">
            <a:extLst xmlns:a="http://schemas.openxmlformats.org/drawingml/2006/main">
              <a:ext uri="{FF2B5EF4-FFF2-40B4-BE49-F238E27FC236}">
                <a16:creationId xmlns:a16="http://schemas.microsoft.com/office/drawing/2014/main" id="{7C2A92F9-82D2-4CD5-91E8-C05BC60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" name="Figure element 12">
            <a:extLst xmlns:a="http://schemas.openxmlformats.org/drawingml/2006/main">
              <a:ext uri="{FF2B5EF4-FFF2-40B4-BE49-F238E27FC236}">
                <a16:creationId xmlns:a16="http://schemas.microsoft.com/office/drawing/2014/main" id="{DAE80439-51DC-4577-A1E2-261FF3A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" name="Figure element 13">
            <a:extLst xmlns:a="http://schemas.openxmlformats.org/drawingml/2006/main">
              <a:ext uri="{FF2B5EF4-FFF2-40B4-BE49-F238E27FC236}">
                <a16:creationId xmlns:a16="http://schemas.microsoft.com/office/drawing/2014/main" id="{76B52569-CAD7-4242-A48F-0C672680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" name="Figure element 14">
            <a:extLst xmlns:a="http://schemas.openxmlformats.org/drawingml/2006/main">
              <a:ext uri="{FF2B5EF4-FFF2-40B4-BE49-F238E27FC236}">
                <a16:creationId xmlns:a16="http://schemas.microsoft.com/office/drawing/2014/main" id="{2E53F76A-C34C-4679-94AC-C9E69942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" name="Figure element 15">
            <a:extLst xmlns:a="http://schemas.openxmlformats.org/drawingml/2006/main">
              <a:ext uri="{FF2B5EF4-FFF2-40B4-BE49-F238E27FC236}">
                <a16:creationId xmlns:a16="http://schemas.microsoft.com/office/drawing/2014/main" id="{D6EDF131-1504-418D-BDC0-D64DF8DC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1" name="Figure element 16">
            <a:extLst xmlns:a="http://schemas.openxmlformats.org/drawingml/2006/main">
              <a:ext uri="{FF2B5EF4-FFF2-40B4-BE49-F238E27FC236}">
                <a16:creationId xmlns:a16="http://schemas.microsoft.com/office/drawing/2014/main" id="{F5095F4F-F9F3-4703-B870-40A279F7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" name="Figure element 17">
            <a:extLst xmlns:a="http://schemas.openxmlformats.org/drawingml/2006/main">
              <a:ext uri="{FF2B5EF4-FFF2-40B4-BE49-F238E27FC236}">
                <a16:creationId xmlns:a16="http://schemas.microsoft.com/office/drawing/2014/main" id="{DED20DE2-CE06-49D4-BF6F-141E9A56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" name="Figure element 18">
            <a:extLst xmlns:a="http://schemas.openxmlformats.org/drawingml/2006/main">
              <a:ext uri="{FF2B5EF4-FFF2-40B4-BE49-F238E27FC236}">
                <a16:creationId xmlns:a16="http://schemas.microsoft.com/office/drawing/2014/main" id="{5528DCBE-A35D-42DD-B702-CEA7518B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" name="Figure element 19">
            <a:extLst xmlns:a="http://schemas.openxmlformats.org/drawingml/2006/main">
              <a:ext uri="{FF2B5EF4-FFF2-40B4-BE49-F238E27FC236}">
                <a16:creationId xmlns:a16="http://schemas.microsoft.com/office/drawing/2014/main" id="{E03AAC13-B7DA-4702-B72C-F2882E2E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" name="Figure element 20">
            <a:extLst xmlns:a="http://schemas.openxmlformats.org/drawingml/2006/main">
              <a:ext uri="{FF2B5EF4-FFF2-40B4-BE49-F238E27FC236}">
                <a16:creationId xmlns:a16="http://schemas.microsoft.com/office/drawing/2014/main" id="{965AAD73-E010-44D5-9E8A-0EDFB367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" name="Figure element 21">
            <a:extLst xmlns:a="http://schemas.openxmlformats.org/drawingml/2006/main">
              <a:ext uri="{FF2B5EF4-FFF2-40B4-BE49-F238E27FC236}">
                <a16:creationId xmlns:a16="http://schemas.microsoft.com/office/drawing/2014/main" id="{FC4201CF-8711-4BFB-9A0B-65FBC80C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" name="Figure element 22">
            <a:extLst xmlns:a="http://schemas.openxmlformats.org/drawingml/2006/main">
              <a:ext uri="{FF2B5EF4-FFF2-40B4-BE49-F238E27FC236}">
                <a16:creationId xmlns:a16="http://schemas.microsoft.com/office/drawing/2014/main" id="{73E5185D-90F4-46F0-9382-91A1331A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" name="Figure element 23">
            <a:extLst xmlns:a="http://schemas.openxmlformats.org/drawingml/2006/main">
              <a:ext uri="{FF2B5EF4-FFF2-40B4-BE49-F238E27FC236}">
                <a16:creationId xmlns:a16="http://schemas.microsoft.com/office/drawing/2014/main" id="{753B05FE-49EE-41D4-817C-312D387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" name="Figure element 24">
            <a:extLst xmlns:a="http://schemas.openxmlformats.org/drawingml/2006/main">
              <a:ext uri="{FF2B5EF4-FFF2-40B4-BE49-F238E27FC236}">
                <a16:creationId xmlns:a16="http://schemas.microsoft.com/office/drawing/2014/main" id="{C5F3F180-B968-4311-951C-01A0B0A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0" name="Figure element 25">
            <a:extLst xmlns:a="http://schemas.openxmlformats.org/drawingml/2006/main">
              <a:ext uri="{FF2B5EF4-FFF2-40B4-BE49-F238E27FC236}">
                <a16:creationId xmlns:a16="http://schemas.microsoft.com/office/drawing/2014/main" id="{3907D89B-37C8-4531-BCB3-13B693C9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" name="Figure element 26">
            <a:extLst xmlns:a="http://schemas.openxmlformats.org/drawingml/2006/main">
              <a:ext uri="{FF2B5EF4-FFF2-40B4-BE49-F238E27FC236}">
                <a16:creationId xmlns:a16="http://schemas.microsoft.com/office/drawing/2014/main" id="{DB33C778-57C4-4DEB-BDD1-27D3491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" name="Figure element 27">
            <a:extLst xmlns:a="http://schemas.openxmlformats.org/drawingml/2006/main">
              <a:ext uri="{FF2B5EF4-FFF2-40B4-BE49-F238E27FC236}">
                <a16:creationId xmlns:a16="http://schemas.microsoft.com/office/drawing/2014/main" id="{E73F0ABE-4264-4E0D-B7C1-88C6A7D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3" name="Figure element 28">
            <a:extLst xmlns:a="http://schemas.openxmlformats.org/drawingml/2006/main">
              <a:ext uri="{FF2B5EF4-FFF2-40B4-BE49-F238E27FC236}">
                <a16:creationId xmlns:a16="http://schemas.microsoft.com/office/drawing/2014/main" id="{0F2A9636-493F-4CBA-A8AD-B82698A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4" name="Figure element 29">
            <a:extLst xmlns:a="http://schemas.openxmlformats.org/drawingml/2006/main">
              <a:ext uri="{FF2B5EF4-FFF2-40B4-BE49-F238E27FC236}">
                <a16:creationId xmlns:a16="http://schemas.microsoft.com/office/drawing/2014/main" id="{D540FE02-EFEB-475F-B69C-9F9DF32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5" name="Figure element 30">
            <a:extLst xmlns:a="http://schemas.openxmlformats.org/drawingml/2006/main">
              <a:ext uri="{FF2B5EF4-FFF2-40B4-BE49-F238E27FC236}">
                <a16:creationId xmlns:a16="http://schemas.microsoft.com/office/drawing/2014/main" id="{5246E9A8-C6FA-4D3A-9F33-36FD959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6" name="Figure element 31">
            <a:extLst xmlns:a="http://schemas.openxmlformats.org/drawingml/2006/main">
              <a:ext uri="{FF2B5EF4-FFF2-40B4-BE49-F238E27FC236}">
                <a16:creationId xmlns:a16="http://schemas.microsoft.com/office/drawing/2014/main" id="{3C2FC7BE-819B-40D8-B882-8AC717A8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7" name="Figure element 32">
            <a:extLst xmlns:a="http://schemas.openxmlformats.org/drawingml/2006/main">
              <a:ext uri="{FF2B5EF4-FFF2-40B4-BE49-F238E27FC236}">
                <a16:creationId xmlns:a16="http://schemas.microsoft.com/office/drawing/2014/main" id="{C3482DB4-5B21-4D34-A0A8-4C9429F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8" name="Figure element 33">
            <a:extLst xmlns:a="http://schemas.openxmlformats.org/drawingml/2006/main">
              <a:ext uri="{FF2B5EF4-FFF2-40B4-BE49-F238E27FC236}">
                <a16:creationId xmlns:a16="http://schemas.microsoft.com/office/drawing/2014/main" id="{F22BE82B-D11C-4EAC-A8EA-0C25051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9" name="Figure element 34">
            <a:extLst xmlns:a="http://schemas.openxmlformats.org/drawingml/2006/main">
              <a:ext uri="{FF2B5EF4-FFF2-40B4-BE49-F238E27FC236}">
                <a16:creationId xmlns:a16="http://schemas.microsoft.com/office/drawing/2014/main" id="{3C8B30B3-E467-49A4-9A1F-2FA8996B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80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40" name="Figure element 35">
            <a:extLst xmlns:a="http://schemas.openxmlformats.org/drawingml/2006/main">
              <a:ext uri="{FF2B5EF4-FFF2-40B4-BE49-F238E27FC236}">
                <a16:creationId xmlns:a16="http://schemas.microsoft.com/office/drawing/2014/main" id="{755430B8-2D4E-4682-BF04-93CE1E7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1" name="Figure element 36">
            <a:extLst xmlns:a="http://schemas.openxmlformats.org/drawingml/2006/main">
              <a:ext uri="{FF2B5EF4-FFF2-40B4-BE49-F238E27FC236}">
                <a16:creationId xmlns:a16="http://schemas.microsoft.com/office/drawing/2014/main" id="{37EB4404-BF8E-454F-BD20-C74EEC2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2" name="Figure element 37">
            <a:extLst xmlns:a="http://schemas.openxmlformats.org/drawingml/2006/main">
              <a:ext uri="{FF2B5EF4-FFF2-40B4-BE49-F238E27FC236}">
                <a16:creationId xmlns:a16="http://schemas.microsoft.com/office/drawing/2014/main" id="{6433C61F-D89A-49F9-AB9D-8DC7D055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3" name="Figure element 38">
            <a:extLst xmlns:a="http://schemas.openxmlformats.org/drawingml/2006/main">
              <a:ext uri="{FF2B5EF4-FFF2-40B4-BE49-F238E27FC236}">
                <a16:creationId xmlns:a16="http://schemas.microsoft.com/office/drawing/2014/main" id="{A81FD178-C498-400C-8014-6AD360E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4" name="Figure element 39">
            <a:extLst xmlns:a="http://schemas.openxmlformats.org/drawingml/2006/main">
              <a:ext uri="{FF2B5EF4-FFF2-40B4-BE49-F238E27FC236}">
                <a16:creationId xmlns:a16="http://schemas.microsoft.com/office/drawing/2014/main" id="{74581486-42B8-4BFA-BF1B-3997AB83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5" name="Figure element 40">
            <a:extLst xmlns:a="http://schemas.openxmlformats.org/drawingml/2006/main">
              <a:ext uri="{FF2B5EF4-FFF2-40B4-BE49-F238E27FC236}">
                <a16:creationId xmlns:a16="http://schemas.microsoft.com/office/drawing/2014/main" id="{DC48D46D-D273-4762-8E6F-7D77A32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19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6" name="Figure element 41">
            <a:extLst xmlns:a="http://schemas.openxmlformats.org/drawingml/2006/main">
              <a:ext uri="{FF2B5EF4-FFF2-40B4-BE49-F238E27FC236}">
                <a16:creationId xmlns:a16="http://schemas.microsoft.com/office/drawing/2014/main" id="{1131A9CA-FD9A-4218-B5A6-4B55A7B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7" name="Figure element 42">
            <a:extLst xmlns:a="http://schemas.openxmlformats.org/drawingml/2006/main">
              <a:ext uri="{FF2B5EF4-FFF2-40B4-BE49-F238E27FC236}">
                <a16:creationId xmlns:a16="http://schemas.microsoft.com/office/drawing/2014/main" id="{15EAD4BC-1CA1-47C9-8C79-1BE2E617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8" name="Figure element 43">
            <a:extLst xmlns:a="http://schemas.openxmlformats.org/drawingml/2006/main">
              <a:ext uri="{FF2B5EF4-FFF2-40B4-BE49-F238E27FC236}">
                <a16:creationId xmlns:a16="http://schemas.microsoft.com/office/drawing/2014/main" id="{E67A9B47-A5DD-4E46-BA8D-50CA4124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9" name="Figure element 44">
            <a:extLst xmlns:a="http://schemas.openxmlformats.org/drawingml/2006/main">
              <a:ext uri="{FF2B5EF4-FFF2-40B4-BE49-F238E27FC236}">
                <a16:creationId xmlns:a16="http://schemas.microsoft.com/office/drawing/2014/main" id="{AFBAFBB6-D903-4C80-911F-04B531AF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0" name="Figure element 45">
            <a:extLst xmlns:a="http://schemas.openxmlformats.org/drawingml/2006/main">
              <a:ext uri="{FF2B5EF4-FFF2-40B4-BE49-F238E27FC236}">
                <a16:creationId xmlns:a16="http://schemas.microsoft.com/office/drawing/2014/main" id="{4B5D2572-EEE8-4B38-9896-1F21CDB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1" name="Figure element 46">
            <a:extLst xmlns:a="http://schemas.openxmlformats.org/drawingml/2006/main">
              <a:ext uri="{FF2B5EF4-FFF2-40B4-BE49-F238E27FC236}">
                <a16:creationId xmlns:a16="http://schemas.microsoft.com/office/drawing/2014/main" id="{8D0DB087-B246-446A-8B27-5B07BCEE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2" name="Figure element 47">
            <a:extLst xmlns:a="http://schemas.openxmlformats.org/drawingml/2006/main">
              <a:ext uri="{FF2B5EF4-FFF2-40B4-BE49-F238E27FC236}">
                <a16:creationId xmlns:a16="http://schemas.microsoft.com/office/drawing/2014/main" id="{98F908F4-7925-44C5-A041-1F31CDC7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3" name="Figure element 48">
            <a:extLst xmlns:a="http://schemas.openxmlformats.org/drawingml/2006/main">
              <a:ext uri="{FF2B5EF4-FFF2-40B4-BE49-F238E27FC236}">
                <a16:creationId xmlns:a16="http://schemas.microsoft.com/office/drawing/2014/main" id="{7A2E3EC7-9FEE-4294-87F4-9A069AB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4" name="Figure element 49">
            <a:extLst xmlns:a="http://schemas.openxmlformats.org/drawingml/2006/main">
              <a:ext uri="{FF2B5EF4-FFF2-40B4-BE49-F238E27FC236}">
                <a16:creationId xmlns:a16="http://schemas.microsoft.com/office/drawing/2014/main" id="{518026D4-7210-4F54-80C5-84FD193D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5" name="Figure element 50">
            <a:extLst xmlns:a="http://schemas.openxmlformats.org/drawingml/2006/main">
              <a:ext uri="{FF2B5EF4-FFF2-40B4-BE49-F238E27FC236}">
                <a16:creationId xmlns:a16="http://schemas.microsoft.com/office/drawing/2014/main" id="{16D8E56E-02F7-451F-9553-A5F0D1BD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6" name="Figure element 51">
            <a:extLst xmlns:a="http://schemas.openxmlformats.org/drawingml/2006/main">
              <a:ext uri="{FF2B5EF4-FFF2-40B4-BE49-F238E27FC236}">
                <a16:creationId xmlns:a16="http://schemas.microsoft.com/office/drawing/2014/main" id="{37DA7796-6FB3-409E-B0EC-A1384A9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7" name="Figure element 52">
            <a:extLst xmlns:a="http://schemas.openxmlformats.org/drawingml/2006/main">
              <a:ext uri="{FF2B5EF4-FFF2-40B4-BE49-F238E27FC236}">
                <a16:creationId xmlns:a16="http://schemas.microsoft.com/office/drawing/2014/main" id="{71DEDD0F-9F78-48D0-8D1E-E691E19A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85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8" name="Figure element 53">
            <a:extLst xmlns:a="http://schemas.openxmlformats.org/drawingml/2006/main">
              <a:ext uri="{FF2B5EF4-FFF2-40B4-BE49-F238E27FC236}">
                <a16:creationId xmlns:a16="http://schemas.microsoft.com/office/drawing/2014/main" id="{BE8CAB92-D95C-4578-896C-B710B57D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9" name="Figure element 54">
            <a:extLst xmlns:a="http://schemas.openxmlformats.org/drawingml/2006/main">
              <a:ext uri="{FF2B5EF4-FFF2-40B4-BE49-F238E27FC236}">
                <a16:creationId xmlns:a16="http://schemas.microsoft.com/office/drawing/2014/main" id="{D5E08477-B4EE-447F-82D1-7B309DC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0" name="Figure element 55">
            <a:extLst xmlns:a="http://schemas.openxmlformats.org/drawingml/2006/main">
              <a:ext uri="{FF2B5EF4-FFF2-40B4-BE49-F238E27FC236}">
                <a16:creationId xmlns:a16="http://schemas.microsoft.com/office/drawing/2014/main" id="{B17CC6D2-7A9A-4A26-8066-E38E8A87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1" name="Figure element 56">
            <a:extLst xmlns:a="http://schemas.openxmlformats.org/drawingml/2006/main">
              <a:ext uri="{FF2B5EF4-FFF2-40B4-BE49-F238E27FC236}">
                <a16:creationId xmlns:a16="http://schemas.microsoft.com/office/drawing/2014/main" id="{44D35DEE-C81F-41A1-9BD0-041C6C31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2" name="Figure element 57">
            <a:extLst xmlns:a="http://schemas.openxmlformats.org/drawingml/2006/main">
              <a:ext uri="{FF2B5EF4-FFF2-40B4-BE49-F238E27FC236}">
                <a16:creationId xmlns:a16="http://schemas.microsoft.com/office/drawing/2014/main" id="{67A849C7-0FFF-4B3B-8327-22549004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3" name="Figure element 58">
            <a:extLst xmlns:a="http://schemas.openxmlformats.org/drawingml/2006/main">
              <a:ext uri="{FF2B5EF4-FFF2-40B4-BE49-F238E27FC236}">
                <a16:creationId xmlns:a16="http://schemas.microsoft.com/office/drawing/2014/main" id="{F17CF645-501F-467F-9611-21F23411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19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4" name="Figure element 59">
            <a:extLst xmlns:a="http://schemas.openxmlformats.org/drawingml/2006/main">
              <a:ext uri="{FF2B5EF4-FFF2-40B4-BE49-F238E27FC236}">
                <a16:creationId xmlns:a16="http://schemas.microsoft.com/office/drawing/2014/main" id="{15F77553-5066-4FA9-AC31-2D997F1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19250"/>
            <a:ext cx="80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65" name="Figure element 60">
            <a:extLst xmlns:a="http://schemas.openxmlformats.org/drawingml/2006/main">
              <a:ext uri="{FF2B5EF4-FFF2-40B4-BE49-F238E27FC236}">
                <a16:creationId xmlns:a16="http://schemas.microsoft.com/office/drawing/2014/main" id="{4C0E3493-646C-4ED1-B08B-670D2EBB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944" y="18835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66" name="Figure element 61">
            <a:extLst xmlns:a="http://schemas.openxmlformats.org/drawingml/2006/main">
              <a:ext uri="{FF2B5EF4-FFF2-40B4-BE49-F238E27FC236}">
                <a16:creationId xmlns:a16="http://schemas.microsoft.com/office/drawing/2014/main" id="{B77FCE62-F232-4029-BBCD-D40AFF9B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18835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01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459707" y="1885951"/>
            <a:ext cx="73818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D7CAC"/>
            </a:solidFill>
            <a:prstDash val="solid"/>
            <a:tailEnd type="triangle" w="sm" len="sm"/>
          </a:ln>
        </p:spPr>
      </p:cxnSp>
      <p:sp>
        <p:nvSpPr>
          <p:cNvPr id="68" name="Figure element 62">
            <a:extLst xmlns:a="http://schemas.openxmlformats.org/drawingml/2006/main">
              <a:ext uri="{FF2B5EF4-FFF2-40B4-BE49-F238E27FC236}">
                <a16:creationId xmlns:a16="http://schemas.microsoft.com/office/drawing/2014/main" id="{1353CADF-21EA-43D8-A157-D2DE12F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581150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rPr>
              <a:t>D⁻¹H</a:t>
            </a:r>
          </a:p>
        </p:txBody>
      </p:sp>
      <p:sp>
        <p:nvSpPr>
          <p:cNvPr id="69" name="Figure element 63">
            <a:extLst xmlns:a="http://schemas.openxmlformats.org/drawingml/2006/main">
              <a:ext uri="{FF2B5EF4-FFF2-40B4-BE49-F238E27FC236}">
                <a16:creationId xmlns:a16="http://schemas.microsoft.com/office/drawing/2014/main" id="{F3457905-1131-4DAB-BBDD-607085C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76475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SmoothQuant scaling</a:t>
            </a:r>
          </a:p>
          <a:p xmlns:a="http://schemas.openxmlformats.org/drawingml/2006/main">
            <a:pPr algn="ctr">
              <a:defRPr sz="127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+ Hadamard rotation</a:t>
            </a:r>
          </a:p>
        </p:txBody>
      </p:sp>
      <p:sp>
        <p:nvSpPr>
          <p:cNvPr id="70" name="Figure element 64">
            <a:extLst xmlns:a="http://schemas.openxmlformats.org/drawingml/2006/main">
              <a:ext uri="{FF2B5EF4-FFF2-40B4-BE49-F238E27FC236}">
                <a16:creationId xmlns:a16="http://schemas.microsoft.com/office/drawing/2014/main" id="{55EB7C18-587D-48A7-88C0-F00F4C2E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Weights W</a:t>
            </a:r>
          </a:p>
        </p:txBody>
      </p:sp>
      <p:sp>
        <p:nvSpPr>
          <p:cNvPr id="71" name="Figure element 65">
            <a:extLst xmlns:a="http://schemas.openxmlformats.org/drawingml/2006/main">
              <a:ext uri="{FF2B5EF4-FFF2-40B4-BE49-F238E27FC236}">
                <a16:creationId xmlns:a16="http://schemas.microsoft.com/office/drawing/2014/main" id="{C81580F3-9A64-4D46-AD6F-B9270E3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098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Weights W′</a:t>
            </a:r>
          </a:p>
        </p:txBody>
      </p:sp>
      <p:sp>
        <p:nvSpPr>
          <p:cNvPr id="72" name="Figure element 66">
            <a:extLst xmlns:a="http://schemas.openxmlformats.org/drawingml/2006/main">
              <a:ext uri="{FF2B5EF4-FFF2-40B4-BE49-F238E27FC236}">
                <a16:creationId xmlns:a16="http://schemas.microsoft.com/office/drawing/2014/main" id="{BE0DF4A0-6613-47D7-B617-888ECD3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3" name="Figure element 67">
            <a:extLst xmlns:a="http://schemas.openxmlformats.org/drawingml/2006/main">
              <a:ext uri="{FF2B5EF4-FFF2-40B4-BE49-F238E27FC236}">
                <a16:creationId xmlns:a16="http://schemas.microsoft.com/office/drawing/2014/main" id="{D13BE7E6-363F-488B-914E-DCF8832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4" name="Figure element 68">
            <a:extLst xmlns:a="http://schemas.openxmlformats.org/drawingml/2006/main">
              <a:ext uri="{FF2B5EF4-FFF2-40B4-BE49-F238E27FC236}">
                <a16:creationId xmlns:a16="http://schemas.microsoft.com/office/drawing/2014/main" id="{0B516EBE-0960-461F-B6A0-A69BD07C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5" name="Figure element 69">
            <a:extLst xmlns:a="http://schemas.openxmlformats.org/drawingml/2006/main">
              <a:ext uri="{FF2B5EF4-FFF2-40B4-BE49-F238E27FC236}">
                <a16:creationId xmlns:a16="http://schemas.microsoft.com/office/drawing/2014/main" id="{5EA648D0-794D-4AEA-BBBA-E6D2949C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6" name="Figure element 70">
            <a:extLst xmlns:a="http://schemas.openxmlformats.org/drawingml/2006/main">
              <a:ext uri="{FF2B5EF4-FFF2-40B4-BE49-F238E27FC236}">
                <a16:creationId xmlns:a16="http://schemas.microsoft.com/office/drawing/2014/main" id="{AD56E7B4-59BD-4B11-8F30-A52D0B12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7" name="Figure element 71">
            <a:extLst xmlns:a="http://schemas.openxmlformats.org/drawingml/2006/main">
              <a:ext uri="{FF2B5EF4-FFF2-40B4-BE49-F238E27FC236}">
                <a16:creationId xmlns:a16="http://schemas.microsoft.com/office/drawing/2014/main" id="{94A82679-7DCD-478C-843A-70EA2AE9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8" name="Figure element 72">
            <a:extLst xmlns:a="http://schemas.openxmlformats.org/drawingml/2006/main">
              <a:ext uri="{FF2B5EF4-FFF2-40B4-BE49-F238E27FC236}">
                <a16:creationId xmlns:a16="http://schemas.microsoft.com/office/drawing/2014/main" id="{8B50027E-62B3-4448-9378-FCD14030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9" name="Figure element 73">
            <a:extLst xmlns:a="http://schemas.openxmlformats.org/drawingml/2006/main">
              <a:ext uri="{FF2B5EF4-FFF2-40B4-BE49-F238E27FC236}">
                <a16:creationId xmlns:a16="http://schemas.microsoft.com/office/drawing/2014/main" id="{DBDBA70A-0B37-47CA-A0F8-D3E68C4F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0" name="Figure element 74">
            <a:extLst xmlns:a="http://schemas.openxmlformats.org/drawingml/2006/main">
              <a:ext uri="{FF2B5EF4-FFF2-40B4-BE49-F238E27FC236}">
                <a16:creationId xmlns:a16="http://schemas.microsoft.com/office/drawing/2014/main" id="{CCED2D0D-D2C5-4D3E-B449-A1BD801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1" name="Figure element 75">
            <a:extLst xmlns:a="http://schemas.openxmlformats.org/drawingml/2006/main">
              <a:ext uri="{FF2B5EF4-FFF2-40B4-BE49-F238E27FC236}">
                <a16:creationId xmlns:a16="http://schemas.microsoft.com/office/drawing/2014/main" id="{C369900F-459F-47C1-8EBB-69A8FA24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2" name="Figure element 76">
            <a:extLst xmlns:a="http://schemas.openxmlformats.org/drawingml/2006/main">
              <a:ext uri="{FF2B5EF4-FFF2-40B4-BE49-F238E27FC236}">
                <a16:creationId xmlns:a16="http://schemas.microsoft.com/office/drawing/2014/main" id="{4CF9A665-E5C0-40FF-BEA4-BE50B60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3" name="Figure element 77">
            <a:extLst xmlns:a="http://schemas.openxmlformats.org/drawingml/2006/main">
              <a:ext uri="{FF2B5EF4-FFF2-40B4-BE49-F238E27FC236}">
                <a16:creationId xmlns:a16="http://schemas.microsoft.com/office/drawing/2014/main" id="{66070390-47FB-47BC-8DCC-3D96AAC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4" name="Figure element 78">
            <a:extLst xmlns:a="http://schemas.openxmlformats.org/drawingml/2006/main">
              <a:ext uri="{FF2B5EF4-FFF2-40B4-BE49-F238E27FC236}">
                <a16:creationId xmlns:a16="http://schemas.microsoft.com/office/drawing/2014/main" id="{6F030380-8F5E-422D-9AF9-B891A99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5" name="Figure element 79">
            <a:extLst xmlns:a="http://schemas.openxmlformats.org/drawingml/2006/main">
              <a:ext uri="{FF2B5EF4-FFF2-40B4-BE49-F238E27FC236}">
                <a16:creationId xmlns:a16="http://schemas.microsoft.com/office/drawing/2014/main" id="{3DABB156-BA31-4C34-8C8D-1EE80413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6" name="Figure element 80">
            <a:extLst xmlns:a="http://schemas.openxmlformats.org/drawingml/2006/main">
              <a:ext uri="{FF2B5EF4-FFF2-40B4-BE49-F238E27FC236}">
                <a16:creationId xmlns:a16="http://schemas.microsoft.com/office/drawing/2014/main" id="{51BBDE2E-93DA-4661-ADE4-C8EF4C5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7" name="Figure element 81">
            <a:extLst xmlns:a="http://schemas.openxmlformats.org/drawingml/2006/main">
              <a:ext uri="{FF2B5EF4-FFF2-40B4-BE49-F238E27FC236}">
                <a16:creationId xmlns:a16="http://schemas.microsoft.com/office/drawing/2014/main" id="{3822CACF-91BA-43D7-AE88-2BB74F20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8" name="Figure element 82">
            <a:extLst xmlns:a="http://schemas.openxmlformats.org/drawingml/2006/main">
              <a:ext uri="{FF2B5EF4-FFF2-40B4-BE49-F238E27FC236}">
                <a16:creationId xmlns:a16="http://schemas.microsoft.com/office/drawing/2014/main" id="{218FD188-D4F2-4128-98B5-887C7C3D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9" name="Figure element 83">
            <a:extLst xmlns:a="http://schemas.openxmlformats.org/drawingml/2006/main">
              <a:ext uri="{FF2B5EF4-FFF2-40B4-BE49-F238E27FC236}">
                <a16:creationId xmlns:a16="http://schemas.microsoft.com/office/drawing/2014/main" id="{4C77BFDC-5387-45E1-A4C9-6DDC659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0" name="Figure element 84">
            <a:extLst xmlns:a="http://schemas.openxmlformats.org/drawingml/2006/main">
              <a:ext uri="{FF2B5EF4-FFF2-40B4-BE49-F238E27FC236}">
                <a16:creationId xmlns:a16="http://schemas.microsoft.com/office/drawing/2014/main" id="{F531F9B2-4368-42BC-AD0A-F4A237F3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1" name="Figure element 85">
            <a:extLst xmlns:a="http://schemas.openxmlformats.org/drawingml/2006/main">
              <a:ext uri="{FF2B5EF4-FFF2-40B4-BE49-F238E27FC236}">
                <a16:creationId xmlns:a16="http://schemas.microsoft.com/office/drawing/2014/main" id="{12B95AA9-0977-4B7A-8D12-FA1F7FF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2" name="Figure element 86">
            <a:extLst xmlns:a="http://schemas.openxmlformats.org/drawingml/2006/main">
              <a:ext uri="{FF2B5EF4-FFF2-40B4-BE49-F238E27FC236}">
                <a16:creationId xmlns:a16="http://schemas.microsoft.com/office/drawing/2014/main" id="{44D1E33B-9BF3-4111-A818-9D1B8B94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3" name="Figure element 87">
            <a:extLst xmlns:a="http://schemas.openxmlformats.org/drawingml/2006/main">
              <a:ext uri="{FF2B5EF4-FFF2-40B4-BE49-F238E27FC236}">
                <a16:creationId xmlns:a16="http://schemas.microsoft.com/office/drawing/2014/main" id="{D4E4830B-7D37-454C-8571-7C7720CC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4" name="Figure element 88">
            <a:extLst xmlns:a="http://schemas.openxmlformats.org/drawingml/2006/main">
              <a:ext uri="{FF2B5EF4-FFF2-40B4-BE49-F238E27FC236}">
                <a16:creationId xmlns:a16="http://schemas.microsoft.com/office/drawing/2014/main" id="{28E26766-F7BA-47D3-93D0-C17478F9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5" name="Figure element 89">
            <a:extLst xmlns:a="http://schemas.openxmlformats.org/drawingml/2006/main">
              <a:ext uri="{FF2B5EF4-FFF2-40B4-BE49-F238E27FC236}">
                <a16:creationId xmlns:a16="http://schemas.microsoft.com/office/drawing/2014/main" id="{B79E4216-24DA-420D-B2FF-FB69F97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6" name="Figure element 90">
            <a:extLst xmlns:a="http://schemas.openxmlformats.org/drawingml/2006/main">
              <a:ext uri="{FF2B5EF4-FFF2-40B4-BE49-F238E27FC236}">
                <a16:creationId xmlns:a16="http://schemas.microsoft.com/office/drawing/2014/main" id="{0F36E66D-387C-46F4-8B9E-35CA6905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80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97" name="Figure element 91">
            <a:extLst xmlns:a="http://schemas.openxmlformats.org/drawingml/2006/main">
              <a:ext uri="{FF2B5EF4-FFF2-40B4-BE49-F238E27FC236}">
                <a16:creationId xmlns:a16="http://schemas.microsoft.com/office/drawing/2014/main" id="{A28C6AF0-6729-47F1-B020-E6366B4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8" name="Figure element 92">
            <a:extLst xmlns:a="http://schemas.openxmlformats.org/drawingml/2006/main">
              <a:ext uri="{FF2B5EF4-FFF2-40B4-BE49-F238E27FC236}">
                <a16:creationId xmlns:a16="http://schemas.microsoft.com/office/drawing/2014/main" id="{650C8A9E-250A-44A0-B43F-EB78D612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9" name="Figure element 93">
            <a:extLst xmlns:a="http://schemas.openxmlformats.org/drawingml/2006/main">
              <a:ext uri="{FF2B5EF4-FFF2-40B4-BE49-F238E27FC236}">
                <a16:creationId xmlns:a16="http://schemas.microsoft.com/office/drawing/2014/main" id="{46469119-27AB-47DD-92F4-24BD9537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0" name="Figure element 94">
            <a:extLst xmlns:a="http://schemas.openxmlformats.org/drawingml/2006/main">
              <a:ext uri="{FF2B5EF4-FFF2-40B4-BE49-F238E27FC236}">
                <a16:creationId xmlns:a16="http://schemas.microsoft.com/office/drawing/2014/main" id="{66AB9290-A353-4BC7-9201-40F47DE8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1" name="Figure element 95">
            <a:extLst xmlns:a="http://schemas.openxmlformats.org/drawingml/2006/main">
              <a:ext uri="{FF2B5EF4-FFF2-40B4-BE49-F238E27FC236}">
                <a16:creationId xmlns:a16="http://schemas.microsoft.com/office/drawing/2014/main" id="{B359B1CC-170B-41BE-A953-777AA2ED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2" name="Figure element 96">
            <a:extLst xmlns:a="http://schemas.openxmlformats.org/drawingml/2006/main">
              <a:ext uri="{FF2B5EF4-FFF2-40B4-BE49-F238E27FC236}">
                <a16:creationId xmlns:a16="http://schemas.microsoft.com/office/drawing/2014/main" id="{832A3744-0D8D-4851-9F7F-93A1F211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24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3" name="Figure element 97">
            <a:extLst xmlns:a="http://schemas.openxmlformats.org/drawingml/2006/main">
              <a:ext uri="{FF2B5EF4-FFF2-40B4-BE49-F238E27FC236}">
                <a16:creationId xmlns:a16="http://schemas.microsoft.com/office/drawing/2014/main" id="{EBAAA326-F18D-43B4-B02C-F5DD5EAD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4" name="Figure element 98">
            <a:extLst xmlns:a="http://schemas.openxmlformats.org/drawingml/2006/main">
              <a:ext uri="{FF2B5EF4-FFF2-40B4-BE49-F238E27FC236}">
                <a16:creationId xmlns:a16="http://schemas.microsoft.com/office/drawing/2014/main" id="{D1CA0A90-15F4-4CCA-A8D1-FE39943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5" name="Figure element 99">
            <a:extLst xmlns:a="http://schemas.openxmlformats.org/drawingml/2006/main">
              <a:ext uri="{FF2B5EF4-FFF2-40B4-BE49-F238E27FC236}">
                <a16:creationId xmlns:a16="http://schemas.microsoft.com/office/drawing/2014/main" id="{DA8B7444-0058-4FCB-BBF8-11309D99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6" name="Figure element 100">
            <a:extLst xmlns:a="http://schemas.openxmlformats.org/drawingml/2006/main">
              <a:ext uri="{FF2B5EF4-FFF2-40B4-BE49-F238E27FC236}">
                <a16:creationId xmlns:a16="http://schemas.microsoft.com/office/drawing/2014/main" id="{902384BE-FD8C-4352-B973-7D8E4B1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7" name="Figure element 101">
            <a:extLst xmlns:a="http://schemas.openxmlformats.org/drawingml/2006/main">
              <a:ext uri="{FF2B5EF4-FFF2-40B4-BE49-F238E27FC236}">
                <a16:creationId xmlns:a16="http://schemas.microsoft.com/office/drawing/2014/main" id="{CA0C72F6-1F32-4B2D-89DF-A3DE610B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8" name="Figure element 102">
            <a:extLst xmlns:a="http://schemas.openxmlformats.org/drawingml/2006/main">
              <a:ext uri="{FF2B5EF4-FFF2-40B4-BE49-F238E27FC236}">
                <a16:creationId xmlns:a16="http://schemas.microsoft.com/office/drawing/2014/main" id="{7D92E0E3-4863-4EAC-BEBE-BCDE48C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57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9" name="Figure element 103">
            <a:extLst xmlns:a="http://schemas.openxmlformats.org/drawingml/2006/main">
              <a:ext uri="{FF2B5EF4-FFF2-40B4-BE49-F238E27FC236}">
                <a16:creationId xmlns:a16="http://schemas.microsoft.com/office/drawing/2014/main" id="{68CBF261-9512-411F-BD89-8269236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0" name="Figure element 104">
            <a:extLst xmlns:a="http://schemas.openxmlformats.org/drawingml/2006/main">
              <a:ext uri="{FF2B5EF4-FFF2-40B4-BE49-F238E27FC236}">
                <a16:creationId xmlns:a16="http://schemas.microsoft.com/office/drawing/2014/main" id="{20A46ED0-5EFA-40C0-8C30-978C7056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1" name="Figure element 105">
            <a:extLst xmlns:a="http://schemas.openxmlformats.org/drawingml/2006/main">
              <a:ext uri="{FF2B5EF4-FFF2-40B4-BE49-F238E27FC236}">
                <a16:creationId xmlns:a16="http://schemas.microsoft.com/office/drawing/2014/main" id="{6F30E197-1C85-4D42-97B7-8D55E43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2" name="Figure element 106">
            <a:extLst xmlns:a="http://schemas.openxmlformats.org/drawingml/2006/main">
              <a:ext uri="{FF2B5EF4-FFF2-40B4-BE49-F238E27FC236}">
                <a16:creationId xmlns:a16="http://schemas.microsoft.com/office/drawing/2014/main" id="{D6E8C23F-C370-47FC-9725-6AD9ED35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3" name="Figure element 107">
            <a:extLst xmlns:a="http://schemas.openxmlformats.org/drawingml/2006/main">
              <a:ext uri="{FF2B5EF4-FFF2-40B4-BE49-F238E27FC236}">
                <a16:creationId xmlns:a16="http://schemas.microsoft.com/office/drawing/2014/main" id="{AF5BBA2D-0CE1-44BA-9BEC-30ADE77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4" name="Figure element 108">
            <a:extLst xmlns:a="http://schemas.openxmlformats.org/drawingml/2006/main">
              <a:ext uri="{FF2B5EF4-FFF2-40B4-BE49-F238E27FC236}">
                <a16:creationId xmlns:a16="http://schemas.microsoft.com/office/drawing/2014/main" id="{89DDEBBB-AE98-43DE-84EA-0EA2AF0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5" name="Figure element 109">
            <a:extLst xmlns:a="http://schemas.openxmlformats.org/drawingml/2006/main">
              <a:ext uri="{FF2B5EF4-FFF2-40B4-BE49-F238E27FC236}">
                <a16:creationId xmlns:a16="http://schemas.microsoft.com/office/drawing/2014/main" id="{0B145C82-D0FF-427F-8CBE-B6B3BEA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6" name="Figure element 110">
            <a:extLst xmlns:a="http://schemas.openxmlformats.org/drawingml/2006/main">
              <a:ext uri="{FF2B5EF4-FFF2-40B4-BE49-F238E27FC236}">
                <a16:creationId xmlns:a16="http://schemas.microsoft.com/office/drawing/2014/main" id="{CC71C37D-029D-4461-B049-163924BE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7" name="Figure element 111">
            <a:extLst xmlns:a="http://schemas.openxmlformats.org/drawingml/2006/main">
              <a:ext uri="{FF2B5EF4-FFF2-40B4-BE49-F238E27FC236}">
                <a16:creationId xmlns:a16="http://schemas.microsoft.com/office/drawing/2014/main" id="{E340E1C5-198F-4434-AFF8-2F72575A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8" name="Figure element 112">
            <a:extLst xmlns:a="http://schemas.openxmlformats.org/drawingml/2006/main">
              <a:ext uri="{FF2B5EF4-FFF2-40B4-BE49-F238E27FC236}">
                <a16:creationId xmlns:a16="http://schemas.microsoft.com/office/drawing/2014/main" id="{A1345F9B-A630-4AC0-B754-937AD57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9" name="Figure element 113">
            <a:extLst xmlns:a="http://schemas.openxmlformats.org/drawingml/2006/main">
              <a:ext uri="{FF2B5EF4-FFF2-40B4-BE49-F238E27FC236}">
                <a16:creationId xmlns:a16="http://schemas.microsoft.com/office/drawing/2014/main" id="{BAD8FC68-0A9F-4A1C-9888-70387B4B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0" name="Figure element 114">
            <a:extLst xmlns:a="http://schemas.openxmlformats.org/drawingml/2006/main">
              <a:ext uri="{FF2B5EF4-FFF2-40B4-BE49-F238E27FC236}">
                <a16:creationId xmlns:a16="http://schemas.microsoft.com/office/drawing/2014/main" id="{5D116EA5-CB91-41F2-8D6B-0FEABE1B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1" name="Figure element 115">
            <a:extLst xmlns:a="http://schemas.openxmlformats.org/drawingml/2006/main">
              <a:ext uri="{FF2B5EF4-FFF2-40B4-BE49-F238E27FC236}">
                <a16:creationId xmlns:a16="http://schemas.microsoft.com/office/drawing/2014/main" id="{436F19EA-1E3C-40A4-9C28-09E244D0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24200"/>
            <a:ext cx="80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22" name="Figure element 116">
            <a:extLst xmlns:a="http://schemas.openxmlformats.org/drawingml/2006/main">
              <a:ext uri="{FF2B5EF4-FFF2-40B4-BE49-F238E27FC236}">
                <a16:creationId xmlns:a16="http://schemas.microsoft.com/office/drawing/2014/main" id="{AA86773B-5A70-45C2-881A-AC49366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944" y="33885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23" name="Figure element 117">
            <a:extLst xmlns:a="http://schemas.openxmlformats.org/drawingml/2006/main">
              <a:ext uri="{FF2B5EF4-FFF2-40B4-BE49-F238E27FC236}">
                <a16:creationId xmlns:a16="http://schemas.microsoft.com/office/drawing/2014/main" id="{B836F744-CD65-4E7A-99F4-CCD73600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33885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58" name=""/>
          <p:cNvCxnSpPr>
            <a:stCxn xmlns:a="http://schemas.openxmlformats.org/drawingml/2006/main" id="122" idx="3"/>
            <a:endCxn xmlns:a="http://schemas.openxmlformats.org/drawingml/2006/main" id="123" idx="1"/>
          </p:cNvCxnSpPr>
          <p:nvPr/>
        </p:nvCxnSpPr>
        <p:spPr>
          <a:xfrm xmlns:a="http://schemas.openxmlformats.org/drawingml/2006/main">
            <a:off x="1459707" y="3390901"/>
            <a:ext cx="73818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125" name="Figure element 118">
            <a:extLst xmlns:a="http://schemas.openxmlformats.org/drawingml/2006/main">
              <a:ext uri="{FF2B5EF4-FFF2-40B4-BE49-F238E27FC236}">
                <a16:creationId xmlns:a16="http://schemas.microsoft.com/office/drawing/2014/main" id="{5A4BE55D-8B20-4BDD-A5EC-47B07554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9562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DH</a:t>
            </a:r>
          </a:p>
        </p:txBody>
      </p:sp>
      <p:sp>
        <p:nvSpPr>
          <p:cNvPr id="126" name="Figure element 119">
            <a:extLst xmlns:a="http://schemas.openxmlformats.org/drawingml/2006/main">
              <a:ext uri="{FF2B5EF4-FFF2-40B4-BE49-F238E27FC236}">
                <a16:creationId xmlns:a16="http://schemas.microsoft.com/office/drawing/2014/main" id="{D4897D74-560E-43A4-BC9E-8CD625E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1477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X′(W′)ᵀ = XWᵀ</a:t>
            </a:r>
          </a:p>
        </p:txBody>
      </p:sp>
      <p:sp>
        <p:nvSpPr>
          <p:cNvPr id="127" name="Figure element 120">
            <a:extLst xmlns:a="http://schemas.openxmlformats.org/drawingml/2006/main">
              <a:ext uri="{FF2B5EF4-FFF2-40B4-BE49-F238E27FC236}">
                <a16:creationId xmlns:a16="http://schemas.microsoft.com/office/drawing/2014/main" id="{4848C6EB-360E-4BF0-AF36-706E8A2B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00525"/>
            <a:ext cx="2619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Exact before quantization</a:t>
            </a:r>
          </a:p>
        </p:txBody>
      </p:sp>
      <p:sp>
        <p:nvSpPr>
          <p:cNvPr id="128" name="Figure element 121">
            <a:extLst xmlns:a="http://schemas.openxmlformats.org/drawingml/2006/main">
              <a:ext uri="{FF2B5EF4-FFF2-40B4-BE49-F238E27FC236}">
                <a16:creationId xmlns:a16="http://schemas.microsoft.com/office/drawing/2014/main" id="{299CBC64-A303-49E2-897D-4529BAA8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394" y="33885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29" name="Figure element 122">
            <a:extLst xmlns:a="http://schemas.openxmlformats.org/drawingml/2006/main">
              <a:ext uri="{FF2B5EF4-FFF2-40B4-BE49-F238E27FC236}">
                <a16:creationId xmlns:a16="http://schemas.microsoft.com/office/drawing/2014/main" id="{C1548970-B229-4E50-A962-3F8CD4D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3885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64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3155157" y="3390901"/>
            <a:ext cx="252412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</a:ln>
        </p:spPr>
      </p:cxnSp>
      <p:sp>
        <p:nvSpPr>
          <p:cNvPr id="131" name="Figure element 123">
            <a:extLst xmlns:a="http://schemas.openxmlformats.org/drawingml/2006/main">
              <a:ext uri="{FF2B5EF4-FFF2-40B4-BE49-F238E27FC236}">
                <a16:creationId xmlns:a16="http://schemas.microsoft.com/office/drawing/2014/main" id="{E8BE4AFE-DB5A-4CA9-B51B-724F2F26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33885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32" name="Figure element 124">
            <a:extLst xmlns:a="http://schemas.openxmlformats.org/drawingml/2006/main">
              <a:ext uri="{FF2B5EF4-FFF2-40B4-BE49-F238E27FC236}">
                <a16:creationId xmlns:a16="http://schemas.microsoft.com/office/drawing/2014/main" id="{17AF1732-F63B-4C9F-9885-5DAAA45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18264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67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 flipH="1" flipV="1">
            <a:off x="3407569" y="1828801"/>
            <a:ext cx="4763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</a:ln>
        </p:spPr>
      </p:cxnSp>
      <p:sp>
        <p:nvSpPr>
          <p:cNvPr id="134" name="Figure element 125">
            <a:extLst xmlns:a="http://schemas.openxmlformats.org/drawingml/2006/main">
              <a:ext uri="{FF2B5EF4-FFF2-40B4-BE49-F238E27FC236}">
                <a16:creationId xmlns:a16="http://schemas.microsoft.com/office/drawing/2014/main" id="{DD895CA1-F4B7-4D42-AF3A-A91BD03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18264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35" name="Figure element 126">
            <a:extLst xmlns:a="http://schemas.openxmlformats.org/drawingml/2006/main">
              <a:ext uri="{FF2B5EF4-FFF2-40B4-BE49-F238E27FC236}">
                <a16:creationId xmlns:a16="http://schemas.microsoft.com/office/drawing/2014/main" id="{2E03156E-F309-4457-A9D6-39DD149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18264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70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3412332" y="1828801"/>
            <a:ext cx="18573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137" name="Figure element 127">
            <a:extLst xmlns:a="http://schemas.openxmlformats.org/drawingml/2006/main">
              <a:ext uri="{FF2B5EF4-FFF2-40B4-BE49-F238E27FC236}">
                <a16:creationId xmlns:a16="http://schemas.microsoft.com/office/drawing/2014/main" id="{EFC07017-FB59-4F16-9CCE-80871868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47775"/>
            <a:ext cx="217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Split each output row</a:t>
            </a:r>
          </a:p>
        </p:txBody>
      </p:sp>
      <p:sp>
        <p:nvSpPr>
          <p:cNvPr id="138" name="Figure element 128">
            <a:extLst xmlns:a="http://schemas.openxmlformats.org/drawingml/2006/main">
              <a:ext uri="{FF2B5EF4-FFF2-40B4-BE49-F238E27FC236}">
                <a16:creationId xmlns:a16="http://schemas.microsoft.com/office/drawing/2014/main" id="{C0AF5557-57FF-4A10-B5B8-21BC9C16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39" name="Figure element 129">
            <a:extLst xmlns:a="http://schemas.openxmlformats.org/drawingml/2006/main">
              <a:ext uri="{FF2B5EF4-FFF2-40B4-BE49-F238E27FC236}">
                <a16:creationId xmlns:a16="http://schemas.microsoft.com/office/drawing/2014/main" id="{1A26EE9E-6A1B-4A94-9608-2B28155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0" name="Figure element 130">
            <a:extLst xmlns:a="http://schemas.openxmlformats.org/drawingml/2006/main">
              <a:ext uri="{FF2B5EF4-FFF2-40B4-BE49-F238E27FC236}">
                <a16:creationId xmlns:a16="http://schemas.microsoft.com/office/drawing/2014/main" id="{49BE3D0D-EEC0-4EB6-9957-219417FC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1" name="Figure element 131">
            <a:extLst xmlns:a="http://schemas.openxmlformats.org/drawingml/2006/main">
              <a:ext uri="{FF2B5EF4-FFF2-40B4-BE49-F238E27FC236}">
                <a16:creationId xmlns:a16="http://schemas.microsoft.com/office/drawing/2014/main" id="{758991B8-733A-473E-8E13-6B86D492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2" name="Figure element 132">
            <a:extLst xmlns:a="http://schemas.openxmlformats.org/drawingml/2006/main">
              <a:ext uri="{FF2B5EF4-FFF2-40B4-BE49-F238E27FC236}">
                <a16:creationId xmlns:a16="http://schemas.microsoft.com/office/drawing/2014/main" id="{B6BD19A5-A338-4470-B4BB-535B1A22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3" name="Figure element 133">
            <a:extLst xmlns:a="http://schemas.openxmlformats.org/drawingml/2006/main">
              <a:ext uri="{FF2B5EF4-FFF2-40B4-BE49-F238E27FC236}">
                <a16:creationId xmlns:a16="http://schemas.microsoft.com/office/drawing/2014/main" id="{8F2DDC80-16BE-4B94-BCC6-368E3D45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4" name="Figure element 134">
            <a:extLst xmlns:a="http://schemas.openxmlformats.org/drawingml/2006/main">
              <a:ext uri="{FF2B5EF4-FFF2-40B4-BE49-F238E27FC236}">
                <a16:creationId xmlns:a16="http://schemas.microsoft.com/office/drawing/2014/main" id="{5FCDB61C-13C7-4FEA-98A5-263622E2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5" name="Figure element 135">
            <a:extLst xmlns:a="http://schemas.openxmlformats.org/drawingml/2006/main">
              <a:ext uri="{FF2B5EF4-FFF2-40B4-BE49-F238E27FC236}">
                <a16:creationId xmlns:a16="http://schemas.microsoft.com/office/drawing/2014/main" id="{91399284-E71B-4BD0-B9F5-FF98DB7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6" name="Figure element 136">
            <a:extLst xmlns:a="http://schemas.openxmlformats.org/drawingml/2006/main">
              <a:ext uri="{FF2B5EF4-FFF2-40B4-BE49-F238E27FC236}">
                <a16:creationId xmlns:a16="http://schemas.microsoft.com/office/drawing/2014/main" id="{6F65791E-DF2C-4760-BAF6-4729E3C0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7" name="Figure element 137">
            <a:extLst xmlns:a="http://schemas.openxmlformats.org/drawingml/2006/main">
              <a:ext uri="{FF2B5EF4-FFF2-40B4-BE49-F238E27FC236}">
                <a16:creationId xmlns:a16="http://schemas.microsoft.com/office/drawing/2014/main" id="{C1A68AB5-6B9A-4CEE-BBD7-94A4313B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8" name="Figure element 138">
            <a:extLst xmlns:a="http://schemas.openxmlformats.org/drawingml/2006/main">
              <a:ext uri="{FF2B5EF4-FFF2-40B4-BE49-F238E27FC236}">
                <a16:creationId xmlns:a16="http://schemas.microsoft.com/office/drawing/2014/main" id="{1116CC30-D964-4A7B-BACE-2D2B36C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9" name="Figure element 139">
            <a:extLst xmlns:a="http://schemas.openxmlformats.org/drawingml/2006/main">
              <a:ext uri="{FF2B5EF4-FFF2-40B4-BE49-F238E27FC236}">
                <a16:creationId xmlns:a16="http://schemas.microsoft.com/office/drawing/2014/main" id="{B879EA85-05FD-45EF-99F0-03EC756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0" name="Figure element 140">
            <a:extLst xmlns:a="http://schemas.openxmlformats.org/drawingml/2006/main">
              <a:ext uri="{FF2B5EF4-FFF2-40B4-BE49-F238E27FC236}">
                <a16:creationId xmlns:a16="http://schemas.microsoft.com/office/drawing/2014/main" id="{53F40249-388C-4AD5-B6B3-CB417CB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1" name="Figure element 141">
            <a:extLst xmlns:a="http://schemas.openxmlformats.org/drawingml/2006/main">
              <a:ext uri="{FF2B5EF4-FFF2-40B4-BE49-F238E27FC236}">
                <a16:creationId xmlns:a16="http://schemas.microsoft.com/office/drawing/2014/main" id="{19BE7E21-3EBB-4AA0-B5A8-75B20D38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0C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2" name="Figure element 142">
            <a:extLst xmlns:a="http://schemas.openxmlformats.org/drawingml/2006/main">
              <a:ext uri="{FF2B5EF4-FFF2-40B4-BE49-F238E27FC236}">
                <a16:creationId xmlns:a16="http://schemas.microsoft.com/office/drawing/2014/main" id="{80C3F2FA-C92C-4B25-8765-CAC5632B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3" name="Figure element 143">
            <a:extLst xmlns:a="http://schemas.openxmlformats.org/drawingml/2006/main">
              <a:ext uri="{FF2B5EF4-FFF2-40B4-BE49-F238E27FC236}">
                <a16:creationId xmlns:a16="http://schemas.microsoft.com/office/drawing/2014/main" id="{5391EECE-F767-4817-98D6-5E0BA2F5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04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0C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4" name="Figure element 144">
            <a:extLst xmlns:a="http://schemas.openxmlformats.org/drawingml/2006/main">
              <a:ext uri="{FF2B5EF4-FFF2-40B4-BE49-F238E27FC236}">
                <a16:creationId xmlns:a16="http://schemas.microsoft.com/office/drawing/2014/main" id="{3A796ACC-E8A0-4DD7-A222-0889C057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5" name="Figure element 145">
            <a:extLst xmlns:a="http://schemas.openxmlformats.org/drawingml/2006/main">
              <a:ext uri="{FF2B5EF4-FFF2-40B4-BE49-F238E27FC236}">
                <a16:creationId xmlns:a16="http://schemas.microsoft.com/office/drawing/2014/main" id="{9DDB016F-E26F-43BE-9BE7-BDD2892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6" name="Figure element 146">
            <a:extLst xmlns:a="http://schemas.openxmlformats.org/drawingml/2006/main">
              <a:ext uri="{FF2B5EF4-FFF2-40B4-BE49-F238E27FC236}">
                <a16:creationId xmlns:a16="http://schemas.microsoft.com/office/drawing/2014/main" id="{4052C3ED-FE18-470A-B349-E1AD77BE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7" name="Figure element 147">
            <a:extLst xmlns:a="http://schemas.openxmlformats.org/drawingml/2006/main">
              <a:ext uri="{FF2B5EF4-FFF2-40B4-BE49-F238E27FC236}">
                <a16:creationId xmlns:a16="http://schemas.microsoft.com/office/drawing/2014/main" id="{3049520B-A0E4-4415-8493-FFC118D8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8" name="Figure element 148">
            <a:extLst xmlns:a="http://schemas.openxmlformats.org/drawingml/2006/main">
              <a:ext uri="{FF2B5EF4-FFF2-40B4-BE49-F238E27FC236}">
                <a16:creationId xmlns:a16="http://schemas.microsoft.com/office/drawing/2014/main" id="{E5719713-FCEF-4387-99FD-FC7AF5D2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9" name="Figure element 149">
            <a:extLst xmlns:a="http://schemas.openxmlformats.org/drawingml/2006/main">
              <a:ext uri="{FF2B5EF4-FFF2-40B4-BE49-F238E27FC236}">
                <a16:creationId xmlns:a16="http://schemas.microsoft.com/office/drawing/2014/main" id="{ED9A4617-1C54-4545-9791-7087A7E0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0" name="Figure element 150">
            <a:extLst xmlns:a="http://schemas.openxmlformats.org/drawingml/2006/main">
              <a:ext uri="{FF2B5EF4-FFF2-40B4-BE49-F238E27FC236}">
                <a16:creationId xmlns:a16="http://schemas.microsoft.com/office/drawing/2014/main" id="{57EFB08A-E622-4221-882B-FABA07B8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1" name="Figure element 151">
            <a:extLst xmlns:a="http://schemas.openxmlformats.org/drawingml/2006/main">
              <a:ext uri="{FF2B5EF4-FFF2-40B4-BE49-F238E27FC236}">
                <a16:creationId xmlns:a16="http://schemas.microsoft.com/office/drawing/2014/main" id="{16A93D75-B648-41A0-AAA5-17B8558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2" name="Figure element 152">
            <a:extLst xmlns:a="http://schemas.openxmlformats.org/drawingml/2006/main">
              <a:ext uri="{FF2B5EF4-FFF2-40B4-BE49-F238E27FC236}">
                <a16:creationId xmlns:a16="http://schemas.microsoft.com/office/drawing/2014/main" id="{AD691387-EBE5-4897-8630-531240B1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3" name="Figure element 153">
            <a:extLst xmlns:a="http://schemas.openxmlformats.org/drawingml/2006/main">
              <a:ext uri="{FF2B5EF4-FFF2-40B4-BE49-F238E27FC236}">
                <a16:creationId xmlns:a16="http://schemas.microsoft.com/office/drawing/2014/main" id="{9CDF90E8-738F-4E4B-8A2A-D5365525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4" name="Figure element 154">
            <a:extLst xmlns:a="http://schemas.openxmlformats.org/drawingml/2006/main">
              <a:ext uri="{FF2B5EF4-FFF2-40B4-BE49-F238E27FC236}">
                <a16:creationId xmlns:a16="http://schemas.microsoft.com/office/drawing/2014/main" id="{DF836A57-B505-42BA-8AC6-8B27CC6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5" name="Figure element 155">
            <a:extLst xmlns:a="http://schemas.openxmlformats.org/drawingml/2006/main">
              <a:ext uri="{FF2B5EF4-FFF2-40B4-BE49-F238E27FC236}">
                <a16:creationId xmlns:a16="http://schemas.microsoft.com/office/drawing/2014/main" id="{6D65A8CF-8953-450E-8361-2C7A6A1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6" name="Figure element 156">
            <a:extLst xmlns:a="http://schemas.openxmlformats.org/drawingml/2006/main">
              <a:ext uri="{FF2B5EF4-FFF2-40B4-BE49-F238E27FC236}">
                <a16:creationId xmlns:a16="http://schemas.microsoft.com/office/drawing/2014/main" id="{764E5EEF-FD60-4C79-87D2-C9C05EE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0C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7" name="Figure element 157">
            <a:extLst xmlns:a="http://schemas.openxmlformats.org/drawingml/2006/main">
              <a:ext uri="{FF2B5EF4-FFF2-40B4-BE49-F238E27FC236}">
                <a16:creationId xmlns:a16="http://schemas.microsoft.com/office/drawing/2014/main" id="{B1913328-5D38-4401-A9D2-E3283AC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8" name="Figure element 158">
            <a:extLst xmlns:a="http://schemas.openxmlformats.org/drawingml/2006/main">
              <a:ext uri="{FF2B5EF4-FFF2-40B4-BE49-F238E27FC236}">
                <a16:creationId xmlns:a16="http://schemas.microsoft.com/office/drawing/2014/main" id="{E0E8B304-E775-4684-96FB-E86920FC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D0C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9" name="Figure element 159">
            <a:extLst xmlns:a="http://schemas.openxmlformats.org/drawingml/2006/main">
              <a:ext uri="{FF2B5EF4-FFF2-40B4-BE49-F238E27FC236}">
                <a16:creationId xmlns:a16="http://schemas.microsoft.com/office/drawing/2014/main" id="{F8979206-4C4D-4DE6-A5CC-C2C0AB6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0" name="Figure element 160">
            <a:extLst xmlns:a="http://schemas.openxmlformats.org/drawingml/2006/main">
              <a:ext uri="{FF2B5EF4-FFF2-40B4-BE49-F238E27FC236}">
                <a16:creationId xmlns:a16="http://schemas.microsoft.com/office/drawing/2014/main" id="{8875393A-6EC3-40AF-8BC7-29323E29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811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71" name="Figure element 161">
            <a:extLst xmlns:a="http://schemas.openxmlformats.org/drawingml/2006/main">
              <a:ext uri="{FF2B5EF4-FFF2-40B4-BE49-F238E27FC236}">
                <a16:creationId xmlns:a16="http://schemas.microsoft.com/office/drawing/2014/main" id="{38C0F9CC-5E74-471A-8DED-CCB4B264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716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08227"/>
            </a:solidFill>
            <a:prstDash val="solid"/>
          </a:ln>
        </p:spPr>
      </p:sp>
      <p:sp>
        <p:nvSpPr>
          <p:cNvPr id="172" name="Figure element 162">
            <a:extLst xmlns:a="http://schemas.openxmlformats.org/drawingml/2006/main">
              <a:ext uri="{FF2B5EF4-FFF2-40B4-BE49-F238E27FC236}">
                <a16:creationId xmlns:a16="http://schemas.microsoft.com/office/drawing/2014/main" id="{D71528FF-1AA7-4597-B742-56B90D28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827F"/>
            </a:solidFill>
            <a:prstDash val="solid"/>
          </a:ln>
        </p:spPr>
      </p:sp>
      <p:sp>
        <p:nvSpPr>
          <p:cNvPr id="173" name="Figure element 163">
            <a:extLst xmlns:a="http://schemas.openxmlformats.org/drawingml/2006/main">
              <a:ext uri="{FF2B5EF4-FFF2-40B4-BE49-F238E27FC236}">
                <a16:creationId xmlns:a16="http://schemas.microsoft.com/office/drawing/2014/main" id="{CC08B981-CABF-4880-BB37-976E9405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6668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W′</a:t>
            </a:r>
          </a:p>
        </p:txBody>
      </p:sp>
      <p:sp>
        <p:nvSpPr>
          <p:cNvPr id="174" name="Figure element 164">
            <a:extLst xmlns:a="http://schemas.openxmlformats.org/drawingml/2006/main">
              <a:ext uri="{FF2B5EF4-FFF2-40B4-BE49-F238E27FC236}">
                <a16:creationId xmlns:a16="http://schemas.microsoft.com/office/drawing/2014/main" id="{1DD57895-CBD2-4EE8-8283-185A21C4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869" y="21216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75" name="Figure element 165">
            <a:extLst xmlns:a="http://schemas.openxmlformats.org/drawingml/2006/main">
              <a:ext uri="{FF2B5EF4-FFF2-40B4-BE49-F238E27FC236}">
                <a16:creationId xmlns:a16="http://schemas.microsoft.com/office/drawing/2014/main" id="{D55540D0-4429-4763-AB80-E78940DB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869" y="24264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10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 flipH="1">
            <a:off x="3902869" y="2124076"/>
            <a:ext cx="476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177" name="Figure element 166">
            <a:extLst xmlns:a="http://schemas.openxmlformats.org/drawingml/2006/main">
              <a:ext uri="{FF2B5EF4-FFF2-40B4-BE49-F238E27FC236}">
                <a16:creationId xmlns:a16="http://schemas.microsoft.com/office/drawing/2014/main" id="{8BD3AFBF-AEF8-44B6-A7B6-E4EF92A0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69" y="21216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78" name="Figure element 167">
            <a:extLst xmlns:a="http://schemas.openxmlformats.org/drawingml/2006/main">
              <a:ext uri="{FF2B5EF4-FFF2-40B4-BE49-F238E27FC236}">
                <a16:creationId xmlns:a16="http://schemas.microsoft.com/office/drawing/2014/main" id="{7D866242-28DD-45EA-AA7C-9CA7A489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69" y="24264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13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 flipH="1">
            <a:off x="4398169" y="2124076"/>
            <a:ext cx="476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180" name="Figure element 168">
            <a:extLst xmlns:a="http://schemas.openxmlformats.org/drawingml/2006/main">
              <a:ext uri="{FF2B5EF4-FFF2-40B4-BE49-F238E27FC236}">
                <a16:creationId xmlns:a16="http://schemas.microsoft.com/office/drawing/2014/main" id="{7CCDA7C4-5AA6-42CC-BFA2-B87C367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1" name="Figure element 169">
            <a:extLst xmlns:a="http://schemas.openxmlformats.org/drawingml/2006/main">
              <a:ext uri="{FF2B5EF4-FFF2-40B4-BE49-F238E27FC236}">
                <a16:creationId xmlns:a16="http://schemas.microsoft.com/office/drawing/2014/main" id="{C088F59E-019A-47CA-B2D9-6D9DF4EF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2" name="Figure element 170">
            <a:extLst xmlns:a="http://schemas.openxmlformats.org/drawingml/2006/main">
              <a:ext uri="{FF2B5EF4-FFF2-40B4-BE49-F238E27FC236}">
                <a16:creationId xmlns:a16="http://schemas.microsoft.com/office/drawing/2014/main" id="{46262661-9990-4D10-99B3-F43D88D9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3" name="Figure element 171">
            <a:extLst xmlns:a="http://schemas.openxmlformats.org/drawingml/2006/main">
              <a:ext uri="{FF2B5EF4-FFF2-40B4-BE49-F238E27FC236}">
                <a16:creationId xmlns:a16="http://schemas.microsoft.com/office/drawing/2014/main" id="{5A6F200B-EB7E-46EB-BA66-9B024D80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4" name="Figure element 172">
            <a:extLst xmlns:a="http://schemas.openxmlformats.org/drawingml/2006/main">
              <a:ext uri="{FF2B5EF4-FFF2-40B4-BE49-F238E27FC236}">
                <a16:creationId xmlns:a16="http://schemas.microsoft.com/office/drawing/2014/main" id="{6B2FA61B-C135-4199-8EDB-5090EA8C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86025"/>
            <a:ext cx="495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85" name="Figure element 173">
            <a:extLst xmlns:a="http://schemas.openxmlformats.org/drawingml/2006/main">
              <a:ext uri="{FF2B5EF4-FFF2-40B4-BE49-F238E27FC236}">
                <a16:creationId xmlns:a16="http://schemas.microsoft.com/office/drawing/2014/main" id="{9832DA42-119A-40DB-94B8-B1E47C7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6" name="Figure element 174">
            <a:extLst xmlns:a="http://schemas.openxmlformats.org/drawingml/2006/main">
              <a:ext uri="{FF2B5EF4-FFF2-40B4-BE49-F238E27FC236}">
                <a16:creationId xmlns:a16="http://schemas.microsoft.com/office/drawing/2014/main" id="{E675856F-C4EF-4CDF-A7FB-61D86F23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7" name="Figure element 175">
            <a:extLst xmlns:a="http://schemas.openxmlformats.org/drawingml/2006/main">
              <a:ext uri="{FF2B5EF4-FFF2-40B4-BE49-F238E27FC236}">
                <a16:creationId xmlns:a16="http://schemas.microsoft.com/office/drawing/2014/main" id="{5CBCAB23-A4A4-4236-9883-903AFE37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8" name="Figure element 176">
            <a:extLst xmlns:a="http://schemas.openxmlformats.org/drawingml/2006/main">
              <a:ext uri="{FF2B5EF4-FFF2-40B4-BE49-F238E27FC236}">
                <a16:creationId xmlns:a16="http://schemas.microsoft.com/office/drawing/2014/main" id="{EAFD4DA8-BA9B-4295-84C6-11029CCF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86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9" name="Figure element 177">
            <a:extLst xmlns:a="http://schemas.openxmlformats.org/drawingml/2006/main">
              <a:ext uri="{FF2B5EF4-FFF2-40B4-BE49-F238E27FC236}">
                <a16:creationId xmlns:a16="http://schemas.microsoft.com/office/drawing/2014/main" id="{6109AF9C-4709-4588-9334-3288D6F2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86025"/>
            <a:ext cx="495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90" name="Figure element 178">
            <a:extLst xmlns:a="http://schemas.openxmlformats.org/drawingml/2006/main">
              <a:ext uri="{FF2B5EF4-FFF2-40B4-BE49-F238E27FC236}">
                <a16:creationId xmlns:a16="http://schemas.microsoft.com/office/drawing/2014/main" id="{F46B1F48-1451-4230-AFFD-90D7F93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241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weight vectors wⱼ′</a:t>
            </a:r>
          </a:p>
        </p:txBody>
      </p:sp>
      <p:sp>
        <p:nvSpPr>
          <p:cNvPr id="191" name="Figure element 179">
            <a:extLst xmlns:a="http://schemas.openxmlformats.org/drawingml/2006/main">
              <a:ext uri="{FF2B5EF4-FFF2-40B4-BE49-F238E27FC236}">
                <a16:creationId xmlns:a16="http://schemas.microsoft.com/office/drawing/2014/main" id="{9328A4A1-566D-4001-864E-FB46A302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28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2" name="Figure element 180">
            <a:extLst xmlns:a="http://schemas.openxmlformats.org/drawingml/2006/main">
              <a:ext uri="{FF2B5EF4-FFF2-40B4-BE49-F238E27FC236}">
                <a16:creationId xmlns:a16="http://schemas.microsoft.com/office/drawing/2014/main" id="{94D9BD86-F4FA-4965-8B82-20749FA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28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3" name="Figure element 181">
            <a:extLst xmlns:a="http://schemas.openxmlformats.org/drawingml/2006/main">
              <a:ext uri="{FF2B5EF4-FFF2-40B4-BE49-F238E27FC236}">
                <a16:creationId xmlns:a16="http://schemas.microsoft.com/office/drawing/2014/main" id="{FA7649DB-1775-4103-97E9-267E64A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28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4" name="Figure element 182">
            <a:extLst xmlns:a="http://schemas.openxmlformats.org/drawingml/2006/main">
              <a:ext uri="{FF2B5EF4-FFF2-40B4-BE49-F238E27FC236}">
                <a16:creationId xmlns:a16="http://schemas.microsoft.com/office/drawing/2014/main" id="{14A92D22-7C78-422D-9768-15069B20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28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5" name="Figure element 183">
            <a:extLst xmlns:a="http://schemas.openxmlformats.org/drawingml/2006/main">
              <a:ext uri="{FF2B5EF4-FFF2-40B4-BE49-F238E27FC236}">
                <a16:creationId xmlns:a16="http://schemas.microsoft.com/office/drawing/2014/main" id="{91D48E7E-7C08-4841-A52D-541D2A3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52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6" name="Figure element 184">
            <a:extLst xmlns:a="http://schemas.openxmlformats.org/drawingml/2006/main">
              <a:ext uri="{FF2B5EF4-FFF2-40B4-BE49-F238E27FC236}">
                <a16:creationId xmlns:a16="http://schemas.microsoft.com/office/drawing/2014/main" id="{E5FEDE2A-8287-4519-931F-D30C7572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52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7" name="Figure element 185">
            <a:extLst xmlns:a="http://schemas.openxmlformats.org/drawingml/2006/main">
              <a:ext uri="{FF2B5EF4-FFF2-40B4-BE49-F238E27FC236}">
                <a16:creationId xmlns:a16="http://schemas.microsoft.com/office/drawing/2014/main" id="{B5E25B22-8E2B-45B6-A870-41550E9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8" name="Figure element 186">
            <a:extLst xmlns:a="http://schemas.openxmlformats.org/drawingml/2006/main">
              <a:ext uri="{FF2B5EF4-FFF2-40B4-BE49-F238E27FC236}">
                <a16:creationId xmlns:a16="http://schemas.microsoft.com/office/drawing/2014/main" id="{685875AD-6F9E-4D85-9B2C-3A1B306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52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9" name="Figure element 187">
            <a:extLst xmlns:a="http://schemas.openxmlformats.org/drawingml/2006/main">
              <a:ext uri="{FF2B5EF4-FFF2-40B4-BE49-F238E27FC236}">
                <a16:creationId xmlns:a16="http://schemas.microsoft.com/office/drawing/2014/main" id="{5A1D1729-F657-4F2B-923D-F3703C8D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764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0" name="Figure element 188">
            <a:extLst xmlns:a="http://schemas.openxmlformats.org/drawingml/2006/main">
              <a:ext uri="{FF2B5EF4-FFF2-40B4-BE49-F238E27FC236}">
                <a16:creationId xmlns:a16="http://schemas.microsoft.com/office/drawing/2014/main" id="{1A9078B5-B7A8-4560-9A93-4D0E6E0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8764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1" name="Figure element 189">
            <a:extLst xmlns:a="http://schemas.openxmlformats.org/drawingml/2006/main">
              <a:ext uri="{FF2B5EF4-FFF2-40B4-BE49-F238E27FC236}">
                <a16:creationId xmlns:a16="http://schemas.microsoft.com/office/drawing/2014/main" id="{FCBC00A4-7DD8-4848-AC62-CC55E25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764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2" name="Figure element 190">
            <a:extLst xmlns:a="http://schemas.openxmlformats.org/drawingml/2006/main">
              <a:ext uri="{FF2B5EF4-FFF2-40B4-BE49-F238E27FC236}">
                <a16:creationId xmlns:a16="http://schemas.microsoft.com/office/drawing/2014/main" id="{8924755D-306A-40CC-854E-C7DF6AA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764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3" name="Figure element 191">
            <a:extLst xmlns:a="http://schemas.openxmlformats.org/drawingml/2006/main">
              <a:ext uri="{FF2B5EF4-FFF2-40B4-BE49-F238E27FC236}">
                <a16:creationId xmlns:a16="http://schemas.microsoft.com/office/drawing/2014/main" id="{21A854CA-0958-4C9F-964D-E6A2C86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00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4" name="Figure element 192">
            <a:extLst xmlns:a="http://schemas.openxmlformats.org/drawingml/2006/main">
              <a:ext uri="{FF2B5EF4-FFF2-40B4-BE49-F238E27FC236}">
                <a16:creationId xmlns:a16="http://schemas.microsoft.com/office/drawing/2014/main" id="{BD9F47D5-D05A-4B86-83C3-E025859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0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5" name="Figure element 193">
            <a:extLst xmlns:a="http://schemas.openxmlformats.org/drawingml/2006/main">
              <a:ext uri="{FF2B5EF4-FFF2-40B4-BE49-F238E27FC236}">
                <a16:creationId xmlns:a16="http://schemas.microsoft.com/office/drawing/2014/main" id="{9CE7433A-C86D-4137-8554-E78F8612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6" name="Figure element 194">
            <a:extLst xmlns:a="http://schemas.openxmlformats.org/drawingml/2006/main">
              <a:ext uri="{FF2B5EF4-FFF2-40B4-BE49-F238E27FC236}">
                <a16:creationId xmlns:a16="http://schemas.microsoft.com/office/drawing/2014/main" id="{F06FBCB2-F683-4EBF-ABF4-02F25B03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000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7" name="Figure element 195">
            <a:extLst xmlns:a="http://schemas.openxmlformats.org/drawingml/2006/main">
              <a:ext uri="{FF2B5EF4-FFF2-40B4-BE49-F238E27FC236}">
                <a16:creationId xmlns:a16="http://schemas.microsoft.com/office/drawing/2014/main" id="{66213995-0AFB-47DD-BC8C-A6BD4AC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287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08" name="Figure element 196">
            <a:extLst xmlns:a="http://schemas.openxmlformats.org/drawingml/2006/main">
              <a:ext uri="{FF2B5EF4-FFF2-40B4-BE49-F238E27FC236}">
                <a16:creationId xmlns:a16="http://schemas.microsoft.com/office/drawing/2014/main" id="{92C2DE73-6096-4B8C-869D-F1A0932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04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09" name="Figure element 197">
            <a:extLst xmlns:a="http://schemas.openxmlformats.org/drawingml/2006/main">
              <a:ext uri="{FF2B5EF4-FFF2-40B4-BE49-F238E27FC236}">
                <a16:creationId xmlns:a16="http://schemas.microsoft.com/office/drawing/2014/main" id="{C7A3599D-1781-4CE8-A7BE-9F8DCA5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6217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rPr>
              <a:t>Action sensitivity</a:t>
            </a:r>
          </a:p>
        </p:txBody>
      </p:sp>
      <p:sp>
        <p:nvSpPr>
          <p:cNvPr id="210" name="Figure element 198">
            <a:extLst xmlns:a="http://schemas.openxmlformats.org/drawingml/2006/main">
              <a:ext uri="{FF2B5EF4-FFF2-40B4-BE49-F238E27FC236}">
                <a16:creationId xmlns:a16="http://schemas.microsoft.com/office/drawing/2014/main" id="{2A49DACD-19B5-483A-A882-623710F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6360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1" name="Figure element 199">
            <a:extLst xmlns:a="http://schemas.openxmlformats.org/drawingml/2006/main">
              <a:ext uri="{FF2B5EF4-FFF2-40B4-BE49-F238E27FC236}">
                <a16:creationId xmlns:a16="http://schemas.microsoft.com/office/drawing/2014/main" id="{3D4E07DA-B395-4C39-9876-9010C3AB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94" y="2988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46" name=""/>
          <p:cNvCxnSpPr>
            <a:stCxn xmlns:a="http://schemas.openxmlformats.org/drawingml/2006/main" id="210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>
            <a:off x="4945857" y="2638426"/>
            <a:ext cx="338137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213" name="Figure element 200">
            <a:extLst xmlns:a="http://schemas.openxmlformats.org/drawingml/2006/main">
              <a:ext uri="{FF2B5EF4-FFF2-40B4-BE49-F238E27FC236}">
                <a16:creationId xmlns:a16="http://schemas.microsoft.com/office/drawing/2014/main" id="{BF5F82E3-D71F-4495-BBF5-B310756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744" y="2550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4" name="Figure element 201">
            <a:extLst xmlns:a="http://schemas.openxmlformats.org/drawingml/2006/main">
              <a:ext uri="{FF2B5EF4-FFF2-40B4-BE49-F238E27FC236}">
                <a16:creationId xmlns:a16="http://schemas.microsoft.com/office/drawing/2014/main" id="{79CA9A73-7985-4785-851C-8114C90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744" y="29503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49" name=""/>
          <p:cNvCxnSpPr>
            <a:stCxn xmlns:a="http://schemas.openxmlformats.org/drawingml/2006/main" id="213" idx="3"/>
            <a:endCxn xmlns:a="http://schemas.openxmlformats.org/drawingml/2006/main" id="214" idx="1"/>
          </p:cNvCxnSpPr>
          <p:nvPr/>
        </p:nvCxnSpPr>
        <p:spPr>
          <a:xfrm xmlns:a="http://schemas.openxmlformats.org/drawingml/2006/main" flipH="1">
            <a:off x="5569744" y="2552701"/>
            <a:ext cx="476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4D7CAC"/>
            </a:solidFill>
            <a:prstDash val="solid"/>
            <a:tailEnd type="triangle" w="sm" len="sm"/>
          </a:ln>
        </p:spPr>
      </p:cxnSp>
      <p:sp>
        <p:nvSpPr>
          <p:cNvPr id="216" name="Figure element 202">
            <a:extLst xmlns:a="http://schemas.openxmlformats.org/drawingml/2006/main">
              <a:ext uri="{FF2B5EF4-FFF2-40B4-BE49-F238E27FC236}">
                <a16:creationId xmlns:a16="http://schemas.microsoft.com/office/drawing/2014/main" id="{F12ADDC9-D5FE-4447-BC69-E1374EAE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48000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argmin dₘ(wⱼ′, c)</a:t>
            </a:r>
          </a:p>
        </p:txBody>
      </p:sp>
      <p:sp>
        <p:nvSpPr>
          <p:cNvPr id="217" name="Figure element 203">
            <a:extLst xmlns:a="http://schemas.openxmlformats.org/drawingml/2006/main">
              <a:ext uri="{FF2B5EF4-FFF2-40B4-BE49-F238E27FC236}">
                <a16:creationId xmlns:a16="http://schemas.microsoft.com/office/drawing/2014/main" id="{6A0FF570-9CD2-4DB5-AB47-8055F0A9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766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18" name="Figure element 204">
            <a:extLst xmlns:a="http://schemas.openxmlformats.org/drawingml/2006/main">
              <a:ext uri="{FF2B5EF4-FFF2-40B4-BE49-F238E27FC236}">
                <a16:creationId xmlns:a16="http://schemas.microsoft.com/office/drawing/2014/main" id="{DF14E13F-969C-44F8-A50F-6B26903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19" name="Figure element 205">
            <a:extLst xmlns:a="http://schemas.openxmlformats.org/drawingml/2006/main">
              <a:ext uri="{FF2B5EF4-FFF2-40B4-BE49-F238E27FC236}">
                <a16:creationId xmlns:a16="http://schemas.microsoft.com/office/drawing/2014/main" id="{EC02F4AB-D6B1-466B-A49F-BAD0C4D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766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0" name="Figure element 206">
            <a:extLst xmlns:a="http://schemas.openxmlformats.org/drawingml/2006/main">
              <a:ext uri="{FF2B5EF4-FFF2-40B4-BE49-F238E27FC236}">
                <a16:creationId xmlns:a16="http://schemas.microsoft.com/office/drawing/2014/main" id="{2FF32495-18E6-4FBC-96A4-320A841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66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1" name="Figure element 207">
            <a:extLst xmlns:a="http://schemas.openxmlformats.org/drawingml/2006/main">
              <a:ext uri="{FF2B5EF4-FFF2-40B4-BE49-F238E27FC236}">
                <a16:creationId xmlns:a16="http://schemas.microsoft.com/office/drawing/2014/main" id="{D3295268-0D1F-4E7F-9961-AACC704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2" name="Figure element 208">
            <a:extLst xmlns:a="http://schemas.openxmlformats.org/drawingml/2006/main">
              <a:ext uri="{FF2B5EF4-FFF2-40B4-BE49-F238E27FC236}">
                <a16:creationId xmlns:a16="http://schemas.microsoft.com/office/drawing/2014/main" id="{11FBA68E-3420-4692-972B-F962D9F6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385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3" name="Figure element 209">
            <a:extLst xmlns:a="http://schemas.openxmlformats.org/drawingml/2006/main">
              <a:ext uri="{FF2B5EF4-FFF2-40B4-BE49-F238E27FC236}">
                <a16:creationId xmlns:a16="http://schemas.microsoft.com/office/drawing/2014/main" id="{C7187FB2-3FCB-4F5B-AB2A-78EC949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385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4" name="Figure element 210">
            <a:extLst xmlns:a="http://schemas.openxmlformats.org/drawingml/2006/main">
              <a:ext uri="{FF2B5EF4-FFF2-40B4-BE49-F238E27FC236}">
                <a16:creationId xmlns:a16="http://schemas.microsoft.com/office/drawing/2014/main" id="{03BA07E5-79F3-4796-B8DD-95EF4674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5" name="Figure element 211">
            <a:extLst xmlns:a="http://schemas.openxmlformats.org/drawingml/2006/main">
              <a:ext uri="{FF2B5EF4-FFF2-40B4-BE49-F238E27FC236}">
                <a16:creationId xmlns:a16="http://schemas.microsoft.com/office/drawing/2014/main" id="{9483A248-BE18-42DD-8F17-D631BE8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004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6" name="Figure element 212">
            <a:extLst xmlns:a="http://schemas.openxmlformats.org/drawingml/2006/main">
              <a:ext uri="{FF2B5EF4-FFF2-40B4-BE49-F238E27FC236}">
                <a16:creationId xmlns:a16="http://schemas.microsoft.com/office/drawing/2014/main" id="{F5EF6D25-2F07-4337-9634-B0E5AA7D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004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7" name="Figure element 213">
            <a:extLst xmlns:a="http://schemas.openxmlformats.org/drawingml/2006/main">
              <a:ext uri="{FF2B5EF4-FFF2-40B4-BE49-F238E27FC236}">
                <a16:creationId xmlns:a16="http://schemas.microsoft.com/office/drawing/2014/main" id="{9F85A86F-81EB-4106-879F-4E1A3ED9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004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8" name="Figure element 214">
            <a:extLst xmlns:a="http://schemas.openxmlformats.org/drawingml/2006/main">
              <a:ext uri="{FF2B5EF4-FFF2-40B4-BE49-F238E27FC236}">
                <a16:creationId xmlns:a16="http://schemas.microsoft.com/office/drawing/2014/main" id="{7E12D914-C114-4E20-B668-A60DE58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004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9" name="Figure element 215">
            <a:extLst xmlns:a="http://schemas.openxmlformats.org/drawingml/2006/main">
              <a:ext uri="{FF2B5EF4-FFF2-40B4-BE49-F238E27FC236}">
                <a16:creationId xmlns:a16="http://schemas.microsoft.com/office/drawing/2014/main" id="{702B219D-86A0-436C-8F33-BC025ADB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766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30" name="Figure element 216">
            <a:extLst xmlns:a="http://schemas.openxmlformats.org/drawingml/2006/main">
              <a:ext uri="{FF2B5EF4-FFF2-40B4-BE49-F238E27FC236}">
                <a16:creationId xmlns:a16="http://schemas.microsoft.com/office/drawing/2014/main" id="{6F1FBA39-4079-4FEE-B132-C1D60DD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24827F"/>
            </a:solidFill>
            <a:prstDash val="solid"/>
          </a:ln>
        </p:spPr>
      </p:sp>
      <p:sp>
        <p:nvSpPr>
          <p:cNvPr id="231" name="Figure element 217">
            <a:extLst xmlns:a="http://schemas.openxmlformats.org/drawingml/2006/main">
              <a:ext uri="{FF2B5EF4-FFF2-40B4-BE49-F238E27FC236}">
                <a16:creationId xmlns:a16="http://schemas.microsoft.com/office/drawing/2014/main" id="{558B0C53-BD3D-45A5-A39C-83E209F0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0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32" name="Figure element 218">
            <a:extLst xmlns:a="http://schemas.openxmlformats.org/drawingml/2006/main">
              <a:ext uri="{FF2B5EF4-FFF2-40B4-BE49-F238E27FC236}">
                <a16:creationId xmlns:a16="http://schemas.microsoft.com/office/drawing/2014/main" id="{52DDA496-BE13-44B2-BAC1-0403AAE0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76625"/>
            <a:ext cx="2571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C9D0D9"/>
            </a:solidFill>
            <a:prstDash val="solid"/>
          </a:ln>
        </p:spPr>
      </p:sp>
      <p:sp>
        <p:nvSpPr>
          <p:cNvPr id="233" name="Figure element 219">
            <a:extLst xmlns:a="http://schemas.openxmlformats.org/drawingml/2006/main">
              <a:ext uri="{FF2B5EF4-FFF2-40B4-BE49-F238E27FC236}">
                <a16:creationId xmlns:a16="http://schemas.microsoft.com/office/drawing/2014/main" id="{17AA318E-799C-4CF2-8DEB-6421395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76625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34" name="Figure element 220">
            <a:extLst xmlns:a="http://schemas.openxmlformats.org/drawingml/2006/main">
              <a:ext uri="{FF2B5EF4-FFF2-40B4-BE49-F238E27FC236}">
                <a16:creationId xmlns:a16="http://schemas.microsoft.com/office/drawing/2014/main" id="{8720998C-5F92-4CA9-B231-FD20D333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38550"/>
            <a:ext cx="2571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6191">
            <a:solidFill>
              <a:srgbClr val="C9D0D9"/>
            </a:solidFill>
            <a:prstDash val="solid"/>
          </a:ln>
        </p:spPr>
      </p:sp>
      <p:sp>
        <p:nvSpPr>
          <p:cNvPr id="235" name="Figure element 221">
            <a:extLst xmlns:a="http://schemas.openxmlformats.org/drawingml/2006/main">
              <a:ext uri="{FF2B5EF4-FFF2-40B4-BE49-F238E27FC236}">
                <a16:creationId xmlns:a16="http://schemas.microsoft.com/office/drawing/2014/main" id="{4E15A257-207C-4B91-814A-C109D839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38550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36" name="Figure element 222">
            <a:extLst xmlns:a="http://schemas.openxmlformats.org/drawingml/2006/main">
              <a:ext uri="{FF2B5EF4-FFF2-40B4-BE49-F238E27FC236}">
                <a16:creationId xmlns:a16="http://schemas.microsoft.com/office/drawing/2014/main" id="{1EA322D0-009E-4F5A-9CCE-100D2F5A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00475"/>
            <a:ext cx="2571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6191">
            <a:solidFill>
              <a:srgbClr val="C9D0D9"/>
            </a:solidFill>
            <a:prstDash val="solid"/>
          </a:ln>
        </p:spPr>
      </p:sp>
      <p:sp>
        <p:nvSpPr>
          <p:cNvPr id="237" name="Figure element 223">
            <a:extLst xmlns:a="http://schemas.openxmlformats.org/drawingml/2006/main">
              <a:ext uri="{FF2B5EF4-FFF2-40B4-BE49-F238E27FC236}">
                <a16:creationId xmlns:a16="http://schemas.microsoft.com/office/drawing/2014/main" id="{E50AEE9A-E45C-4C90-B947-0CA12AD1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00475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38" name="Figure element 224">
            <a:extLst xmlns:a="http://schemas.openxmlformats.org/drawingml/2006/main">
              <a:ext uri="{FF2B5EF4-FFF2-40B4-BE49-F238E27FC236}">
                <a16:creationId xmlns:a16="http://schemas.microsoft.com/office/drawing/2014/main" id="{24E54E09-A33E-4788-92FE-7187063A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7550"/>
            <a:ext cx="295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239" name="Figure element 225">
            <a:extLst xmlns:a="http://schemas.openxmlformats.org/drawingml/2006/main">
              <a:ext uri="{FF2B5EF4-FFF2-40B4-BE49-F238E27FC236}">
                <a16:creationId xmlns:a16="http://schemas.microsoft.com/office/drawing/2014/main" id="{9511E004-BC07-49B5-9085-4FD77702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481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codewords</a:t>
            </a:r>
          </a:p>
        </p:txBody>
      </p:sp>
      <p:sp>
        <p:nvSpPr>
          <p:cNvPr id="240" name="Figure element 226">
            <a:extLst xmlns:a="http://schemas.openxmlformats.org/drawingml/2006/main">
              <a:ext uri="{FF2B5EF4-FFF2-40B4-BE49-F238E27FC236}">
                <a16:creationId xmlns:a16="http://schemas.microsoft.com/office/drawing/2014/main" id="{F0AD9FD8-9F91-4411-8F13-400108EE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790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indices</a:t>
            </a:r>
          </a:p>
        </p:txBody>
      </p:sp>
      <p:sp>
        <p:nvSpPr>
          <p:cNvPr id="241" name="Figure element 227">
            <a:extLst xmlns:a="http://schemas.openxmlformats.org/drawingml/2006/main">
              <a:ext uri="{FF2B5EF4-FFF2-40B4-BE49-F238E27FC236}">
                <a16:creationId xmlns:a16="http://schemas.microsoft.com/office/drawing/2014/main" id="{574A7BD6-C91B-430E-808C-1671FE50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194" y="40362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42" name="Figure element 228">
            <a:extLst xmlns:a="http://schemas.openxmlformats.org/drawingml/2006/main">
              <a:ext uri="{FF2B5EF4-FFF2-40B4-BE49-F238E27FC236}">
                <a16:creationId xmlns:a16="http://schemas.microsoft.com/office/drawing/2014/main" id="{44279E6E-6742-4992-B5F1-854887FC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194" y="34837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77" name=""/>
          <p:cNvCxnSpPr>
            <a:stCxn xmlns:a="http://schemas.openxmlformats.org/drawingml/2006/main" id="241" idx="3"/>
            <a:endCxn xmlns:a="http://schemas.openxmlformats.org/drawingml/2006/main" id="242" idx="1"/>
          </p:cNvCxnSpPr>
          <p:nvPr/>
        </p:nvCxnSpPr>
        <p:spPr>
          <a:xfrm xmlns:a="http://schemas.openxmlformats.org/drawingml/2006/main" flipH="1" flipV="1">
            <a:off x="5360194" y="3486151"/>
            <a:ext cx="4763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dash"/>
            <a:tailEnd type="triangle" w="sm" len="sm"/>
          </a:ln>
        </p:spPr>
      </p:cxnSp>
      <p:sp>
        <p:nvSpPr>
          <p:cNvPr id="244" name="Figure element 229">
            <a:extLst xmlns:a="http://schemas.openxmlformats.org/drawingml/2006/main">
              <a:ext uri="{FF2B5EF4-FFF2-40B4-BE49-F238E27FC236}">
                <a16:creationId xmlns:a16="http://schemas.microsoft.com/office/drawing/2014/main" id="{D3BEA86C-ED26-4CEC-9640-77C50FA0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Calibration</a:t>
            </a:r>
          </a:p>
        </p:txBody>
      </p:sp>
      <p:sp>
        <p:nvSpPr>
          <p:cNvPr id="245" name="Figure element 230">
            <a:extLst xmlns:a="http://schemas.openxmlformats.org/drawingml/2006/main">
              <a:ext uri="{FF2B5EF4-FFF2-40B4-BE49-F238E27FC236}">
                <a16:creationId xmlns:a16="http://schemas.microsoft.com/office/drawing/2014/main" id="{836ABA7C-D4A3-41F7-922E-E49FBFD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69" y="37409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46" name="Figure element 231">
            <a:extLst xmlns:a="http://schemas.openxmlformats.org/drawingml/2006/main">
              <a:ext uri="{FF2B5EF4-FFF2-40B4-BE49-F238E27FC236}">
                <a16:creationId xmlns:a16="http://schemas.microsoft.com/office/drawing/2014/main" id="{FECDBCDC-BDA5-46DE-B4DC-D34851F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519" y="37409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81" name="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5050632" y="3743326"/>
            <a:ext cx="138588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</a:ln>
        </p:spPr>
      </p:cxnSp>
      <p:sp>
        <p:nvSpPr>
          <p:cNvPr id="248" name="Figure element 232">
            <a:extLst xmlns:a="http://schemas.openxmlformats.org/drawingml/2006/main">
              <a:ext uri="{FF2B5EF4-FFF2-40B4-BE49-F238E27FC236}">
                <a16:creationId xmlns:a16="http://schemas.microsoft.com/office/drawing/2014/main" id="{EEA3543E-5760-473D-92F6-773CB18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519" y="37409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49" name="Figure element 233">
            <a:extLst xmlns:a="http://schemas.openxmlformats.org/drawingml/2006/main">
              <a:ext uri="{FF2B5EF4-FFF2-40B4-BE49-F238E27FC236}">
                <a16:creationId xmlns:a16="http://schemas.microsoft.com/office/drawing/2014/main" id="{5358C474-E39B-4859-AA94-112C026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519" y="19216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84" name=""/>
          <p:cNvCxnSpPr>
            <a:stCxn xmlns:a="http://schemas.openxmlformats.org/drawingml/2006/main" id="248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 flipH="1" flipV="1">
            <a:off x="6436519" y="1924051"/>
            <a:ext cx="4763" cy="181927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</a:ln>
        </p:spPr>
      </p:cxnSp>
      <p:sp>
        <p:nvSpPr>
          <p:cNvPr id="251" name="Figure element 234">
            <a:extLst xmlns:a="http://schemas.openxmlformats.org/drawingml/2006/main">
              <a:ext uri="{FF2B5EF4-FFF2-40B4-BE49-F238E27FC236}">
                <a16:creationId xmlns:a16="http://schemas.microsoft.com/office/drawing/2014/main" id="{BE662879-167A-492B-8F12-CC844C65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519" y="19216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52" name="Figure element 235">
            <a:extLst xmlns:a="http://schemas.openxmlformats.org/drawingml/2006/main">
              <a:ext uri="{FF2B5EF4-FFF2-40B4-BE49-F238E27FC236}">
                <a16:creationId xmlns:a16="http://schemas.microsoft.com/office/drawing/2014/main" id="{C012B5F6-5219-4158-9D9E-ADA85796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919" y="19216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87" name=""/>
          <p:cNvCxnSpPr>
            <a:stCxn xmlns:a="http://schemas.openxmlformats.org/drawingml/2006/main" id="251" idx="3"/>
            <a:endCxn xmlns:a="http://schemas.openxmlformats.org/drawingml/2006/main" id="252" idx="1"/>
          </p:cNvCxnSpPr>
          <p:nvPr/>
        </p:nvCxnSpPr>
        <p:spPr>
          <a:xfrm xmlns:a="http://schemas.openxmlformats.org/drawingml/2006/main">
            <a:off x="6441282" y="1924051"/>
            <a:ext cx="14763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254" name="Figure element 236">
            <a:extLst xmlns:a="http://schemas.openxmlformats.org/drawingml/2006/main">
              <a:ext uri="{FF2B5EF4-FFF2-40B4-BE49-F238E27FC236}">
                <a16:creationId xmlns:a16="http://schemas.microsoft.com/office/drawing/2014/main" id="{A49ECD82-084D-4465-98FA-1824A0B0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276350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C, z reconstruct Ŵ′</a:t>
            </a:r>
          </a:p>
        </p:txBody>
      </p:sp>
      <p:sp>
        <p:nvSpPr>
          <p:cNvPr id="255" name="Figure element 237">
            <a:extLst xmlns:a="http://schemas.openxmlformats.org/drawingml/2006/main">
              <a:ext uri="{FF2B5EF4-FFF2-40B4-BE49-F238E27FC236}">
                <a16:creationId xmlns:a16="http://schemas.microsoft.com/office/drawing/2014/main" id="{62E0743B-BDB4-4F85-ABAF-8720D7A3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6" name="Figure element 238">
            <a:extLst xmlns:a="http://schemas.openxmlformats.org/drawingml/2006/main">
              <a:ext uri="{FF2B5EF4-FFF2-40B4-BE49-F238E27FC236}">
                <a16:creationId xmlns:a16="http://schemas.microsoft.com/office/drawing/2014/main" id="{F33DB614-1464-4D94-A318-BBE2837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7" name="Figure element 239">
            <a:extLst xmlns:a="http://schemas.openxmlformats.org/drawingml/2006/main">
              <a:ext uri="{FF2B5EF4-FFF2-40B4-BE49-F238E27FC236}">
                <a16:creationId xmlns:a16="http://schemas.microsoft.com/office/drawing/2014/main" id="{888F14E8-AA80-4F92-B494-603E47F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8" name="Figure element 240">
            <a:extLst xmlns:a="http://schemas.openxmlformats.org/drawingml/2006/main">
              <a:ext uri="{FF2B5EF4-FFF2-40B4-BE49-F238E27FC236}">
                <a16:creationId xmlns:a16="http://schemas.microsoft.com/office/drawing/2014/main" id="{04113F16-28EA-4242-9FB1-752D477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9" name="Figure element 241">
            <a:extLst xmlns:a="http://schemas.openxmlformats.org/drawingml/2006/main">
              <a:ext uri="{FF2B5EF4-FFF2-40B4-BE49-F238E27FC236}">
                <a16:creationId xmlns:a16="http://schemas.microsoft.com/office/drawing/2014/main" id="{B8C9E289-6156-4AB2-A6B2-0611A7F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0" name="Figure element 242">
            <a:extLst xmlns:a="http://schemas.openxmlformats.org/drawingml/2006/main">
              <a:ext uri="{FF2B5EF4-FFF2-40B4-BE49-F238E27FC236}">
                <a16:creationId xmlns:a16="http://schemas.microsoft.com/office/drawing/2014/main" id="{377377D0-E9C8-4573-A438-B9455199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1" name="Figure element 243">
            <a:extLst xmlns:a="http://schemas.openxmlformats.org/drawingml/2006/main">
              <a:ext uri="{FF2B5EF4-FFF2-40B4-BE49-F238E27FC236}">
                <a16:creationId xmlns:a16="http://schemas.microsoft.com/office/drawing/2014/main" id="{F1448C5E-9CF4-42F7-A77E-3D381F92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2" name="Figure element 244">
            <a:extLst xmlns:a="http://schemas.openxmlformats.org/drawingml/2006/main">
              <a:ext uri="{FF2B5EF4-FFF2-40B4-BE49-F238E27FC236}">
                <a16:creationId xmlns:a16="http://schemas.microsoft.com/office/drawing/2014/main" id="{A9A25260-9159-43D3-8B9C-E53EAFE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3" name="Figure element 245">
            <a:extLst xmlns:a="http://schemas.openxmlformats.org/drawingml/2006/main">
              <a:ext uri="{FF2B5EF4-FFF2-40B4-BE49-F238E27FC236}">
                <a16:creationId xmlns:a16="http://schemas.microsoft.com/office/drawing/2014/main" id="{2CF38A93-40E0-46E1-9FBB-2F48136B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4" name="Figure element 246">
            <a:extLst xmlns:a="http://schemas.openxmlformats.org/drawingml/2006/main">
              <a:ext uri="{FF2B5EF4-FFF2-40B4-BE49-F238E27FC236}">
                <a16:creationId xmlns:a16="http://schemas.microsoft.com/office/drawing/2014/main" id="{5FA7D390-2EFE-47D0-AA2C-0CBF0226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5" name="Figure element 247">
            <a:extLst xmlns:a="http://schemas.openxmlformats.org/drawingml/2006/main">
              <a:ext uri="{FF2B5EF4-FFF2-40B4-BE49-F238E27FC236}">
                <a16:creationId xmlns:a16="http://schemas.microsoft.com/office/drawing/2014/main" id="{7F807848-DC1A-4DE4-8B7F-CA8ECCB2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6" name="Figure element 248">
            <a:extLst xmlns:a="http://schemas.openxmlformats.org/drawingml/2006/main">
              <a:ext uri="{FF2B5EF4-FFF2-40B4-BE49-F238E27FC236}">
                <a16:creationId xmlns:a16="http://schemas.microsoft.com/office/drawing/2014/main" id="{D4C9CF67-BEC3-42D6-B2B5-EE10914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7" name="Figure element 249">
            <a:extLst xmlns:a="http://schemas.openxmlformats.org/drawingml/2006/main">
              <a:ext uri="{FF2B5EF4-FFF2-40B4-BE49-F238E27FC236}">
                <a16:creationId xmlns:a16="http://schemas.microsoft.com/office/drawing/2014/main" id="{E5FCEF31-D0CB-4F18-9588-29BFAA07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8" name="Figure element 250">
            <a:extLst xmlns:a="http://schemas.openxmlformats.org/drawingml/2006/main">
              <a:ext uri="{FF2B5EF4-FFF2-40B4-BE49-F238E27FC236}">
                <a16:creationId xmlns:a16="http://schemas.microsoft.com/office/drawing/2014/main" id="{E32471AD-C2C4-4273-9457-451E3516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9" name="Figure element 251">
            <a:extLst xmlns:a="http://schemas.openxmlformats.org/drawingml/2006/main">
              <a:ext uri="{FF2B5EF4-FFF2-40B4-BE49-F238E27FC236}">
                <a16:creationId xmlns:a16="http://schemas.microsoft.com/office/drawing/2014/main" id="{A98B8E68-B293-49D0-AC6D-23AFA03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0" name="Figure element 252">
            <a:extLst xmlns:a="http://schemas.openxmlformats.org/drawingml/2006/main">
              <a:ext uri="{FF2B5EF4-FFF2-40B4-BE49-F238E27FC236}">
                <a16:creationId xmlns:a16="http://schemas.microsoft.com/office/drawing/2014/main" id="{3E5DD34A-DA00-41B5-A207-9D8906C0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1" name="Figure element 253">
            <a:extLst xmlns:a="http://schemas.openxmlformats.org/drawingml/2006/main">
              <a:ext uri="{FF2B5EF4-FFF2-40B4-BE49-F238E27FC236}">
                <a16:creationId xmlns:a16="http://schemas.microsoft.com/office/drawing/2014/main" id="{F8F765BA-8854-4571-B1FE-EDC27905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2" name="Figure element 254">
            <a:extLst xmlns:a="http://schemas.openxmlformats.org/drawingml/2006/main">
              <a:ext uri="{FF2B5EF4-FFF2-40B4-BE49-F238E27FC236}">
                <a16:creationId xmlns:a16="http://schemas.microsoft.com/office/drawing/2014/main" id="{156BFB99-F69D-41DF-B109-EA67D52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3" name="Figure element 255">
            <a:extLst xmlns:a="http://schemas.openxmlformats.org/drawingml/2006/main">
              <a:ext uri="{FF2B5EF4-FFF2-40B4-BE49-F238E27FC236}">
                <a16:creationId xmlns:a16="http://schemas.microsoft.com/office/drawing/2014/main" id="{41F1D7ED-B143-4D11-991E-261E0230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62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74" name="Figure element 256">
            <a:extLst xmlns:a="http://schemas.openxmlformats.org/drawingml/2006/main">
              <a:ext uri="{FF2B5EF4-FFF2-40B4-BE49-F238E27FC236}">
                <a16:creationId xmlns:a16="http://schemas.microsoft.com/office/drawing/2014/main" id="{4821798B-C553-45AA-89AB-9043FCCE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5" name="Figure element 257">
            <a:extLst xmlns:a="http://schemas.openxmlformats.org/drawingml/2006/main">
              <a:ext uri="{FF2B5EF4-FFF2-40B4-BE49-F238E27FC236}">
                <a16:creationId xmlns:a16="http://schemas.microsoft.com/office/drawing/2014/main" id="{DD8D33A2-B199-4B6E-B3F0-523D15F7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6" name="Figure element 258">
            <a:extLst xmlns:a="http://schemas.openxmlformats.org/drawingml/2006/main">
              <a:ext uri="{FF2B5EF4-FFF2-40B4-BE49-F238E27FC236}">
                <a16:creationId xmlns:a16="http://schemas.microsoft.com/office/drawing/2014/main" id="{089C88E9-5CF6-4383-8121-7FF0BC51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7" name="Figure element 259">
            <a:extLst xmlns:a="http://schemas.openxmlformats.org/drawingml/2006/main">
              <a:ext uri="{FF2B5EF4-FFF2-40B4-BE49-F238E27FC236}">
                <a16:creationId xmlns:a16="http://schemas.microsoft.com/office/drawing/2014/main" id="{5AC1722C-1BF5-4FBC-8722-207E944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8" name="Figure element 260">
            <a:extLst xmlns:a="http://schemas.openxmlformats.org/drawingml/2006/main">
              <a:ext uri="{FF2B5EF4-FFF2-40B4-BE49-F238E27FC236}">
                <a16:creationId xmlns:a16="http://schemas.microsoft.com/office/drawing/2014/main" id="{8A246260-6A14-49F7-81EB-666D402A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9" name="Figure element 261">
            <a:extLst xmlns:a="http://schemas.openxmlformats.org/drawingml/2006/main">
              <a:ext uri="{FF2B5EF4-FFF2-40B4-BE49-F238E27FC236}">
                <a16:creationId xmlns:a16="http://schemas.microsoft.com/office/drawing/2014/main" id="{C6B195D0-64E1-43EF-892C-E5CC343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62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0" name="Figure element 262">
            <a:extLst xmlns:a="http://schemas.openxmlformats.org/drawingml/2006/main">
              <a:ext uri="{FF2B5EF4-FFF2-40B4-BE49-F238E27FC236}">
                <a16:creationId xmlns:a16="http://schemas.microsoft.com/office/drawing/2014/main" id="{CF3652E5-FABF-413F-8325-427838E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1" name="Figure element 263">
            <a:extLst xmlns:a="http://schemas.openxmlformats.org/drawingml/2006/main">
              <a:ext uri="{FF2B5EF4-FFF2-40B4-BE49-F238E27FC236}">
                <a16:creationId xmlns:a16="http://schemas.microsoft.com/office/drawing/2014/main" id="{C743E13F-E92F-49B3-BDFD-C21D639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2" name="Figure element 264">
            <a:extLst xmlns:a="http://schemas.openxmlformats.org/drawingml/2006/main">
              <a:ext uri="{FF2B5EF4-FFF2-40B4-BE49-F238E27FC236}">
                <a16:creationId xmlns:a16="http://schemas.microsoft.com/office/drawing/2014/main" id="{49273CDA-36CB-43B2-BAC7-AEDCF9B1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3" name="Figure element 265">
            <a:extLst xmlns:a="http://schemas.openxmlformats.org/drawingml/2006/main">
              <a:ext uri="{FF2B5EF4-FFF2-40B4-BE49-F238E27FC236}">
                <a16:creationId xmlns:a16="http://schemas.microsoft.com/office/drawing/2014/main" id="{AE31C04F-586B-4082-9C96-C8D6D4EA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4" name="Figure element 266">
            <a:extLst xmlns:a="http://schemas.openxmlformats.org/drawingml/2006/main">
              <a:ext uri="{FF2B5EF4-FFF2-40B4-BE49-F238E27FC236}">
                <a16:creationId xmlns:a16="http://schemas.microsoft.com/office/drawing/2014/main" id="{2A20A7DE-29E1-48A9-BD7B-6434AD4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5" name="Figure element 267">
            <a:extLst xmlns:a="http://schemas.openxmlformats.org/drawingml/2006/main">
              <a:ext uri="{FF2B5EF4-FFF2-40B4-BE49-F238E27FC236}">
                <a16:creationId xmlns:a16="http://schemas.microsoft.com/office/drawing/2014/main" id="{EF2C5513-5995-4F04-A755-31CA5309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6" name="Figure element 268">
            <a:extLst xmlns:a="http://schemas.openxmlformats.org/drawingml/2006/main">
              <a:ext uri="{FF2B5EF4-FFF2-40B4-BE49-F238E27FC236}">
                <a16:creationId xmlns:a16="http://schemas.microsoft.com/office/drawing/2014/main" id="{D3051CD5-C8DF-4613-9884-2CDCA3F2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7" name="Figure element 269">
            <a:extLst xmlns:a="http://schemas.openxmlformats.org/drawingml/2006/main">
              <a:ext uri="{FF2B5EF4-FFF2-40B4-BE49-F238E27FC236}">
                <a16:creationId xmlns:a16="http://schemas.microsoft.com/office/drawing/2014/main" id="{3DE32DCF-419D-4E0F-8249-809D8281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8" name="Figure element 270">
            <a:extLst xmlns:a="http://schemas.openxmlformats.org/drawingml/2006/main">
              <a:ext uri="{FF2B5EF4-FFF2-40B4-BE49-F238E27FC236}">
                <a16:creationId xmlns:a16="http://schemas.microsoft.com/office/drawing/2014/main" id="{25C4F906-C818-4AA7-A78D-0F87D62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9" name="Figure element 271">
            <a:extLst xmlns:a="http://schemas.openxmlformats.org/drawingml/2006/main">
              <a:ext uri="{FF2B5EF4-FFF2-40B4-BE49-F238E27FC236}">
                <a16:creationId xmlns:a16="http://schemas.microsoft.com/office/drawing/2014/main" id="{79839717-61F7-40B6-9922-5F419084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0" name="Figure element 272">
            <a:extLst xmlns:a="http://schemas.openxmlformats.org/drawingml/2006/main">
              <a:ext uri="{FF2B5EF4-FFF2-40B4-BE49-F238E27FC236}">
                <a16:creationId xmlns:a16="http://schemas.microsoft.com/office/drawing/2014/main" id="{3533DB13-C1B7-4F60-B35D-DA20407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1" name="Figure element 273">
            <a:extLst xmlns:a="http://schemas.openxmlformats.org/drawingml/2006/main">
              <a:ext uri="{FF2B5EF4-FFF2-40B4-BE49-F238E27FC236}">
                <a16:creationId xmlns:a16="http://schemas.microsoft.com/office/drawing/2014/main" id="{51EAA00A-AB47-436D-B9E1-816D31B7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2" name="Figure element 274">
            <a:extLst xmlns:a="http://schemas.openxmlformats.org/drawingml/2006/main">
              <a:ext uri="{FF2B5EF4-FFF2-40B4-BE49-F238E27FC236}">
                <a16:creationId xmlns:a16="http://schemas.microsoft.com/office/drawing/2014/main" id="{7870C839-8433-4037-80D7-14F5283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62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93" name="Figure element 275">
            <a:extLst xmlns:a="http://schemas.openxmlformats.org/drawingml/2006/main">
              <a:ext uri="{FF2B5EF4-FFF2-40B4-BE49-F238E27FC236}">
                <a16:creationId xmlns:a16="http://schemas.microsoft.com/office/drawing/2014/main" id="{5C7143BF-F13A-41F9-B2FE-492304E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526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Ŵ′</a:t>
            </a:r>
          </a:p>
        </p:txBody>
      </p:sp>
      <p:sp>
        <p:nvSpPr>
          <p:cNvPr id="294" name="Figure element 276">
            <a:extLst xmlns:a="http://schemas.openxmlformats.org/drawingml/2006/main">
              <a:ext uri="{FF2B5EF4-FFF2-40B4-BE49-F238E27FC236}">
                <a16:creationId xmlns:a16="http://schemas.microsoft.com/office/drawing/2014/main" id="{F9C5ADA9-32EB-4B50-BA70-429AE6AA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5265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X′</a:t>
            </a:r>
          </a:p>
        </p:txBody>
      </p:sp>
      <p:sp>
        <p:nvSpPr>
          <p:cNvPr id="295" name="Figure element 277">
            <a:extLst xmlns:a="http://schemas.openxmlformats.org/drawingml/2006/main">
              <a:ext uri="{FF2B5EF4-FFF2-40B4-BE49-F238E27FC236}">
                <a16:creationId xmlns:a16="http://schemas.microsoft.com/office/drawing/2014/main" id="{A178BBFF-7604-4866-B81D-B150833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52575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rPr>
              <a:t>BF16 first</a:t>
            </a:r>
          </a:p>
        </p:txBody>
      </p:sp>
      <p:sp>
        <p:nvSpPr>
          <p:cNvPr id="296" name="Figure element 278">
            <a:extLst xmlns:a="http://schemas.openxmlformats.org/drawingml/2006/main">
              <a:ext uri="{FF2B5EF4-FFF2-40B4-BE49-F238E27FC236}">
                <a16:creationId xmlns:a16="http://schemas.microsoft.com/office/drawing/2014/main" id="{4BD2C1F9-0EAB-4936-ACC8-5B408DD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444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97" name="Figure element 279">
            <a:extLst xmlns:a="http://schemas.openxmlformats.org/drawingml/2006/main">
              <a:ext uri="{FF2B5EF4-FFF2-40B4-BE49-F238E27FC236}">
                <a16:creationId xmlns:a16="http://schemas.microsoft.com/office/drawing/2014/main" id="{628F645D-62DC-498E-8E54-251B8CBF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19" y="2797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632" name=""/>
          <p:cNvCxnSpPr>
            <a:stCxn xmlns:a="http://schemas.openxmlformats.org/drawingml/2006/main" id="296" idx="3"/>
            <a:endCxn xmlns:a="http://schemas.openxmlformats.org/drawingml/2006/main" id="297" idx="1"/>
          </p:cNvCxnSpPr>
          <p:nvPr/>
        </p:nvCxnSpPr>
        <p:spPr>
          <a:xfrm xmlns:a="http://schemas.openxmlformats.org/drawingml/2006/main">
            <a:off x="6984207" y="2419351"/>
            <a:ext cx="290512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299" name="Figure element 280">
            <a:extLst xmlns:a="http://schemas.openxmlformats.org/drawingml/2006/main">
              <a:ext uri="{FF2B5EF4-FFF2-40B4-BE49-F238E27FC236}">
                <a16:creationId xmlns:a16="http://schemas.microsoft.com/office/drawing/2014/main" id="{C949FD46-573E-4350-95CC-53B45B1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169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300" name="Figure element 281">
            <a:extLst xmlns:a="http://schemas.openxmlformats.org/drawingml/2006/main">
              <a:ext uri="{FF2B5EF4-FFF2-40B4-BE49-F238E27FC236}">
                <a16:creationId xmlns:a16="http://schemas.microsoft.com/office/drawing/2014/main" id="{729C8427-4354-461E-982B-D5B1288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44" y="2797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635" name=""/>
          <p:cNvCxnSpPr>
            <a:stCxn xmlns:a="http://schemas.openxmlformats.org/drawingml/2006/main" id="299" idx="3"/>
            <a:endCxn xmlns:a="http://schemas.openxmlformats.org/drawingml/2006/main" id="300" idx="1"/>
          </p:cNvCxnSpPr>
          <p:nvPr/>
        </p:nvCxnSpPr>
        <p:spPr>
          <a:xfrm xmlns:a="http://schemas.openxmlformats.org/drawingml/2006/main" flipH="1">
            <a:off x="7931944" y="2419351"/>
            <a:ext cx="280988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302" name="Figure element 282">
            <a:extLst xmlns:a="http://schemas.openxmlformats.org/drawingml/2006/main">
              <a:ext uri="{FF2B5EF4-FFF2-40B4-BE49-F238E27FC236}">
                <a16:creationId xmlns:a16="http://schemas.microsoft.com/office/drawing/2014/main" id="{82772916-01FE-4839-A740-1AA340F4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8573">
            <a:solidFill>
              <a:srgbClr val="24827F"/>
            </a:solidFill>
            <a:prstDash val="solid"/>
          </a:ln>
        </p:spPr>
      </p:sp>
      <p:sp>
        <p:nvSpPr>
          <p:cNvPr id="303" name="Figure element 283">
            <a:extLst xmlns:a="http://schemas.openxmlformats.org/drawingml/2006/main">
              <a:ext uri="{FF2B5EF4-FFF2-40B4-BE49-F238E27FC236}">
                <a16:creationId xmlns:a16="http://schemas.microsoft.com/office/drawing/2014/main" id="{EF8916D7-2BDC-47A1-9691-429AEA71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10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0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VQ linear</a:t>
            </a:r>
          </a:p>
        </p:txBody>
      </p:sp>
      <p:sp>
        <p:nvSpPr>
          <p:cNvPr id="304" name="Figure element 284">
            <a:extLst xmlns:a="http://schemas.openxmlformats.org/drawingml/2006/main">
              <a:ext uri="{FF2B5EF4-FFF2-40B4-BE49-F238E27FC236}">
                <a16:creationId xmlns:a16="http://schemas.microsoft.com/office/drawing/2014/main" id="{9B84343A-F48C-4B9E-AF22-361CA0DF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8573">
            <a:solidFill>
              <a:srgbClr val="4D7CAC"/>
            </a:solidFill>
            <a:prstDash val="solid"/>
          </a:ln>
        </p:spPr>
      </p:sp>
      <p:sp>
        <p:nvSpPr>
          <p:cNvPr id="305" name="Figure element 285">
            <a:extLst xmlns:a="http://schemas.openxmlformats.org/drawingml/2006/main">
              <a:ext uri="{FF2B5EF4-FFF2-40B4-BE49-F238E27FC236}">
                <a16:creationId xmlns:a16="http://schemas.microsoft.com/office/drawing/2014/main" id="{1AE30308-6DF7-497A-87EE-6F0E5F2F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10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0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Remaining layers</a:t>
            </a:r>
          </a:p>
        </p:txBody>
      </p:sp>
      <p:sp>
        <p:nvSpPr>
          <p:cNvPr id="306" name="Figure element 286">
            <a:extLst xmlns:a="http://schemas.openxmlformats.org/drawingml/2006/main">
              <a:ext uri="{FF2B5EF4-FFF2-40B4-BE49-F238E27FC236}">
                <a16:creationId xmlns:a16="http://schemas.microsoft.com/office/drawing/2014/main" id="{CA32518E-89E9-4686-BA89-F688A7D0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8573">
            <a:solidFill>
              <a:srgbClr val="4D7CAC"/>
            </a:solidFill>
            <a:prstDash val="solid"/>
          </a:ln>
        </p:spPr>
      </p:sp>
      <p:sp>
        <p:nvSpPr>
          <p:cNvPr id="307" name="Figure element 287">
            <a:extLst xmlns:a="http://schemas.openxmlformats.org/drawingml/2006/main">
              <a:ext uri="{FF2B5EF4-FFF2-40B4-BE49-F238E27FC236}">
                <a16:creationId xmlns:a16="http://schemas.microsoft.com/office/drawing/2014/main" id="{BB7422F0-51A9-4E51-9035-FFD047F9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10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0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Remaining layers</a:t>
            </a:r>
          </a:p>
        </p:txBody>
      </p:sp>
      <p:sp>
        <p:nvSpPr>
          <p:cNvPr id="308" name="Figure element 288">
            <a:extLst xmlns:a="http://schemas.openxmlformats.org/drawingml/2006/main">
              <a:ext uri="{FF2B5EF4-FFF2-40B4-BE49-F238E27FC236}">
                <a16:creationId xmlns:a16="http://schemas.microsoft.com/office/drawing/2014/main" id="{79DCB47D-DD72-4A94-A8F9-F96B4D44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34932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309" name="Figure element 289">
            <a:extLst xmlns:a="http://schemas.openxmlformats.org/drawingml/2006/main">
              <a:ext uri="{FF2B5EF4-FFF2-40B4-BE49-F238E27FC236}">
                <a16:creationId xmlns:a16="http://schemas.microsoft.com/office/drawing/2014/main" id="{13914B1A-7A97-40BF-9F74-BD7ADC36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37218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644" name=""/>
          <p:cNvCxnSpPr>
            <a:stCxn xmlns:a="http://schemas.openxmlformats.org/drawingml/2006/main" id="308" idx="3"/>
            <a:endCxn xmlns:a="http://schemas.openxmlformats.org/drawingml/2006/main" id="309" idx="1"/>
          </p:cNvCxnSpPr>
          <p:nvPr/>
        </p:nvCxnSpPr>
        <p:spPr>
          <a:xfrm xmlns:a="http://schemas.openxmlformats.org/drawingml/2006/main" flipH="1">
            <a:off x="7589044" y="3495676"/>
            <a:ext cx="4763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311" name="Figure element 290">
            <a:extLst xmlns:a="http://schemas.openxmlformats.org/drawingml/2006/main">
              <a:ext uri="{FF2B5EF4-FFF2-40B4-BE49-F238E27FC236}">
                <a16:creationId xmlns:a16="http://schemas.microsoft.com/office/drawing/2014/main" id="{206D3D3F-03E1-47AD-9481-15ECCFB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2" name="Figure element 291">
            <a:extLst xmlns:a="http://schemas.openxmlformats.org/drawingml/2006/main">
              <a:ext uri="{FF2B5EF4-FFF2-40B4-BE49-F238E27FC236}">
                <a16:creationId xmlns:a16="http://schemas.microsoft.com/office/drawing/2014/main" id="{278150D8-8AD2-48BE-A8AF-2D2F395F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3" name="Figure element 292">
            <a:extLst xmlns:a="http://schemas.openxmlformats.org/drawingml/2006/main">
              <a:ext uri="{FF2B5EF4-FFF2-40B4-BE49-F238E27FC236}">
                <a16:creationId xmlns:a16="http://schemas.microsoft.com/office/drawing/2014/main" id="{D25A3364-37BD-4F0F-96BE-A61AD19C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4" name="Figure element 293">
            <a:extLst xmlns:a="http://schemas.openxmlformats.org/drawingml/2006/main">
              <a:ext uri="{FF2B5EF4-FFF2-40B4-BE49-F238E27FC236}">
                <a16:creationId xmlns:a16="http://schemas.microsoft.com/office/drawing/2014/main" id="{67E21565-C44E-4239-91BB-1DDBF625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5" name="Figure element 294">
            <a:extLst xmlns:a="http://schemas.openxmlformats.org/drawingml/2006/main">
              <a:ext uri="{FF2B5EF4-FFF2-40B4-BE49-F238E27FC236}">
                <a16:creationId xmlns:a16="http://schemas.microsoft.com/office/drawing/2014/main" id="{5F567709-35A3-4489-9FD8-AEADEDA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6" name="Figure element 295">
            <a:extLst xmlns:a="http://schemas.openxmlformats.org/drawingml/2006/main">
              <a:ext uri="{FF2B5EF4-FFF2-40B4-BE49-F238E27FC236}">
                <a16:creationId xmlns:a16="http://schemas.microsoft.com/office/drawing/2014/main" id="{4D5355A5-C10F-4EBC-A3B6-547C3F7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7" name="Figure element 296">
            <a:extLst xmlns:a="http://schemas.openxmlformats.org/drawingml/2006/main">
              <a:ext uri="{FF2B5EF4-FFF2-40B4-BE49-F238E27FC236}">
                <a16:creationId xmlns:a16="http://schemas.microsoft.com/office/drawing/2014/main" id="{E9F93D5A-3B23-43FF-AE22-A61E585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8" name="Figure element 297">
            <a:extLst xmlns:a="http://schemas.openxmlformats.org/drawingml/2006/main">
              <a:ext uri="{FF2B5EF4-FFF2-40B4-BE49-F238E27FC236}">
                <a16:creationId xmlns:a16="http://schemas.microsoft.com/office/drawing/2014/main" id="{3597DBC3-AAB9-4F71-B402-64DC0476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9" name="Figure element 298">
            <a:extLst xmlns:a="http://schemas.openxmlformats.org/drawingml/2006/main">
              <a:ext uri="{FF2B5EF4-FFF2-40B4-BE49-F238E27FC236}">
                <a16:creationId xmlns:a16="http://schemas.microsoft.com/office/drawing/2014/main" id="{9BD46473-4016-4EF4-9874-9785E5C7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0" name="Figure element 299">
            <a:extLst xmlns:a="http://schemas.openxmlformats.org/drawingml/2006/main">
              <a:ext uri="{FF2B5EF4-FFF2-40B4-BE49-F238E27FC236}">
                <a16:creationId xmlns:a16="http://schemas.microsoft.com/office/drawing/2014/main" id="{D145E4D5-9776-4164-9167-04A3063D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1" name="Figure element 300">
            <a:extLst xmlns:a="http://schemas.openxmlformats.org/drawingml/2006/main">
              <a:ext uri="{FF2B5EF4-FFF2-40B4-BE49-F238E27FC236}">
                <a16:creationId xmlns:a16="http://schemas.microsoft.com/office/drawing/2014/main" id="{18F46C77-5099-4351-BF2E-E57D441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2" name="Figure element 301">
            <a:extLst xmlns:a="http://schemas.openxmlformats.org/drawingml/2006/main">
              <a:ext uri="{FF2B5EF4-FFF2-40B4-BE49-F238E27FC236}">
                <a16:creationId xmlns:a16="http://schemas.microsoft.com/office/drawing/2014/main" id="{C537662B-75DA-496B-A5FA-65707D43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3" name="Figure element 302">
            <a:extLst xmlns:a="http://schemas.openxmlformats.org/drawingml/2006/main">
              <a:ext uri="{FF2B5EF4-FFF2-40B4-BE49-F238E27FC236}">
                <a16:creationId xmlns:a16="http://schemas.microsoft.com/office/drawing/2014/main" id="{C7392882-7058-4E50-8FDD-9E3B7B33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4" name="Figure element 303">
            <a:extLst xmlns:a="http://schemas.openxmlformats.org/drawingml/2006/main">
              <a:ext uri="{FF2B5EF4-FFF2-40B4-BE49-F238E27FC236}">
                <a16:creationId xmlns:a16="http://schemas.microsoft.com/office/drawing/2014/main" id="{BD31FEDD-0BD4-4F7D-A35C-BD6750D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5" name="Figure element 304">
            <a:extLst xmlns:a="http://schemas.openxmlformats.org/drawingml/2006/main">
              <a:ext uri="{FF2B5EF4-FFF2-40B4-BE49-F238E27FC236}">
                <a16:creationId xmlns:a16="http://schemas.microsoft.com/office/drawing/2014/main" id="{BA19DF9C-8A73-4AD8-9F64-6908A335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6" name="Figure element 305">
            <a:extLst xmlns:a="http://schemas.openxmlformats.org/drawingml/2006/main">
              <a:ext uri="{FF2B5EF4-FFF2-40B4-BE49-F238E27FC236}">
                <a16:creationId xmlns:a16="http://schemas.microsoft.com/office/drawing/2014/main" id="{8E1BE87D-1DEB-496C-8D8B-8B02ABC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7" name="Figure element 306">
            <a:extLst xmlns:a="http://schemas.openxmlformats.org/drawingml/2006/main">
              <a:ext uri="{FF2B5EF4-FFF2-40B4-BE49-F238E27FC236}">
                <a16:creationId xmlns:a16="http://schemas.microsoft.com/office/drawing/2014/main" id="{34795B99-D0AB-4950-9DE0-D8DF9662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8" name="Figure element 307">
            <a:extLst xmlns:a="http://schemas.openxmlformats.org/drawingml/2006/main">
              <a:ext uri="{FF2B5EF4-FFF2-40B4-BE49-F238E27FC236}">
                <a16:creationId xmlns:a16="http://schemas.microsoft.com/office/drawing/2014/main" id="{64FC5477-8952-40AC-A776-AFF0120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9" name="Figure element 308">
            <a:extLst xmlns:a="http://schemas.openxmlformats.org/drawingml/2006/main">
              <a:ext uri="{FF2B5EF4-FFF2-40B4-BE49-F238E27FC236}">
                <a16:creationId xmlns:a16="http://schemas.microsoft.com/office/drawing/2014/main" id="{141F84DA-6EB4-4AA6-AD0A-B0A525A6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30" name="Figure element 309">
            <a:extLst xmlns:a="http://schemas.openxmlformats.org/drawingml/2006/main">
              <a:ext uri="{FF2B5EF4-FFF2-40B4-BE49-F238E27FC236}">
                <a16:creationId xmlns:a16="http://schemas.microsoft.com/office/drawing/2014/main" id="{64051E89-5F8E-47E2-A733-7F25AF61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31" name="Figure element 310">
            <a:extLst xmlns:a="http://schemas.openxmlformats.org/drawingml/2006/main">
              <a:ext uri="{FF2B5EF4-FFF2-40B4-BE49-F238E27FC236}">
                <a16:creationId xmlns:a16="http://schemas.microsoft.com/office/drawing/2014/main" id="{4ECC5775-F4D2-4C47-B815-D2F8B42F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67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32" name="Figure element 311">
            <a:extLst xmlns:a="http://schemas.openxmlformats.org/drawingml/2006/main">
              <a:ext uri="{FF2B5EF4-FFF2-40B4-BE49-F238E27FC236}">
                <a16:creationId xmlns:a16="http://schemas.microsoft.com/office/drawing/2014/main" id="{1996A672-25FF-4F6D-BFB9-7F9ED2E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385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333" name="Figure element 312">
            <a:extLst xmlns:a="http://schemas.openxmlformats.org/drawingml/2006/main">
              <a:ext uri="{FF2B5EF4-FFF2-40B4-BE49-F238E27FC236}">
                <a16:creationId xmlns:a16="http://schemas.microsoft.com/office/drawing/2014/main" id="{6426141E-8DCF-4782-BA4A-E41F3383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2105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Final action chunk</a:t>
            </a:r>
          </a:p>
        </p:txBody>
      </p:sp>
      <p:sp>
        <p:nvSpPr>
          <p:cNvPr id="33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ACCEC919-E7D3-4FD4-975D-068D6C27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Proposed method. Matrices and assignments are schematic. BF16 activations for the first weight-VQ pilot.</a:t>
            </a:r>
          </a:p>
        </p:txBody>
      </p:sp>
      <p:sp>
        <p:nvSpPr>
          <p:cNvPr id="33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B571D35-D302-4B22-8FBC-6CFDA96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Codebook geometry: proposal 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Figure element 313">
            <a:extLst xmlns:a="http://schemas.openxmlformats.org/drawingml/2006/main">
              <a:ext uri="{FF2B5EF4-FFF2-40B4-BE49-F238E27FC236}">
                <a16:creationId xmlns:a16="http://schemas.microsoft.com/office/drawing/2014/main" id="{81FE52D8-08B3-46C2-9E95-5CA888A5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(a) Error direction</a:t>
            </a:r>
          </a:p>
        </p:txBody>
      </p:sp>
      <p:sp>
        <p:nvSpPr>
          <p:cNvPr id="5" name="Figure element 314">
            <a:extLst xmlns:a="http://schemas.openxmlformats.org/drawingml/2006/main">
              <a:ext uri="{FF2B5EF4-FFF2-40B4-BE49-F238E27FC236}">
                <a16:creationId xmlns:a16="http://schemas.microsoft.com/office/drawing/2014/main" id="{C18AD411-5907-40A3-929B-BBF2180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838200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(b) Distortion</a:t>
            </a:r>
          </a:p>
        </p:txBody>
      </p:sp>
      <p:sp>
        <p:nvSpPr>
          <p:cNvPr id="6" name="Figure element 315">
            <a:extLst xmlns:a="http://schemas.openxmlformats.org/drawingml/2006/main">
              <a:ext uri="{FF2B5EF4-FFF2-40B4-BE49-F238E27FC236}">
                <a16:creationId xmlns:a16="http://schemas.microsoft.com/office/drawing/2014/main" id="{EA2E3059-6C4A-40AA-A873-BD404E6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838200"/>
            <a:ext cx="2219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(c) Codebook metric</a:t>
            </a:r>
          </a:p>
        </p:txBody>
      </p:sp>
      <p:sp>
        <p:nvSpPr>
          <p:cNvPr id="7" name="Figure element 316">
            <a:extLst xmlns:a="http://schemas.openxmlformats.org/drawingml/2006/main">
              <a:ext uri="{FF2B5EF4-FFF2-40B4-BE49-F238E27FC236}">
                <a16:creationId xmlns:a16="http://schemas.microsoft.com/office/drawing/2014/main" id="{D71092DC-E062-4A27-8C1D-A8D1D128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994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8" name="Figure element 317">
            <a:extLst xmlns:a="http://schemas.openxmlformats.org/drawingml/2006/main">
              <a:ext uri="{FF2B5EF4-FFF2-40B4-BE49-F238E27FC236}">
                <a16:creationId xmlns:a16="http://schemas.microsoft.com/office/drawing/2014/main" id="{33DDBFF6-1932-4217-9124-C80C4E5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994" y="43886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9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3759994" y="838201"/>
            <a:ext cx="4763" cy="35528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dash"/>
          </a:ln>
        </p:spPr>
      </p:cxnSp>
      <p:sp>
        <p:nvSpPr>
          <p:cNvPr id="10" name="Figure element 318">
            <a:extLst xmlns:a="http://schemas.openxmlformats.org/drawingml/2006/main">
              <a:ext uri="{FF2B5EF4-FFF2-40B4-BE49-F238E27FC236}">
                <a16:creationId xmlns:a16="http://schemas.microsoft.com/office/drawing/2014/main" id="{160DC960-EB2E-49A4-835F-8B2BB66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619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" name="Figure element 319">
            <a:extLst xmlns:a="http://schemas.openxmlformats.org/drawingml/2006/main">
              <a:ext uri="{FF2B5EF4-FFF2-40B4-BE49-F238E27FC236}">
                <a16:creationId xmlns:a16="http://schemas.microsoft.com/office/drawing/2014/main" id="{97384130-C16E-4988-9AAA-DC0E7A43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619" y="43886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9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6474619" y="838201"/>
            <a:ext cx="4763" cy="35528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dash"/>
          </a:ln>
        </p:spPr>
      </p:cxnSp>
      <p:sp>
        <p:nvSpPr>
          <p:cNvPr id="13" name="Figure element 320">
            <a:extLst xmlns:a="http://schemas.openxmlformats.org/drawingml/2006/main">
              <a:ext uri="{FF2B5EF4-FFF2-40B4-BE49-F238E27FC236}">
                <a16:creationId xmlns:a16="http://schemas.microsoft.com/office/drawing/2014/main" id="{878DEC20-7B36-4172-AE63-3276A26B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1530668"/>
            <a:ext cx="840105" cy="25203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7D8EA"/>
            </a:solidFill>
            <a:prstDash val="solid"/>
          </a:ln>
        </p:spPr>
      </p:sp>
      <p:sp>
        <p:nvSpPr>
          <p:cNvPr id="14" name="Figure element 321">
            <a:extLst xmlns:a="http://schemas.openxmlformats.org/drawingml/2006/main">
              <a:ext uri="{FF2B5EF4-FFF2-40B4-BE49-F238E27FC236}">
                <a16:creationId xmlns:a16="http://schemas.microsoft.com/office/drawing/2014/main" id="{E1DCF88C-C25B-412F-993B-F5DDB66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" y="1950720"/>
            <a:ext cx="560070" cy="16802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91B9D2"/>
            </a:solidFill>
            <a:prstDash val="solid"/>
          </a:ln>
        </p:spPr>
      </p:sp>
      <p:sp>
        <p:nvSpPr>
          <p:cNvPr id="15" name="Figure element 322">
            <a:extLst xmlns:a="http://schemas.openxmlformats.org/drawingml/2006/main">
              <a:ext uri="{FF2B5EF4-FFF2-40B4-BE49-F238E27FC236}">
                <a16:creationId xmlns:a16="http://schemas.microsoft.com/office/drawing/2014/main" id="{52412790-060D-495A-9755-81D17D5A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3" y="2370773"/>
            <a:ext cx="280035" cy="8401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4827F"/>
            </a:solidFill>
            <a:prstDash val="solid"/>
          </a:ln>
        </p:spPr>
      </p:sp>
      <p:sp>
        <p:nvSpPr>
          <p:cNvPr id="16" name="Figure element 323">
            <a:extLst xmlns:a="http://schemas.openxmlformats.org/drawingml/2006/main">
              <a:ext uri="{FF2B5EF4-FFF2-40B4-BE49-F238E27FC236}">
                <a16:creationId xmlns:a16="http://schemas.microsoft.com/office/drawing/2014/main" id="{61FCEF4A-2A7C-4501-A20E-AF8BF4A8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2370773"/>
            <a:ext cx="840105" cy="8401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B08227"/>
            </a:solidFill>
            <a:prstDash val="dash"/>
          </a:ln>
        </p:spPr>
      </p:sp>
      <p:sp>
        <p:nvSpPr>
          <p:cNvPr id="17" name="Figure element 324">
            <a:extLst xmlns:a="http://schemas.openxmlformats.org/drawingml/2006/main">
              <a:ext uri="{FF2B5EF4-FFF2-40B4-BE49-F238E27FC236}">
                <a16:creationId xmlns:a16="http://schemas.microsoft.com/office/drawing/2014/main" id="{1E3FBC35-648A-4B05-A8B1-C3A0D9B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4" y="27884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8" name="Figure element 325">
            <a:extLst xmlns:a="http://schemas.openxmlformats.org/drawingml/2006/main">
              <a:ext uri="{FF2B5EF4-FFF2-40B4-BE49-F238E27FC236}">
                <a16:creationId xmlns:a16="http://schemas.microsoft.com/office/drawing/2014/main" id="{DACA9CA7-9218-4D6B-A159-2650F7E1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27884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0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5807" y="2790826"/>
            <a:ext cx="270033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B7380"/>
            </a:solidFill>
            <a:prstDash val="solid"/>
            <a:tailEnd type="triangle" w="sm" len="sm"/>
          </a:ln>
        </p:spPr>
      </p:cxnSp>
      <p:sp>
        <p:nvSpPr>
          <p:cNvPr id="20" name="Figure element 326">
            <a:extLst xmlns:a="http://schemas.openxmlformats.org/drawingml/2006/main">
              <a:ext uri="{FF2B5EF4-FFF2-40B4-BE49-F238E27FC236}">
                <a16:creationId xmlns:a16="http://schemas.microsoft.com/office/drawing/2014/main" id="{D2F8F0E9-161A-46C3-9CD9-59741882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19" y="4074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" name="Figure element 327">
            <a:extLst xmlns:a="http://schemas.openxmlformats.org/drawingml/2006/main">
              <a:ext uri="{FF2B5EF4-FFF2-40B4-BE49-F238E27FC236}">
                <a16:creationId xmlns:a16="http://schemas.microsoft.com/office/drawing/2014/main" id="{93924A9A-BE25-4B6D-9825-E49156A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19" y="13977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0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 flipV="1">
            <a:off x="1864519" y="1400176"/>
            <a:ext cx="4763" cy="267652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B7380"/>
            </a:solidFill>
            <a:prstDash val="solid"/>
            <a:tailEnd type="triangle" w="sm" len="sm"/>
          </a:ln>
        </p:spPr>
      </p:cxnSp>
      <p:sp>
        <p:nvSpPr>
          <p:cNvPr id="23" name="Figure element 328">
            <a:extLst xmlns:a="http://schemas.openxmlformats.org/drawingml/2006/main">
              <a:ext uri="{FF2B5EF4-FFF2-40B4-BE49-F238E27FC236}">
                <a16:creationId xmlns:a16="http://schemas.microsoft.com/office/drawing/2014/main" id="{2BF108EA-5DA1-458A-B77E-537EFBC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Sensitive direction</a:t>
            </a:r>
          </a:p>
        </p:txBody>
      </p:sp>
      <p:sp>
        <p:nvSpPr>
          <p:cNvPr id="24" name="Figure element 329">
            <a:extLst xmlns:a="http://schemas.openxmlformats.org/drawingml/2006/main">
              <a:ext uri="{FF2B5EF4-FFF2-40B4-BE49-F238E27FC236}">
                <a16:creationId xmlns:a16="http://schemas.microsoft.com/office/drawing/2014/main" id="{0FD0C7F8-8638-4B1D-98B2-071918E6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47775"/>
            <a:ext cx="1123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</p:txBody>
      </p:sp>
      <p:sp>
        <p:nvSpPr>
          <p:cNvPr id="25" name="Figure element 330">
            <a:extLst xmlns:a="http://schemas.openxmlformats.org/drawingml/2006/main">
              <a:ext uri="{FF2B5EF4-FFF2-40B4-BE49-F238E27FC236}">
                <a16:creationId xmlns:a16="http://schemas.microsoft.com/office/drawing/2014/main" id="{D8DA7023-2791-4084-B94C-7174281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3" y="27498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D70"/>
          </a:solidFill>
          <a:ln xmlns:a="http://schemas.openxmlformats.org/drawingml/2006/main" w="7620">
            <a:solidFill>
              <a:srgbClr val="253D70"/>
            </a:solidFill>
            <a:prstDash val="solid"/>
          </a:ln>
        </p:spPr>
      </p:sp>
      <p:sp>
        <p:nvSpPr>
          <p:cNvPr id="26" name="Figure element 331">
            <a:extLst xmlns:a="http://schemas.openxmlformats.org/drawingml/2006/main">
              <a:ext uri="{FF2B5EF4-FFF2-40B4-BE49-F238E27FC236}">
                <a16:creationId xmlns:a16="http://schemas.microsoft.com/office/drawing/2014/main" id="{823F3E07-9FD2-47AB-B491-B0EAAAD1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95" y="27498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7620">
            <a:solidFill>
              <a:srgbClr val="B08227"/>
            </a:solidFill>
            <a:prstDash val="solid"/>
          </a:ln>
        </p:spPr>
      </p:sp>
      <p:sp>
        <p:nvSpPr>
          <p:cNvPr id="27" name="Figure element 332">
            <a:extLst xmlns:a="http://schemas.openxmlformats.org/drawingml/2006/main">
              <a:ext uri="{FF2B5EF4-FFF2-40B4-BE49-F238E27FC236}">
                <a16:creationId xmlns:a16="http://schemas.microsoft.com/office/drawing/2014/main" id="{05943384-F679-4280-9248-B4B4B489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3" y="190976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solidFill>
              <a:srgbClr val="24827F"/>
            </a:solidFill>
            <a:prstDash val="solid"/>
          </a:ln>
        </p:spPr>
      </p:sp>
      <p:sp>
        <p:nvSpPr>
          <p:cNvPr id="28" name="Figure element 333">
            <a:extLst xmlns:a="http://schemas.openxmlformats.org/drawingml/2006/main">
              <a:ext uri="{FF2B5EF4-FFF2-40B4-BE49-F238E27FC236}">
                <a16:creationId xmlns:a16="http://schemas.microsoft.com/office/drawing/2014/main" id="{09C8254D-F8DF-44BF-94FB-6F5E569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144" y="27884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9" name="Figure element 334">
            <a:extLst xmlns:a="http://schemas.openxmlformats.org/drawingml/2006/main">
              <a:ext uri="{FF2B5EF4-FFF2-40B4-BE49-F238E27FC236}">
                <a16:creationId xmlns:a16="http://schemas.microsoft.com/office/drawing/2014/main" id="{BB1DCE0C-A6DE-49DA-9C53-61E220E9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946" y="27884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1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916907" y="2790826"/>
            <a:ext cx="320039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31" name="Figure element 335">
            <a:extLst xmlns:a="http://schemas.openxmlformats.org/drawingml/2006/main">
              <a:ext uri="{FF2B5EF4-FFF2-40B4-BE49-F238E27FC236}">
                <a16:creationId xmlns:a16="http://schemas.microsoft.com/office/drawing/2014/main" id="{E9902D46-5B7E-4E06-BF53-DD75C1E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19" y="27312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32" name="Figure element 336">
            <a:extLst xmlns:a="http://schemas.openxmlformats.org/drawingml/2006/main">
              <a:ext uri="{FF2B5EF4-FFF2-40B4-BE49-F238E27FC236}">
                <a16:creationId xmlns:a16="http://schemas.microsoft.com/office/drawing/2014/main" id="{A59E0A5A-F534-4EC2-85E4-3CB3AA4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19" y="201501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1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 flipV="1">
            <a:off x="1864519" y="2017396"/>
            <a:ext cx="4763" cy="71628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34" name="Figure element 337">
            <a:extLst xmlns:a="http://schemas.openxmlformats.org/drawingml/2006/main">
              <a:ext uri="{FF2B5EF4-FFF2-40B4-BE49-F238E27FC236}">
                <a16:creationId xmlns:a16="http://schemas.microsoft.com/office/drawing/2014/main" id="{18421A75-7379-4F46-AE6B-8582ACF8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 = (0,0)</a:t>
            </a:r>
          </a:p>
        </p:txBody>
      </p:sp>
      <p:sp>
        <p:nvSpPr>
          <p:cNvPr id="35" name="Figure element 338">
            <a:extLst xmlns:a="http://schemas.openxmlformats.org/drawingml/2006/main">
              <a:ext uri="{FF2B5EF4-FFF2-40B4-BE49-F238E27FC236}">
                <a16:creationId xmlns:a16="http://schemas.microsoft.com/office/drawing/2014/main" id="{FE0EBDC7-D224-432F-BFDA-042427C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c₁ = (0.3,0)</a:t>
            </a:r>
          </a:p>
        </p:txBody>
      </p:sp>
      <p:sp>
        <p:nvSpPr>
          <p:cNvPr id="36" name="Figure element 339">
            <a:extLst xmlns:a="http://schemas.openxmlformats.org/drawingml/2006/main">
              <a:ext uri="{FF2B5EF4-FFF2-40B4-BE49-F238E27FC236}">
                <a16:creationId xmlns:a16="http://schemas.microsoft.com/office/drawing/2014/main" id="{641D8734-5D49-44AC-A903-98EA04BE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383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c₂ = (0,0.6)</a:t>
            </a:r>
          </a:p>
        </p:txBody>
      </p:sp>
      <p:sp>
        <p:nvSpPr>
          <p:cNvPr id="37" name="Figure element 340">
            <a:extLst xmlns:a="http://schemas.openxmlformats.org/drawingml/2006/main">
              <a:ext uri="{FF2B5EF4-FFF2-40B4-BE49-F238E27FC236}">
                <a16:creationId xmlns:a16="http://schemas.microsoft.com/office/drawing/2014/main" id="{1DAACDA1-8907-4ECA-BD52-F8E077B8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243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Gold: L₂ nearest</a:t>
            </a:r>
          </a:p>
          <a:p xmlns:a="http://schemas.openxmlformats.org/drawingml/2006/main">
            <a:pPr algn="l">
              <a:defRPr sz="1238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Teal: action-weighted nearest</a:t>
            </a:r>
          </a:p>
        </p:txBody>
      </p:sp>
      <p:sp>
        <p:nvSpPr>
          <p:cNvPr id="38" name="Figure element 341">
            <a:extLst xmlns:a="http://schemas.openxmlformats.org/drawingml/2006/main">
              <a:ext uri="{FF2B5EF4-FFF2-40B4-BE49-F238E27FC236}">
                <a16:creationId xmlns:a16="http://schemas.microsoft.com/office/drawing/2014/main" id="{1417DE89-2ECA-42DC-9E05-58964A83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8587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Squared distance</a:t>
            </a:r>
          </a:p>
        </p:txBody>
      </p:sp>
      <p:sp>
        <p:nvSpPr>
          <p:cNvPr id="39" name="Figure element 342">
            <a:extLst xmlns:a="http://schemas.openxmlformats.org/drawingml/2006/main">
              <a:ext uri="{FF2B5EF4-FFF2-40B4-BE49-F238E27FC236}">
                <a16:creationId xmlns:a16="http://schemas.microsoft.com/office/drawing/2014/main" id="{40E0DDF1-039D-4C93-A200-F1A1522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6764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L₂</a:t>
            </a:r>
          </a:p>
        </p:txBody>
      </p:sp>
      <p:sp>
        <p:nvSpPr>
          <p:cNvPr id="40" name="Figure element 343">
            <a:extLst xmlns:a="http://schemas.openxmlformats.org/drawingml/2006/main">
              <a:ext uri="{FF2B5EF4-FFF2-40B4-BE49-F238E27FC236}">
                <a16:creationId xmlns:a16="http://schemas.microsoft.com/office/drawing/2014/main" id="{6CDF5BF0-1300-4F45-9C20-AF99377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41" name="Figure element 344">
            <a:extLst xmlns:a="http://schemas.openxmlformats.org/drawingml/2006/main">
              <a:ext uri="{FF2B5EF4-FFF2-40B4-BE49-F238E27FC236}">
                <a16:creationId xmlns:a16="http://schemas.microsoft.com/office/drawing/2014/main" id="{FD4A8B98-3866-45E9-A0CF-FFD7BAF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57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c₁</a:t>
            </a:r>
          </a:p>
        </p:txBody>
      </p:sp>
      <p:sp>
        <p:nvSpPr>
          <p:cNvPr id="42" name="Figure element 345">
            <a:extLst xmlns:a="http://schemas.openxmlformats.org/drawingml/2006/main">
              <a:ext uri="{FF2B5EF4-FFF2-40B4-BE49-F238E27FC236}">
                <a16:creationId xmlns:a16="http://schemas.microsoft.com/office/drawing/2014/main" id="{00BBA729-A330-48BA-B83F-8292384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15687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3" name="Figure element 346">
            <a:extLst xmlns:a="http://schemas.openxmlformats.org/drawingml/2006/main">
              <a:ext uri="{FF2B5EF4-FFF2-40B4-BE49-F238E27FC236}">
                <a16:creationId xmlns:a16="http://schemas.microsoft.com/office/drawing/2014/main" id="{3057EAF6-93A3-444B-972B-64D6F957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193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0.09</a:t>
            </a:r>
          </a:p>
        </p:txBody>
      </p:sp>
      <p:sp>
        <p:nvSpPr>
          <p:cNvPr id="44" name="Figure element 347">
            <a:extLst xmlns:a="http://schemas.openxmlformats.org/drawingml/2006/main">
              <a:ext uri="{FF2B5EF4-FFF2-40B4-BE49-F238E27FC236}">
                <a16:creationId xmlns:a16="http://schemas.microsoft.com/office/drawing/2014/main" id="{0D33A9E5-DAB1-4FB2-AFB9-784FD95F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141189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5" name="Figure element 348">
            <a:extLst xmlns:a="http://schemas.openxmlformats.org/drawingml/2006/main">
              <a:ext uri="{FF2B5EF4-FFF2-40B4-BE49-F238E27FC236}">
                <a16:creationId xmlns:a16="http://schemas.microsoft.com/office/drawing/2014/main" id="{3C7A5A7D-CBB7-41EE-A599-240D263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336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0.81</a:t>
            </a:r>
          </a:p>
        </p:txBody>
      </p:sp>
      <p:sp>
        <p:nvSpPr>
          <p:cNvPr id="46" name="Figure element 349">
            <a:extLst xmlns:a="http://schemas.openxmlformats.org/drawingml/2006/main">
              <a:ext uri="{FF2B5EF4-FFF2-40B4-BE49-F238E27FC236}">
                <a16:creationId xmlns:a16="http://schemas.microsoft.com/office/drawing/2014/main" id="{B5C2E656-8607-4B40-8745-065DE33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c₂</a:t>
            </a:r>
          </a:p>
        </p:txBody>
      </p:sp>
      <p:sp>
        <p:nvSpPr>
          <p:cNvPr id="47" name="Figure element 350">
            <a:extLst xmlns:a="http://schemas.openxmlformats.org/drawingml/2006/main">
              <a:ext uri="{FF2B5EF4-FFF2-40B4-BE49-F238E27FC236}">
                <a16:creationId xmlns:a16="http://schemas.microsoft.com/office/drawing/2014/main" id="{C49AB6CB-C3D5-4737-ACBF-DF959A7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9900"/>
            <a:ext cx="62750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8" name="Figure element 351">
            <a:extLst xmlns:a="http://schemas.openxmlformats.org/drawingml/2006/main">
              <a:ext uri="{FF2B5EF4-FFF2-40B4-BE49-F238E27FC236}">
                <a16:creationId xmlns:a16="http://schemas.microsoft.com/office/drawing/2014/main" id="{F33CB6BD-F8D2-411D-A9A6-55D8F89C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95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0.36</a:t>
            </a:r>
          </a:p>
        </p:txBody>
      </p:sp>
      <p:sp>
        <p:nvSpPr>
          <p:cNvPr id="49" name="Figure element 352">
            <a:extLst xmlns:a="http://schemas.openxmlformats.org/drawingml/2006/main">
              <a:ext uri="{FF2B5EF4-FFF2-40B4-BE49-F238E27FC236}">
                <a16:creationId xmlns:a16="http://schemas.microsoft.com/office/drawing/2014/main" id="{A92E7112-8DE2-47D9-9032-1005108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627507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0" name="Figure element 353">
            <a:extLst xmlns:a="http://schemas.openxmlformats.org/drawingml/2006/main">
              <a:ext uri="{FF2B5EF4-FFF2-40B4-BE49-F238E27FC236}">
                <a16:creationId xmlns:a16="http://schemas.microsoft.com/office/drawing/2014/main" id="{53FAA81C-E3E2-4207-8FA3-E0FDEF7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04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0.36</a:t>
            </a:r>
          </a:p>
        </p:txBody>
      </p:sp>
      <p:sp>
        <p:nvSpPr>
          <p:cNvPr id="51" name="Figure element 354">
            <a:extLst xmlns:a="http://schemas.openxmlformats.org/drawingml/2006/main">
              <a:ext uri="{FF2B5EF4-FFF2-40B4-BE49-F238E27FC236}">
                <a16:creationId xmlns:a16="http://schemas.microsoft.com/office/drawing/2014/main" id="{CF1F8837-9664-46AC-BBBE-4B704507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22764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L₂ selects c₁</a:t>
            </a:r>
          </a:p>
          <a:p xmlns:a="http://schemas.openxmlformats.org/drawingml/2006/main">
            <a:pPr algn="l">
              <a:def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Action metric selects c₂</a:t>
            </a:r>
          </a:p>
        </p:txBody>
      </p:sp>
      <p:sp>
        <p:nvSpPr>
          <p:cNvPr id="52" name="Figure element 355">
            <a:extLst xmlns:a="http://schemas.openxmlformats.org/drawingml/2006/main">
              <a:ext uri="{FF2B5EF4-FFF2-40B4-BE49-F238E27FC236}">
                <a16:creationId xmlns:a16="http://schemas.microsoft.com/office/drawing/2014/main" id="{BC12EBAA-604F-49AE-A72D-4513519D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2763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M = diag(9,1)</a:t>
            </a:r>
          </a:p>
        </p:txBody>
      </p:sp>
      <p:sp>
        <p:nvSpPr>
          <p:cNvPr id="53" name="Figure element 356">
            <a:extLst xmlns:a="http://schemas.openxmlformats.org/drawingml/2006/main">
              <a:ext uri="{FF2B5EF4-FFF2-40B4-BE49-F238E27FC236}">
                <a16:creationId xmlns:a16="http://schemas.microsoft.com/office/drawing/2014/main" id="{BDA05DAA-1097-42C5-B8AE-6A8A73B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4" name="Figure element 357">
            <a:extLst xmlns:a="http://schemas.openxmlformats.org/drawingml/2006/main">
              <a:ext uri="{FF2B5EF4-FFF2-40B4-BE49-F238E27FC236}">
                <a16:creationId xmlns:a16="http://schemas.microsoft.com/office/drawing/2014/main" id="{46A0ED70-B8A2-4EFE-9DAC-9D29E17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5" name="Figure element 358">
            <a:extLst xmlns:a="http://schemas.openxmlformats.org/drawingml/2006/main">
              <a:ext uri="{FF2B5EF4-FFF2-40B4-BE49-F238E27FC236}">
                <a16:creationId xmlns:a16="http://schemas.microsoft.com/office/drawing/2014/main" id="{362FB913-00F9-498A-BFA7-42BD1E3F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812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6" name="Figure element 359">
            <a:extLst xmlns:a="http://schemas.openxmlformats.org/drawingml/2006/main">
              <a:ext uri="{FF2B5EF4-FFF2-40B4-BE49-F238E27FC236}">
                <a16:creationId xmlns:a16="http://schemas.microsoft.com/office/drawing/2014/main" id="{92A15A95-34EC-41B6-B14A-CC98237F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7" name="Figure element 360">
            <a:extLst xmlns:a="http://schemas.openxmlformats.org/drawingml/2006/main">
              <a:ext uri="{FF2B5EF4-FFF2-40B4-BE49-F238E27FC236}">
                <a16:creationId xmlns:a16="http://schemas.microsoft.com/office/drawing/2014/main" id="{986B62B8-72C2-4066-97D3-A9FF6AED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58" name="Figure element 361">
            <a:extLst xmlns:a="http://schemas.openxmlformats.org/drawingml/2006/main">
              <a:ext uri="{FF2B5EF4-FFF2-40B4-BE49-F238E27FC236}">
                <a16:creationId xmlns:a16="http://schemas.microsoft.com/office/drawing/2014/main" id="{565E8F5C-D941-485D-BDF0-BF829A44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59" name="Figure element 362">
            <a:extLst xmlns:a="http://schemas.openxmlformats.org/drawingml/2006/main">
              <a:ext uri="{FF2B5EF4-FFF2-40B4-BE49-F238E27FC236}">
                <a16:creationId xmlns:a16="http://schemas.microsoft.com/office/drawing/2014/main" id="{E9CF0EA1-DEE7-4CD1-A2E7-200E34F9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0" name="Figure element 363">
            <a:extLst xmlns:a="http://schemas.openxmlformats.org/drawingml/2006/main">
              <a:ext uri="{FF2B5EF4-FFF2-40B4-BE49-F238E27FC236}">
                <a16:creationId xmlns:a16="http://schemas.microsoft.com/office/drawing/2014/main" id="{6F3CDD68-B321-4F37-8B24-6130886C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81200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1" name="Figure element 364">
            <a:extLst xmlns:a="http://schemas.openxmlformats.org/drawingml/2006/main">
              <a:ext uri="{FF2B5EF4-FFF2-40B4-BE49-F238E27FC236}">
                <a16:creationId xmlns:a16="http://schemas.microsoft.com/office/drawing/2014/main" id="{0FD7E66C-C53E-431B-A433-147984F8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2" name="Figure element 365">
            <a:extLst xmlns:a="http://schemas.openxmlformats.org/drawingml/2006/main">
              <a:ext uri="{FF2B5EF4-FFF2-40B4-BE49-F238E27FC236}">
                <a16:creationId xmlns:a16="http://schemas.microsoft.com/office/drawing/2014/main" id="{0A3CB049-AF62-4999-AD52-43E1DB1E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6975"/>
            <a:ext cx="2124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dₘ(w,c) =</a:t>
            </a:r>
          </a:p>
          <a:p xmlns:a="http://schemas.openxmlformats.org/drawingml/2006/main">
            <a:pPr algn="l">
              <a:defRPr sz="15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(w−c)ᵀM(w−c)</a:t>
            </a:r>
          </a:p>
        </p:txBody>
      </p:sp>
      <p:sp>
        <p:nvSpPr>
          <p:cNvPr id="63" name="Figure element 366">
            <a:extLst xmlns:a="http://schemas.openxmlformats.org/drawingml/2006/main">
              <a:ext uri="{FF2B5EF4-FFF2-40B4-BE49-F238E27FC236}">
                <a16:creationId xmlns:a16="http://schemas.microsoft.com/office/drawing/2014/main" id="{E13140EA-0942-4FBC-A7A6-7531168E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64" name="Figure element 367">
            <a:extLst xmlns:a="http://schemas.openxmlformats.org/drawingml/2006/main">
              <a:ext uri="{FF2B5EF4-FFF2-40B4-BE49-F238E27FC236}">
                <a16:creationId xmlns:a16="http://schemas.microsoft.com/office/drawing/2014/main" id="{43FFA705-445D-46CA-BED8-2FAC04E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65" name="Figure element 368">
            <a:extLst xmlns:a="http://schemas.openxmlformats.org/drawingml/2006/main">
              <a:ext uri="{FF2B5EF4-FFF2-40B4-BE49-F238E27FC236}">
                <a16:creationId xmlns:a16="http://schemas.microsoft.com/office/drawing/2014/main" id="{D06F4709-A627-446E-B7D9-60587AF6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66" name="Figure element 369">
            <a:extLst xmlns:a="http://schemas.openxmlformats.org/drawingml/2006/main">
              <a:ext uri="{FF2B5EF4-FFF2-40B4-BE49-F238E27FC236}">
                <a16:creationId xmlns:a16="http://schemas.microsoft.com/office/drawing/2014/main" id="{01EC86EF-00FD-4D49-B1FE-CA33F4E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67" name="Figure element 370">
            <a:extLst xmlns:a="http://schemas.openxmlformats.org/drawingml/2006/main">
              <a:ext uri="{FF2B5EF4-FFF2-40B4-BE49-F238E27FC236}">
                <a16:creationId xmlns:a16="http://schemas.microsoft.com/office/drawing/2014/main" id="{08E121DA-F6FA-4D54-87AD-0443597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68" name="Figure element 371">
            <a:extLst xmlns:a="http://schemas.openxmlformats.org/drawingml/2006/main">
              <a:ext uri="{FF2B5EF4-FFF2-40B4-BE49-F238E27FC236}">
                <a16:creationId xmlns:a16="http://schemas.microsoft.com/office/drawing/2014/main" id="{961B5523-7BCB-4DB4-972C-A5338CD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69" name="Figure element 372">
            <a:extLst xmlns:a="http://schemas.openxmlformats.org/drawingml/2006/main">
              <a:ext uri="{FF2B5EF4-FFF2-40B4-BE49-F238E27FC236}">
                <a16:creationId xmlns:a16="http://schemas.microsoft.com/office/drawing/2014/main" id="{56995C48-C393-43CB-A5B6-B48FC4A1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0" name="Figure element 373">
            <a:extLst xmlns:a="http://schemas.openxmlformats.org/drawingml/2006/main">
              <a:ext uri="{FF2B5EF4-FFF2-40B4-BE49-F238E27FC236}">
                <a16:creationId xmlns:a16="http://schemas.microsoft.com/office/drawing/2014/main" id="{C6B89061-6B59-4276-BE50-EA1D990C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1" name="Figure element 374">
            <a:extLst xmlns:a="http://schemas.openxmlformats.org/drawingml/2006/main">
              <a:ext uri="{FF2B5EF4-FFF2-40B4-BE49-F238E27FC236}">
                <a16:creationId xmlns:a16="http://schemas.microsoft.com/office/drawing/2014/main" id="{731211A5-3A26-4FFD-88E5-6D9C8579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2" name="Figure element 375">
            <a:extLst xmlns:a="http://schemas.openxmlformats.org/drawingml/2006/main">
              <a:ext uri="{FF2B5EF4-FFF2-40B4-BE49-F238E27FC236}">
                <a16:creationId xmlns:a16="http://schemas.microsoft.com/office/drawing/2014/main" id="{61230FDF-D7D0-4AC2-993E-D04B0AB0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3" name="Figure element 376">
            <a:extLst xmlns:a="http://schemas.openxmlformats.org/drawingml/2006/main">
              <a:ext uri="{FF2B5EF4-FFF2-40B4-BE49-F238E27FC236}">
                <a16:creationId xmlns:a16="http://schemas.microsoft.com/office/drawing/2014/main" id="{E5CCD56D-45E8-46FC-90EC-B1741FA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4" name="Figure element 377">
            <a:extLst xmlns:a="http://schemas.openxmlformats.org/drawingml/2006/main">
              <a:ext uri="{FF2B5EF4-FFF2-40B4-BE49-F238E27FC236}">
                <a16:creationId xmlns:a16="http://schemas.microsoft.com/office/drawing/2014/main" id="{4D63253B-EDAF-4ACB-8113-7D6804B3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5" name="Figure element 378">
            <a:extLst xmlns:a="http://schemas.openxmlformats.org/drawingml/2006/main">
              <a:ext uri="{FF2B5EF4-FFF2-40B4-BE49-F238E27FC236}">
                <a16:creationId xmlns:a16="http://schemas.microsoft.com/office/drawing/2014/main" id="{8B2689B7-9F69-4743-A880-718EE2FB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6" name="Figure element 379">
            <a:extLst xmlns:a="http://schemas.openxmlformats.org/drawingml/2006/main">
              <a:ext uri="{FF2B5EF4-FFF2-40B4-BE49-F238E27FC236}">
                <a16:creationId xmlns:a16="http://schemas.microsoft.com/office/drawing/2014/main" id="{65B8391E-9722-422D-A390-62368CA3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7" name="Figure element 380">
            <a:extLst xmlns:a="http://schemas.openxmlformats.org/drawingml/2006/main">
              <a:ext uri="{FF2B5EF4-FFF2-40B4-BE49-F238E27FC236}">
                <a16:creationId xmlns:a16="http://schemas.microsoft.com/office/drawing/2014/main" id="{18791D1F-9F2E-4E0C-96D3-6729C128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8" name="Figure element 381">
            <a:extLst xmlns:a="http://schemas.openxmlformats.org/drawingml/2006/main">
              <a:ext uri="{FF2B5EF4-FFF2-40B4-BE49-F238E27FC236}">
                <a16:creationId xmlns:a16="http://schemas.microsoft.com/office/drawing/2014/main" id="{0AB69B36-F0EB-4A47-91B6-A1FB88D6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79" name="Figure element 382">
            <a:extLst xmlns:a="http://schemas.openxmlformats.org/drawingml/2006/main">
              <a:ext uri="{FF2B5EF4-FFF2-40B4-BE49-F238E27FC236}">
                <a16:creationId xmlns:a16="http://schemas.microsoft.com/office/drawing/2014/main" id="{1C1DC737-778E-4E70-8DA4-36F671A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80" name="Figure element 383">
            <a:extLst xmlns:a="http://schemas.openxmlformats.org/drawingml/2006/main">
              <a:ext uri="{FF2B5EF4-FFF2-40B4-BE49-F238E27FC236}">
                <a16:creationId xmlns:a16="http://schemas.microsoft.com/office/drawing/2014/main" id="{52BF9C9A-FB2B-472E-A264-5B377D28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7620">
            <a:solidFill>
              <a:srgbClr val="4D7CAC"/>
            </a:solidFill>
            <a:prstDash val="solid"/>
          </a:ln>
        </p:spPr>
      </p:sp>
      <p:sp>
        <p:nvSpPr>
          <p:cNvPr id="81" name="Figure element 384">
            <a:extLst xmlns:a="http://schemas.openxmlformats.org/drawingml/2006/main">
              <a:ext uri="{FF2B5EF4-FFF2-40B4-BE49-F238E27FC236}">
                <a16:creationId xmlns:a16="http://schemas.microsoft.com/office/drawing/2014/main" id="{A75AC7B9-08EB-4209-96AE-5673B814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48025"/>
            <a:ext cx="3238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10954">
            <a:solidFill>
              <a:srgbClr val="24827F"/>
            </a:solidFill>
            <a:prstDash val="solid"/>
          </a:ln>
        </p:spPr>
      </p:sp>
      <p:sp>
        <p:nvSpPr>
          <p:cNvPr id="82" name="Figure element 385">
            <a:extLst xmlns:a="http://schemas.openxmlformats.org/drawingml/2006/main">
              <a:ext uri="{FF2B5EF4-FFF2-40B4-BE49-F238E27FC236}">
                <a16:creationId xmlns:a16="http://schemas.microsoft.com/office/drawing/2014/main" id="{9BBEDE90-B727-4B55-862D-A2EEBC65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37004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solidFill>
              <a:srgbClr val="24827F"/>
            </a:solidFill>
            <a:prstDash val="solid"/>
          </a:ln>
        </p:spPr>
      </p:sp>
      <p:sp>
        <p:nvSpPr>
          <p:cNvPr id="83" name="Figure element 386">
            <a:extLst xmlns:a="http://schemas.openxmlformats.org/drawingml/2006/main">
              <a:ext uri="{FF2B5EF4-FFF2-40B4-BE49-F238E27FC236}">
                <a16:creationId xmlns:a16="http://schemas.microsoft.com/office/drawing/2014/main" id="{38642625-8240-4733-A9AC-3A1FDFD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Illustrative directional resolution</a:t>
            </a:r>
          </a:p>
        </p:txBody>
      </p:sp>
      <p:sp>
        <p:nvSpPr>
          <p:cNvPr id="8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0136447F-26A6-4206-93A1-DB841F4C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Illustrative example. The action metric penalizes errors more strongly along the horizontal direction.</a:t>
            </a:r>
          </a:p>
        </p:txBody>
      </p:sp>
      <p:sp>
        <p:nvSpPr>
          <p:cNvPr id="8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791E246-9D61-469A-A3CC-9DE07DF2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Weight VQ: proposal B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Figure element 387">
            <a:extLst xmlns:a="http://schemas.openxmlformats.org/drawingml/2006/main">
              <a:ext uri="{FF2B5EF4-FFF2-40B4-BE49-F238E27FC236}">
                <a16:creationId xmlns:a16="http://schemas.microsoft.com/office/drawing/2014/main" id="{C9BDE6C1-F988-4629-A43F-1172D7E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3105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(a) Equivalent conditioning</a:t>
            </a:r>
          </a:p>
        </p:txBody>
      </p:sp>
      <p:sp>
        <p:nvSpPr>
          <p:cNvPr id="5" name="Figure element 388">
            <a:extLst xmlns:a="http://schemas.openxmlformats.org/drawingml/2006/main">
              <a:ext uri="{FF2B5EF4-FFF2-40B4-BE49-F238E27FC236}">
                <a16:creationId xmlns:a16="http://schemas.microsoft.com/office/drawing/2014/main" id="{E88A7621-1DA2-411C-9B17-B8E3F7B8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38200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(b) Action-sensitive VQ</a:t>
            </a:r>
          </a:p>
        </p:txBody>
      </p:sp>
      <p:sp>
        <p:nvSpPr>
          <p:cNvPr id="6" name="Figure element 389">
            <a:extLst xmlns:a="http://schemas.openxmlformats.org/drawingml/2006/main">
              <a:ext uri="{FF2B5EF4-FFF2-40B4-BE49-F238E27FC236}">
                <a16:creationId xmlns:a16="http://schemas.microsoft.com/office/drawing/2014/main" id="{EEBEC8A8-F0AA-440E-B5D6-4F8E4D57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838200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(c) Inference</a:t>
            </a:r>
          </a:p>
        </p:txBody>
      </p:sp>
      <p:sp>
        <p:nvSpPr>
          <p:cNvPr id="7" name="Figure element 390">
            <a:extLst xmlns:a="http://schemas.openxmlformats.org/drawingml/2006/main">
              <a:ext uri="{FF2B5EF4-FFF2-40B4-BE49-F238E27FC236}">
                <a16:creationId xmlns:a16="http://schemas.microsoft.com/office/drawing/2014/main" id="{46F5A279-6883-408B-8D54-C556C511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344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8" name="Figure element 391">
            <a:extLst xmlns:a="http://schemas.openxmlformats.org/drawingml/2006/main">
              <a:ext uri="{FF2B5EF4-FFF2-40B4-BE49-F238E27FC236}">
                <a16:creationId xmlns:a16="http://schemas.microsoft.com/office/drawing/2014/main" id="{03D07C87-7F29-4AD4-8A09-6071E88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344" y="4398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30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3512344" y="838201"/>
            <a:ext cx="4763" cy="35623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dash"/>
          </a:ln>
        </p:spPr>
      </p:cxnSp>
      <p:sp>
        <p:nvSpPr>
          <p:cNvPr id="10" name="Figure element 392">
            <a:extLst xmlns:a="http://schemas.openxmlformats.org/drawingml/2006/main">
              <a:ext uri="{FF2B5EF4-FFF2-40B4-BE49-F238E27FC236}">
                <a16:creationId xmlns:a16="http://schemas.microsoft.com/office/drawing/2014/main" id="{45598B8C-E020-4FDB-9009-0FC3A26C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" name="Figure element 393">
            <a:extLst xmlns:a="http://schemas.openxmlformats.org/drawingml/2006/main">
              <a:ext uri="{FF2B5EF4-FFF2-40B4-BE49-F238E27FC236}">
                <a16:creationId xmlns:a16="http://schemas.microsoft.com/office/drawing/2014/main" id="{FC2B2976-35D3-4AE9-8717-509671E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4398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30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6874669" y="838201"/>
            <a:ext cx="4763" cy="35623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dash"/>
          </a:ln>
        </p:spPr>
      </p:cxnSp>
      <p:sp>
        <p:nvSpPr>
          <p:cNvPr id="13" name="Figure element 394">
            <a:extLst xmlns:a="http://schemas.openxmlformats.org/drawingml/2006/main">
              <a:ext uri="{FF2B5EF4-FFF2-40B4-BE49-F238E27FC236}">
                <a16:creationId xmlns:a16="http://schemas.microsoft.com/office/drawing/2014/main" id="{312087E3-C792-4D05-9C12-E56CFDD9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477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Layer activations X</a:t>
            </a:r>
          </a:p>
        </p:txBody>
      </p:sp>
      <p:sp>
        <p:nvSpPr>
          <p:cNvPr id="14" name="Figure element 395">
            <a:extLst xmlns:a="http://schemas.openxmlformats.org/drawingml/2006/main">
              <a:ext uri="{FF2B5EF4-FFF2-40B4-BE49-F238E27FC236}">
                <a16:creationId xmlns:a16="http://schemas.microsoft.com/office/drawing/2014/main" id="{3107E3EA-4F3E-4C20-90F1-3C0CEEAA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668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X′</a:t>
            </a:r>
          </a:p>
        </p:txBody>
      </p:sp>
      <p:sp>
        <p:nvSpPr>
          <p:cNvPr id="15" name="Figure element 396">
            <a:extLst xmlns:a="http://schemas.openxmlformats.org/drawingml/2006/main">
              <a:ext uri="{FF2B5EF4-FFF2-40B4-BE49-F238E27FC236}">
                <a16:creationId xmlns:a16="http://schemas.microsoft.com/office/drawing/2014/main" id="{FAA72CF2-C9C3-430F-876A-7EA7B4F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" name="Figure element 397">
            <a:extLst xmlns:a="http://schemas.openxmlformats.org/drawingml/2006/main">
              <a:ext uri="{FF2B5EF4-FFF2-40B4-BE49-F238E27FC236}">
                <a16:creationId xmlns:a16="http://schemas.microsoft.com/office/drawing/2014/main" id="{086FA712-3494-4295-A51C-9339187D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" name="Figure element 398">
            <a:extLst xmlns:a="http://schemas.openxmlformats.org/drawingml/2006/main">
              <a:ext uri="{FF2B5EF4-FFF2-40B4-BE49-F238E27FC236}">
                <a16:creationId xmlns:a16="http://schemas.microsoft.com/office/drawing/2014/main" id="{B5715046-06E0-4CA7-A986-4B2DEFCB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" name="Figure element 399">
            <a:extLst xmlns:a="http://schemas.openxmlformats.org/drawingml/2006/main">
              <a:ext uri="{FF2B5EF4-FFF2-40B4-BE49-F238E27FC236}">
                <a16:creationId xmlns:a16="http://schemas.microsoft.com/office/drawing/2014/main" id="{45DCC95D-4EDE-4F9F-8B19-BCFDADCC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" name="Figure element 400">
            <a:extLst xmlns:a="http://schemas.openxmlformats.org/drawingml/2006/main">
              <a:ext uri="{FF2B5EF4-FFF2-40B4-BE49-F238E27FC236}">
                <a16:creationId xmlns:a16="http://schemas.microsoft.com/office/drawing/2014/main" id="{BF2BEAAA-DC38-4F15-950A-28B72F3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" name="Figure element 401">
            <a:extLst xmlns:a="http://schemas.openxmlformats.org/drawingml/2006/main">
              <a:ext uri="{FF2B5EF4-FFF2-40B4-BE49-F238E27FC236}">
                <a16:creationId xmlns:a16="http://schemas.microsoft.com/office/drawing/2014/main" id="{11B77F55-7F2D-4498-9C39-9726F327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1" name="Figure element 402">
            <a:extLst xmlns:a="http://schemas.openxmlformats.org/drawingml/2006/main">
              <a:ext uri="{FF2B5EF4-FFF2-40B4-BE49-F238E27FC236}">
                <a16:creationId xmlns:a16="http://schemas.microsoft.com/office/drawing/2014/main" id="{94C191DC-8A37-4DA6-9C39-5622736A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" name="Figure element 403">
            <a:extLst xmlns:a="http://schemas.openxmlformats.org/drawingml/2006/main">
              <a:ext uri="{FF2B5EF4-FFF2-40B4-BE49-F238E27FC236}">
                <a16:creationId xmlns:a16="http://schemas.microsoft.com/office/drawing/2014/main" id="{C3FA5DFB-A870-4F41-AB27-B5CBDA8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" name="Figure element 404">
            <a:extLst xmlns:a="http://schemas.openxmlformats.org/drawingml/2006/main">
              <a:ext uri="{FF2B5EF4-FFF2-40B4-BE49-F238E27FC236}">
                <a16:creationId xmlns:a16="http://schemas.microsoft.com/office/drawing/2014/main" id="{A3856DDB-4860-4F60-B286-F45BA8E5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" name="Figure element 405">
            <a:extLst xmlns:a="http://schemas.openxmlformats.org/drawingml/2006/main">
              <a:ext uri="{FF2B5EF4-FFF2-40B4-BE49-F238E27FC236}">
                <a16:creationId xmlns:a16="http://schemas.microsoft.com/office/drawing/2014/main" id="{53F3575C-12C7-4A27-AF56-565751FD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" name="Figure element 406">
            <a:extLst xmlns:a="http://schemas.openxmlformats.org/drawingml/2006/main">
              <a:ext uri="{FF2B5EF4-FFF2-40B4-BE49-F238E27FC236}">
                <a16:creationId xmlns:a16="http://schemas.microsoft.com/office/drawing/2014/main" id="{63B7CF2A-CE08-44B8-A495-3922C07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" name="Figure element 407">
            <a:extLst xmlns:a="http://schemas.openxmlformats.org/drawingml/2006/main">
              <a:ext uri="{FF2B5EF4-FFF2-40B4-BE49-F238E27FC236}">
                <a16:creationId xmlns:a16="http://schemas.microsoft.com/office/drawing/2014/main" id="{B5C6674F-2064-4B40-9253-DA414B09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" name="Figure element 408">
            <a:extLst xmlns:a="http://schemas.openxmlformats.org/drawingml/2006/main">
              <a:ext uri="{FF2B5EF4-FFF2-40B4-BE49-F238E27FC236}">
                <a16:creationId xmlns:a16="http://schemas.microsoft.com/office/drawing/2014/main" id="{D6BEF32E-2F22-4D57-BD32-055141F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" name="Figure element 409">
            <a:extLst xmlns:a="http://schemas.openxmlformats.org/drawingml/2006/main">
              <a:ext uri="{FF2B5EF4-FFF2-40B4-BE49-F238E27FC236}">
                <a16:creationId xmlns:a16="http://schemas.microsoft.com/office/drawing/2014/main" id="{61DED605-FE37-41FC-A6C8-9BD58722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" name="Figure element 410">
            <a:extLst xmlns:a="http://schemas.openxmlformats.org/drawingml/2006/main">
              <a:ext uri="{FF2B5EF4-FFF2-40B4-BE49-F238E27FC236}">
                <a16:creationId xmlns:a16="http://schemas.microsoft.com/office/drawing/2014/main" id="{75C65F76-D1EE-404D-898C-DDDEB63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0" name="Figure element 411">
            <a:extLst xmlns:a="http://schemas.openxmlformats.org/drawingml/2006/main">
              <a:ext uri="{FF2B5EF4-FFF2-40B4-BE49-F238E27FC236}">
                <a16:creationId xmlns:a16="http://schemas.microsoft.com/office/drawing/2014/main" id="{D9414F4F-EEAA-4D44-98AC-C18DAFB5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1" name="Figure element 412">
            <a:extLst xmlns:a="http://schemas.openxmlformats.org/drawingml/2006/main">
              <a:ext uri="{FF2B5EF4-FFF2-40B4-BE49-F238E27FC236}">
                <a16:creationId xmlns:a16="http://schemas.microsoft.com/office/drawing/2014/main" id="{C303FADA-0A06-4D8D-A3A7-7CAFBF61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" name="Figure element 413">
            <a:extLst xmlns:a="http://schemas.openxmlformats.org/drawingml/2006/main">
              <a:ext uri="{FF2B5EF4-FFF2-40B4-BE49-F238E27FC236}">
                <a16:creationId xmlns:a16="http://schemas.microsoft.com/office/drawing/2014/main" id="{38048345-05E8-474D-B23C-4BE34241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3" name="Figure element 414">
            <a:extLst xmlns:a="http://schemas.openxmlformats.org/drawingml/2006/main">
              <a:ext uri="{FF2B5EF4-FFF2-40B4-BE49-F238E27FC236}">
                <a16:creationId xmlns:a16="http://schemas.microsoft.com/office/drawing/2014/main" id="{1809E844-80CD-4920-8F74-9FA0B17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4" name="Figure element 415">
            <a:extLst xmlns:a="http://schemas.openxmlformats.org/drawingml/2006/main">
              <a:ext uri="{FF2B5EF4-FFF2-40B4-BE49-F238E27FC236}">
                <a16:creationId xmlns:a16="http://schemas.microsoft.com/office/drawing/2014/main" id="{FEAE4D68-524C-4C35-B97B-0C686870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5" name="Figure element 416">
            <a:extLst xmlns:a="http://schemas.openxmlformats.org/drawingml/2006/main">
              <a:ext uri="{FF2B5EF4-FFF2-40B4-BE49-F238E27FC236}">
                <a16:creationId xmlns:a16="http://schemas.microsoft.com/office/drawing/2014/main" id="{122AEAF7-3EAF-4696-BF5A-E2FA157A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6" name="Figure element 417">
            <a:extLst xmlns:a="http://schemas.openxmlformats.org/drawingml/2006/main">
              <a:ext uri="{FF2B5EF4-FFF2-40B4-BE49-F238E27FC236}">
                <a16:creationId xmlns:a16="http://schemas.microsoft.com/office/drawing/2014/main" id="{B5CBADC5-189C-4E4D-A4D7-22B4B28A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7" name="Figure element 418">
            <a:extLst xmlns:a="http://schemas.openxmlformats.org/drawingml/2006/main">
              <a:ext uri="{FF2B5EF4-FFF2-40B4-BE49-F238E27FC236}">
                <a16:creationId xmlns:a16="http://schemas.microsoft.com/office/drawing/2014/main" id="{7671A397-F6A1-4925-A9B2-B5F437F6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AC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8" name="Figure element 419">
            <a:extLst xmlns:a="http://schemas.openxmlformats.org/drawingml/2006/main">
              <a:ext uri="{FF2B5EF4-FFF2-40B4-BE49-F238E27FC236}">
                <a16:creationId xmlns:a16="http://schemas.microsoft.com/office/drawing/2014/main" id="{105ED7CE-5E3A-4B9E-AFFF-326E7DF1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9" name="Figure element 420">
            <a:extLst xmlns:a="http://schemas.openxmlformats.org/drawingml/2006/main">
              <a:ext uri="{FF2B5EF4-FFF2-40B4-BE49-F238E27FC236}">
                <a16:creationId xmlns:a16="http://schemas.microsoft.com/office/drawing/2014/main" id="{A6994AB9-CAB1-4DCA-B613-3F070621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9067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40" name="Figure element 421">
            <a:extLst xmlns:a="http://schemas.openxmlformats.org/drawingml/2006/main">
              <a:ext uri="{FF2B5EF4-FFF2-40B4-BE49-F238E27FC236}">
                <a16:creationId xmlns:a16="http://schemas.microsoft.com/office/drawing/2014/main" id="{04083441-5586-4A57-9E37-68E2264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1" name="Figure element 422">
            <a:extLst xmlns:a="http://schemas.openxmlformats.org/drawingml/2006/main">
              <a:ext uri="{FF2B5EF4-FFF2-40B4-BE49-F238E27FC236}">
                <a16:creationId xmlns:a16="http://schemas.microsoft.com/office/drawing/2014/main" id="{77582855-1E01-4A11-8C43-6F21B61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2" name="Figure element 423">
            <a:extLst xmlns:a="http://schemas.openxmlformats.org/drawingml/2006/main">
              <a:ext uri="{FF2B5EF4-FFF2-40B4-BE49-F238E27FC236}">
                <a16:creationId xmlns:a16="http://schemas.microsoft.com/office/drawing/2014/main" id="{02D7367D-B53C-4C6F-87AD-3CEC7B91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3" name="Figure element 424">
            <a:extLst xmlns:a="http://schemas.openxmlformats.org/drawingml/2006/main">
              <a:ext uri="{FF2B5EF4-FFF2-40B4-BE49-F238E27FC236}">
                <a16:creationId xmlns:a16="http://schemas.microsoft.com/office/drawing/2014/main" id="{59C772CC-EDB7-4B9C-A54D-CC7CADA2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4" name="Figure element 425">
            <a:extLst xmlns:a="http://schemas.openxmlformats.org/drawingml/2006/main">
              <a:ext uri="{FF2B5EF4-FFF2-40B4-BE49-F238E27FC236}">
                <a16:creationId xmlns:a16="http://schemas.microsoft.com/office/drawing/2014/main" id="{077A851A-2474-4EE8-89EC-400969D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5" name="Figure element 426">
            <a:extLst xmlns:a="http://schemas.openxmlformats.org/drawingml/2006/main">
              <a:ext uri="{FF2B5EF4-FFF2-40B4-BE49-F238E27FC236}">
                <a16:creationId xmlns:a16="http://schemas.microsoft.com/office/drawing/2014/main" id="{3D811CE7-1715-4EAE-ACA8-437DF6D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90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6" name="Figure element 427">
            <a:extLst xmlns:a="http://schemas.openxmlformats.org/drawingml/2006/main">
              <a:ext uri="{FF2B5EF4-FFF2-40B4-BE49-F238E27FC236}">
                <a16:creationId xmlns:a16="http://schemas.microsoft.com/office/drawing/2014/main" id="{E54A6B22-7813-4010-B9ED-C7E0815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7" name="Figure element 428">
            <a:extLst xmlns:a="http://schemas.openxmlformats.org/drawingml/2006/main">
              <a:ext uri="{FF2B5EF4-FFF2-40B4-BE49-F238E27FC236}">
                <a16:creationId xmlns:a16="http://schemas.microsoft.com/office/drawing/2014/main" id="{5774840D-ECC8-4771-A7A5-F2628F6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8" name="Figure element 429">
            <a:extLst xmlns:a="http://schemas.openxmlformats.org/drawingml/2006/main">
              <a:ext uri="{FF2B5EF4-FFF2-40B4-BE49-F238E27FC236}">
                <a16:creationId xmlns:a16="http://schemas.microsoft.com/office/drawing/2014/main" id="{0687E0B2-8725-4236-A264-EEBEEE3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49" name="Figure element 430">
            <a:extLst xmlns:a="http://schemas.openxmlformats.org/drawingml/2006/main">
              <a:ext uri="{FF2B5EF4-FFF2-40B4-BE49-F238E27FC236}">
                <a16:creationId xmlns:a16="http://schemas.microsoft.com/office/drawing/2014/main" id="{4CE44A04-21D1-4708-B960-D95498BA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0" name="Figure element 431">
            <a:extLst xmlns:a="http://schemas.openxmlformats.org/drawingml/2006/main">
              <a:ext uri="{FF2B5EF4-FFF2-40B4-BE49-F238E27FC236}">
                <a16:creationId xmlns:a16="http://schemas.microsoft.com/office/drawing/2014/main" id="{A15103EA-800A-47B9-9626-A7296A65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1" name="Figure element 432">
            <a:extLst xmlns:a="http://schemas.openxmlformats.org/drawingml/2006/main">
              <a:ext uri="{FF2B5EF4-FFF2-40B4-BE49-F238E27FC236}">
                <a16:creationId xmlns:a16="http://schemas.microsoft.com/office/drawing/2014/main" id="{FFD6F135-9866-4927-A171-C4DB4A90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0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2" name="Figure element 433">
            <a:extLst xmlns:a="http://schemas.openxmlformats.org/drawingml/2006/main">
              <a:ext uri="{FF2B5EF4-FFF2-40B4-BE49-F238E27FC236}">
                <a16:creationId xmlns:a16="http://schemas.microsoft.com/office/drawing/2014/main" id="{B3350500-520C-48AC-9961-2C723882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3" name="Figure element 434">
            <a:extLst xmlns:a="http://schemas.openxmlformats.org/drawingml/2006/main">
              <a:ext uri="{FF2B5EF4-FFF2-40B4-BE49-F238E27FC236}">
                <a16:creationId xmlns:a16="http://schemas.microsoft.com/office/drawing/2014/main" id="{9C436D72-306B-4B5D-BA2A-EBDC4790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4" name="Figure element 435">
            <a:extLst xmlns:a="http://schemas.openxmlformats.org/drawingml/2006/main">
              <a:ext uri="{FF2B5EF4-FFF2-40B4-BE49-F238E27FC236}">
                <a16:creationId xmlns:a16="http://schemas.microsoft.com/office/drawing/2014/main" id="{10398D47-D399-4A3A-B6BF-E976864D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5" name="Figure element 436">
            <a:extLst xmlns:a="http://schemas.openxmlformats.org/drawingml/2006/main">
              <a:ext uri="{FF2B5EF4-FFF2-40B4-BE49-F238E27FC236}">
                <a16:creationId xmlns:a16="http://schemas.microsoft.com/office/drawing/2014/main" id="{38E67131-B273-4155-B4ED-5B77B98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6" name="Figure element 437">
            <a:extLst xmlns:a="http://schemas.openxmlformats.org/drawingml/2006/main">
              <a:ext uri="{FF2B5EF4-FFF2-40B4-BE49-F238E27FC236}">
                <a16:creationId xmlns:a16="http://schemas.microsoft.com/office/drawing/2014/main" id="{39A77BF5-4C9D-4088-8FF0-7818A63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7" name="Figure element 438">
            <a:extLst xmlns:a="http://schemas.openxmlformats.org/drawingml/2006/main">
              <a:ext uri="{FF2B5EF4-FFF2-40B4-BE49-F238E27FC236}">
                <a16:creationId xmlns:a16="http://schemas.microsoft.com/office/drawing/2014/main" id="{FECEFE8F-3383-4E7B-AC3A-EE41AFC7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1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8" name="Figure element 439">
            <a:extLst xmlns:a="http://schemas.openxmlformats.org/drawingml/2006/main">
              <a:ext uri="{FF2B5EF4-FFF2-40B4-BE49-F238E27FC236}">
                <a16:creationId xmlns:a16="http://schemas.microsoft.com/office/drawing/2014/main" id="{5997DD69-8298-4D76-90AD-B2D5B026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59" name="Figure element 440">
            <a:extLst xmlns:a="http://schemas.openxmlformats.org/drawingml/2006/main">
              <a:ext uri="{FF2B5EF4-FFF2-40B4-BE49-F238E27FC236}">
                <a16:creationId xmlns:a16="http://schemas.microsoft.com/office/drawing/2014/main" id="{9A7C7947-A37F-4619-81F6-311A1E1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0" name="Figure element 441">
            <a:extLst xmlns:a="http://schemas.openxmlformats.org/drawingml/2006/main">
              <a:ext uri="{FF2B5EF4-FFF2-40B4-BE49-F238E27FC236}">
                <a16:creationId xmlns:a16="http://schemas.microsoft.com/office/drawing/2014/main" id="{71DF3A72-4163-4E81-85C7-2A64F09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1" name="Figure element 442">
            <a:extLst xmlns:a="http://schemas.openxmlformats.org/drawingml/2006/main">
              <a:ext uri="{FF2B5EF4-FFF2-40B4-BE49-F238E27FC236}">
                <a16:creationId xmlns:a16="http://schemas.microsoft.com/office/drawing/2014/main" id="{E16CE24E-5D16-4C34-A561-9C86E83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2" name="Figure element 443">
            <a:extLst xmlns:a="http://schemas.openxmlformats.org/drawingml/2006/main">
              <a:ext uri="{FF2B5EF4-FFF2-40B4-BE49-F238E27FC236}">
                <a16:creationId xmlns:a16="http://schemas.microsoft.com/office/drawing/2014/main" id="{107E8C82-416A-455E-93BA-7C60ED9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3" name="Figure element 444">
            <a:extLst xmlns:a="http://schemas.openxmlformats.org/drawingml/2006/main">
              <a:ext uri="{FF2B5EF4-FFF2-40B4-BE49-F238E27FC236}">
                <a16:creationId xmlns:a16="http://schemas.microsoft.com/office/drawing/2014/main" id="{E4F1E57F-3E16-493F-BD9F-75862CF7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33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4" name="Figure element 445">
            <a:extLst xmlns:a="http://schemas.openxmlformats.org/drawingml/2006/main">
              <a:ext uri="{FF2B5EF4-FFF2-40B4-BE49-F238E27FC236}">
                <a16:creationId xmlns:a16="http://schemas.microsoft.com/office/drawing/2014/main" id="{C3387C77-A164-4293-9501-36A64401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9067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65" name="Figure element 446">
            <a:extLst xmlns:a="http://schemas.openxmlformats.org/drawingml/2006/main">
              <a:ext uri="{FF2B5EF4-FFF2-40B4-BE49-F238E27FC236}">
                <a16:creationId xmlns:a16="http://schemas.microsoft.com/office/drawing/2014/main" id="{BA08DC99-4D82-4686-ADF6-36A843ED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47825"/>
            <a:ext cx="790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4D7CAC"/>
            </a:solidFill>
            <a:prstDash val="solid"/>
          </a:ln>
        </p:spPr>
      </p:sp>
      <p:sp>
        <p:nvSpPr>
          <p:cNvPr id="66" name="Figure element 447">
            <a:extLst xmlns:a="http://schemas.openxmlformats.org/drawingml/2006/main">
              <a:ext uri="{FF2B5EF4-FFF2-40B4-BE49-F238E27FC236}">
                <a16:creationId xmlns:a16="http://schemas.microsoft.com/office/drawing/2014/main" id="{4B5F8983-A315-43F9-AD86-8A648459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76400"/>
            <a:ext cx="790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rPr>
              <a:t>D⁻¹H</a:t>
            </a:r>
          </a:p>
        </p:txBody>
      </p:sp>
      <p:sp>
        <p:nvSpPr>
          <p:cNvPr id="67" name="Figure element 448">
            <a:extLst xmlns:a="http://schemas.openxmlformats.org/drawingml/2006/main">
              <a:ext uri="{FF2B5EF4-FFF2-40B4-BE49-F238E27FC236}">
                <a16:creationId xmlns:a16="http://schemas.microsoft.com/office/drawing/2014/main" id="{6BB19347-E802-4D29-B539-41F01AF5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44" y="1845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68" name="Figure element 449">
            <a:extLst xmlns:a="http://schemas.openxmlformats.org/drawingml/2006/main">
              <a:ext uri="{FF2B5EF4-FFF2-40B4-BE49-F238E27FC236}">
                <a16:creationId xmlns:a16="http://schemas.microsoft.com/office/drawing/2014/main" id="{97BA8C1D-8351-4390-BBF3-59029992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44" y="1845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36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307307" y="1847851"/>
            <a:ext cx="41433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D7CAC"/>
            </a:solidFill>
            <a:prstDash val="solid"/>
            <a:tailEnd type="triangle" w="sm" len="sm"/>
          </a:ln>
        </p:spPr>
      </p:cxnSp>
      <p:sp>
        <p:nvSpPr>
          <p:cNvPr id="70" name="Figure element 450">
            <a:extLst xmlns:a="http://schemas.openxmlformats.org/drawingml/2006/main">
              <a:ext uri="{FF2B5EF4-FFF2-40B4-BE49-F238E27FC236}">
                <a16:creationId xmlns:a16="http://schemas.microsoft.com/office/drawing/2014/main" id="{FB4F05F7-B55A-48D2-AF23-857F0F2E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69" y="1845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71" name="Figure element 451">
            <a:extLst xmlns:a="http://schemas.openxmlformats.org/drawingml/2006/main">
              <a:ext uri="{FF2B5EF4-FFF2-40B4-BE49-F238E27FC236}">
                <a16:creationId xmlns:a16="http://schemas.microsoft.com/office/drawing/2014/main" id="{BF685B30-7E5F-4B66-B16B-150D2E1A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1845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367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2574132" y="1847851"/>
            <a:ext cx="9048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D7CAC"/>
            </a:solidFill>
            <a:prstDash val="solid"/>
            <a:tailEnd type="triangle" w="sm" len="sm"/>
          </a:ln>
        </p:spPr>
      </p:cxnSp>
      <p:sp>
        <p:nvSpPr>
          <p:cNvPr id="73" name="Figure element 452">
            <a:extLst xmlns:a="http://schemas.openxmlformats.org/drawingml/2006/main">
              <a:ext uri="{FF2B5EF4-FFF2-40B4-BE49-F238E27FC236}">
                <a16:creationId xmlns:a16="http://schemas.microsoft.com/office/drawing/2014/main" id="{6F45E6BA-6BB2-404E-9D58-501F077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rPr>
              <a:t>Scale + Hadamard</a:t>
            </a:r>
          </a:p>
        </p:txBody>
      </p:sp>
      <p:sp>
        <p:nvSpPr>
          <p:cNvPr id="74" name="Figure element 453">
            <a:extLst xmlns:a="http://schemas.openxmlformats.org/drawingml/2006/main">
              <a:ext uri="{FF2B5EF4-FFF2-40B4-BE49-F238E27FC236}">
                <a16:creationId xmlns:a16="http://schemas.microsoft.com/office/drawing/2014/main" id="{7B0A5382-49D3-4A6E-BB54-9CD9E95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Layer weights W</a:t>
            </a:r>
          </a:p>
        </p:txBody>
      </p:sp>
      <p:sp>
        <p:nvSpPr>
          <p:cNvPr id="75" name="Figure element 454">
            <a:extLst xmlns:a="http://schemas.openxmlformats.org/drawingml/2006/main">
              <a:ext uri="{FF2B5EF4-FFF2-40B4-BE49-F238E27FC236}">
                <a16:creationId xmlns:a16="http://schemas.microsoft.com/office/drawing/2014/main" id="{BD1ADE66-AA04-46CF-BAEF-5D4C4DC5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W′</a:t>
            </a:r>
          </a:p>
        </p:txBody>
      </p:sp>
      <p:sp>
        <p:nvSpPr>
          <p:cNvPr id="76" name="Figure element 455">
            <a:extLst xmlns:a="http://schemas.openxmlformats.org/drawingml/2006/main">
              <a:ext uri="{FF2B5EF4-FFF2-40B4-BE49-F238E27FC236}">
                <a16:creationId xmlns:a16="http://schemas.microsoft.com/office/drawing/2014/main" id="{BCAC8AC2-9164-45D2-8895-115305B4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7" name="Figure element 456">
            <a:extLst xmlns:a="http://schemas.openxmlformats.org/drawingml/2006/main">
              <a:ext uri="{FF2B5EF4-FFF2-40B4-BE49-F238E27FC236}">
                <a16:creationId xmlns:a16="http://schemas.microsoft.com/office/drawing/2014/main" id="{6F5BA060-46D7-492E-9DCE-CEEDF92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8" name="Figure element 457">
            <a:extLst xmlns:a="http://schemas.openxmlformats.org/drawingml/2006/main">
              <a:ext uri="{FF2B5EF4-FFF2-40B4-BE49-F238E27FC236}">
                <a16:creationId xmlns:a16="http://schemas.microsoft.com/office/drawing/2014/main" id="{447DEC38-9A1E-4A53-9BE0-4D06F61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79" name="Figure element 458">
            <a:extLst xmlns:a="http://schemas.openxmlformats.org/drawingml/2006/main">
              <a:ext uri="{FF2B5EF4-FFF2-40B4-BE49-F238E27FC236}">
                <a16:creationId xmlns:a16="http://schemas.microsoft.com/office/drawing/2014/main" id="{1A198947-0808-4676-A978-94C3CAB8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0" name="Figure element 459">
            <a:extLst xmlns:a="http://schemas.openxmlformats.org/drawingml/2006/main">
              <a:ext uri="{FF2B5EF4-FFF2-40B4-BE49-F238E27FC236}">
                <a16:creationId xmlns:a16="http://schemas.microsoft.com/office/drawing/2014/main" id="{78B4F448-8D3E-40D4-A7F7-105ED3E0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1" name="Figure element 460">
            <a:extLst xmlns:a="http://schemas.openxmlformats.org/drawingml/2006/main">
              <a:ext uri="{FF2B5EF4-FFF2-40B4-BE49-F238E27FC236}">
                <a16:creationId xmlns:a16="http://schemas.microsoft.com/office/drawing/2014/main" id="{763DCA4C-B0B7-4A22-B433-F8B9503A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2" name="Figure element 461">
            <a:extLst xmlns:a="http://schemas.openxmlformats.org/drawingml/2006/main">
              <a:ext uri="{FF2B5EF4-FFF2-40B4-BE49-F238E27FC236}">
                <a16:creationId xmlns:a16="http://schemas.microsoft.com/office/drawing/2014/main" id="{E16AC695-6A7C-4B73-B30F-37580A5A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3" name="Figure element 462">
            <a:extLst xmlns:a="http://schemas.openxmlformats.org/drawingml/2006/main">
              <a:ext uri="{FF2B5EF4-FFF2-40B4-BE49-F238E27FC236}">
                <a16:creationId xmlns:a16="http://schemas.microsoft.com/office/drawing/2014/main" id="{019E6E4D-995D-491F-9118-C0A9EDAC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4" name="Figure element 463">
            <a:extLst xmlns:a="http://schemas.openxmlformats.org/drawingml/2006/main">
              <a:ext uri="{FF2B5EF4-FFF2-40B4-BE49-F238E27FC236}">
                <a16:creationId xmlns:a16="http://schemas.microsoft.com/office/drawing/2014/main" id="{514B52F8-BE4A-4761-B75C-55049552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5" name="Figure element 464">
            <a:extLst xmlns:a="http://schemas.openxmlformats.org/drawingml/2006/main">
              <a:ext uri="{FF2B5EF4-FFF2-40B4-BE49-F238E27FC236}">
                <a16:creationId xmlns:a16="http://schemas.microsoft.com/office/drawing/2014/main" id="{39DCEE4B-29EC-4850-A576-3B507B6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6" name="Figure element 465">
            <a:extLst xmlns:a="http://schemas.openxmlformats.org/drawingml/2006/main">
              <a:ext uri="{FF2B5EF4-FFF2-40B4-BE49-F238E27FC236}">
                <a16:creationId xmlns:a16="http://schemas.microsoft.com/office/drawing/2014/main" id="{1B88014D-5FCE-4E2F-80E9-15C47DBE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7" name="Figure element 466">
            <a:extLst xmlns:a="http://schemas.openxmlformats.org/drawingml/2006/main">
              <a:ext uri="{FF2B5EF4-FFF2-40B4-BE49-F238E27FC236}">
                <a16:creationId xmlns:a16="http://schemas.microsoft.com/office/drawing/2014/main" id="{E8053CEF-8792-482A-92B2-418E7B9E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8" name="Figure element 467">
            <a:extLst xmlns:a="http://schemas.openxmlformats.org/drawingml/2006/main">
              <a:ext uri="{FF2B5EF4-FFF2-40B4-BE49-F238E27FC236}">
                <a16:creationId xmlns:a16="http://schemas.microsoft.com/office/drawing/2014/main" id="{448E670B-08E1-4C9E-86D5-5480CA5A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89" name="Figure element 468">
            <a:extLst xmlns:a="http://schemas.openxmlformats.org/drawingml/2006/main">
              <a:ext uri="{FF2B5EF4-FFF2-40B4-BE49-F238E27FC236}">
                <a16:creationId xmlns:a16="http://schemas.microsoft.com/office/drawing/2014/main" id="{6FAA7112-6763-49A3-AE88-F58ABB5C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0" name="Figure element 469">
            <a:extLst xmlns:a="http://schemas.openxmlformats.org/drawingml/2006/main">
              <a:ext uri="{FF2B5EF4-FFF2-40B4-BE49-F238E27FC236}">
                <a16:creationId xmlns:a16="http://schemas.microsoft.com/office/drawing/2014/main" id="{179DAC22-FE15-4DA8-9D0E-96117122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1" name="Figure element 470">
            <a:extLst xmlns:a="http://schemas.openxmlformats.org/drawingml/2006/main">
              <a:ext uri="{FF2B5EF4-FFF2-40B4-BE49-F238E27FC236}">
                <a16:creationId xmlns:a16="http://schemas.microsoft.com/office/drawing/2014/main" id="{5E3EE95E-B2CD-4CE2-9D22-FE639BB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2" name="Figure element 471">
            <a:extLst xmlns:a="http://schemas.openxmlformats.org/drawingml/2006/main">
              <a:ext uri="{FF2B5EF4-FFF2-40B4-BE49-F238E27FC236}">
                <a16:creationId xmlns:a16="http://schemas.microsoft.com/office/drawing/2014/main" id="{80030E11-DB1E-43DF-95BC-5138B29C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3" name="Figure element 472">
            <a:extLst xmlns:a="http://schemas.openxmlformats.org/drawingml/2006/main">
              <a:ext uri="{FF2B5EF4-FFF2-40B4-BE49-F238E27FC236}">
                <a16:creationId xmlns:a16="http://schemas.microsoft.com/office/drawing/2014/main" id="{345FBBE6-91B6-4A87-A67F-9F1199D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4" name="Figure element 473">
            <a:extLst xmlns:a="http://schemas.openxmlformats.org/drawingml/2006/main">
              <a:ext uri="{FF2B5EF4-FFF2-40B4-BE49-F238E27FC236}">
                <a16:creationId xmlns:a16="http://schemas.microsoft.com/office/drawing/2014/main" id="{15F70941-8664-4E23-99EA-A2C44FA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5" name="Figure element 474">
            <a:extLst xmlns:a="http://schemas.openxmlformats.org/drawingml/2006/main">
              <a:ext uri="{FF2B5EF4-FFF2-40B4-BE49-F238E27FC236}">
                <a16:creationId xmlns:a16="http://schemas.microsoft.com/office/drawing/2014/main" id="{4F7DD81F-DE22-40C1-92E5-D4F8E01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6" name="Figure element 475">
            <a:extLst xmlns:a="http://schemas.openxmlformats.org/drawingml/2006/main">
              <a:ext uri="{FF2B5EF4-FFF2-40B4-BE49-F238E27FC236}">
                <a16:creationId xmlns:a16="http://schemas.microsoft.com/office/drawing/2014/main" id="{76CFDC5C-8137-4717-8459-109D14DC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7" name="Figure element 476">
            <a:extLst xmlns:a="http://schemas.openxmlformats.org/drawingml/2006/main">
              <a:ext uri="{FF2B5EF4-FFF2-40B4-BE49-F238E27FC236}">
                <a16:creationId xmlns:a16="http://schemas.microsoft.com/office/drawing/2014/main" id="{2580DD87-73B8-4726-95DB-4F1F8B5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8" name="Figure element 477">
            <a:extLst xmlns:a="http://schemas.openxmlformats.org/drawingml/2006/main">
              <a:ext uri="{FF2B5EF4-FFF2-40B4-BE49-F238E27FC236}">
                <a16:creationId xmlns:a16="http://schemas.microsoft.com/office/drawing/2014/main" id="{0D1BC5CD-EEA6-408F-B8E3-DFC8128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9" name="Figure element 478">
            <a:extLst xmlns:a="http://schemas.openxmlformats.org/drawingml/2006/main">
              <a:ext uri="{FF2B5EF4-FFF2-40B4-BE49-F238E27FC236}">
                <a16:creationId xmlns:a16="http://schemas.microsoft.com/office/drawing/2014/main" id="{0ABB412F-9BA2-4053-9E94-E818FE2A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0" name="Figure element 479">
            <a:extLst xmlns:a="http://schemas.openxmlformats.org/drawingml/2006/main">
              <a:ext uri="{FF2B5EF4-FFF2-40B4-BE49-F238E27FC236}">
                <a16:creationId xmlns:a16="http://schemas.microsoft.com/office/drawing/2014/main" id="{E700E6FB-378E-40C5-9DD4-87256E4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01" name="Figure element 480">
            <a:extLst xmlns:a="http://schemas.openxmlformats.org/drawingml/2006/main">
              <a:ext uri="{FF2B5EF4-FFF2-40B4-BE49-F238E27FC236}">
                <a16:creationId xmlns:a16="http://schemas.microsoft.com/office/drawing/2014/main" id="{0F1987BE-4C6B-4FD0-AAB7-4703C4C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2" name="Figure element 481">
            <a:extLst xmlns:a="http://schemas.openxmlformats.org/drawingml/2006/main">
              <a:ext uri="{FF2B5EF4-FFF2-40B4-BE49-F238E27FC236}">
                <a16:creationId xmlns:a16="http://schemas.microsoft.com/office/drawing/2014/main" id="{D2EBCD8F-5EC0-4089-ADFB-A79BCEDB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3" name="Figure element 482">
            <a:extLst xmlns:a="http://schemas.openxmlformats.org/drawingml/2006/main">
              <a:ext uri="{FF2B5EF4-FFF2-40B4-BE49-F238E27FC236}">
                <a16:creationId xmlns:a16="http://schemas.microsoft.com/office/drawing/2014/main" id="{9BEDD6FD-0660-4E36-93D9-AA2561D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4" name="Figure element 483">
            <a:extLst xmlns:a="http://schemas.openxmlformats.org/drawingml/2006/main">
              <a:ext uri="{FF2B5EF4-FFF2-40B4-BE49-F238E27FC236}">
                <a16:creationId xmlns:a16="http://schemas.microsoft.com/office/drawing/2014/main" id="{63672481-0B80-4A1B-81A8-DD8D13EF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5" name="Figure element 484">
            <a:extLst xmlns:a="http://schemas.openxmlformats.org/drawingml/2006/main">
              <a:ext uri="{FF2B5EF4-FFF2-40B4-BE49-F238E27FC236}">
                <a16:creationId xmlns:a16="http://schemas.microsoft.com/office/drawing/2014/main" id="{460A4FDF-EECF-4024-BABD-AB5F194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6" name="Figure element 485">
            <a:extLst xmlns:a="http://schemas.openxmlformats.org/drawingml/2006/main">
              <a:ext uri="{FF2B5EF4-FFF2-40B4-BE49-F238E27FC236}">
                <a16:creationId xmlns:a16="http://schemas.microsoft.com/office/drawing/2014/main" id="{30A99AA2-DC05-4796-BBCD-E7DC76A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7" name="Figure element 486">
            <a:extLst xmlns:a="http://schemas.openxmlformats.org/drawingml/2006/main">
              <a:ext uri="{FF2B5EF4-FFF2-40B4-BE49-F238E27FC236}">
                <a16:creationId xmlns:a16="http://schemas.microsoft.com/office/drawing/2014/main" id="{47745B6B-F24B-4BAD-9F18-6B69D593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8" name="Figure element 487">
            <a:extLst xmlns:a="http://schemas.openxmlformats.org/drawingml/2006/main">
              <a:ext uri="{FF2B5EF4-FFF2-40B4-BE49-F238E27FC236}">
                <a16:creationId xmlns:a16="http://schemas.microsoft.com/office/drawing/2014/main" id="{F48B64EE-ECBB-4CBD-BEE9-800A7A4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9" name="Figure element 488">
            <a:extLst xmlns:a="http://schemas.openxmlformats.org/drawingml/2006/main">
              <a:ext uri="{FF2B5EF4-FFF2-40B4-BE49-F238E27FC236}">
                <a16:creationId xmlns:a16="http://schemas.microsoft.com/office/drawing/2014/main" id="{38732018-4F15-4518-BD0A-46C42F5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0" name="Figure element 489">
            <a:extLst xmlns:a="http://schemas.openxmlformats.org/drawingml/2006/main">
              <a:ext uri="{FF2B5EF4-FFF2-40B4-BE49-F238E27FC236}">
                <a16:creationId xmlns:a16="http://schemas.microsoft.com/office/drawing/2014/main" id="{E8D7ED47-FC59-4F27-9807-DDBA139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1" name="Figure element 490">
            <a:extLst xmlns:a="http://schemas.openxmlformats.org/drawingml/2006/main">
              <a:ext uri="{FF2B5EF4-FFF2-40B4-BE49-F238E27FC236}">
                <a16:creationId xmlns:a16="http://schemas.microsoft.com/office/drawing/2014/main" id="{9AFAD743-A3E3-4BCA-B1AC-F78E270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2" name="Figure element 491">
            <a:extLst xmlns:a="http://schemas.openxmlformats.org/drawingml/2006/main">
              <a:ext uri="{FF2B5EF4-FFF2-40B4-BE49-F238E27FC236}">
                <a16:creationId xmlns:a16="http://schemas.microsoft.com/office/drawing/2014/main" id="{6034242A-D9ED-45A3-B044-5BC254F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3" name="Figure element 492">
            <a:extLst xmlns:a="http://schemas.openxmlformats.org/drawingml/2006/main">
              <a:ext uri="{FF2B5EF4-FFF2-40B4-BE49-F238E27FC236}">
                <a16:creationId xmlns:a16="http://schemas.microsoft.com/office/drawing/2014/main" id="{95279562-0D43-480E-85FA-0C2E78A2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4" name="Figure element 493">
            <a:extLst xmlns:a="http://schemas.openxmlformats.org/drawingml/2006/main">
              <a:ext uri="{FF2B5EF4-FFF2-40B4-BE49-F238E27FC236}">
                <a16:creationId xmlns:a16="http://schemas.microsoft.com/office/drawing/2014/main" id="{8BEA1412-F447-458C-B675-C8A4DA9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5" name="Figure element 494">
            <a:extLst xmlns:a="http://schemas.openxmlformats.org/drawingml/2006/main">
              <a:ext uri="{FF2B5EF4-FFF2-40B4-BE49-F238E27FC236}">
                <a16:creationId xmlns:a16="http://schemas.microsoft.com/office/drawing/2014/main" id="{C77E3A84-E928-4E17-8AAC-57BAF54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6" name="Figure element 495">
            <a:extLst xmlns:a="http://schemas.openxmlformats.org/drawingml/2006/main">
              <a:ext uri="{FF2B5EF4-FFF2-40B4-BE49-F238E27FC236}">
                <a16:creationId xmlns:a16="http://schemas.microsoft.com/office/drawing/2014/main" id="{B754D8C6-544A-4502-95CF-A73E7CA0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7" name="Figure element 496">
            <a:extLst xmlns:a="http://schemas.openxmlformats.org/drawingml/2006/main">
              <a:ext uri="{FF2B5EF4-FFF2-40B4-BE49-F238E27FC236}">
                <a16:creationId xmlns:a16="http://schemas.microsoft.com/office/drawing/2014/main" id="{3F42EAF0-343A-4BDC-AF6E-7AC14FF3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8" name="Figure element 497">
            <a:extLst xmlns:a="http://schemas.openxmlformats.org/drawingml/2006/main">
              <a:ext uri="{FF2B5EF4-FFF2-40B4-BE49-F238E27FC236}">
                <a16:creationId xmlns:a16="http://schemas.microsoft.com/office/drawing/2014/main" id="{EC13D129-9168-43A8-A482-E122C133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9" name="Figure element 498">
            <a:extLst xmlns:a="http://schemas.openxmlformats.org/drawingml/2006/main">
              <a:ext uri="{FF2B5EF4-FFF2-40B4-BE49-F238E27FC236}">
                <a16:creationId xmlns:a16="http://schemas.microsoft.com/office/drawing/2014/main" id="{8570C8E5-201E-4EAF-A06E-094D455F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0" name="Figure element 499">
            <a:extLst xmlns:a="http://schemas.openxmlformats.org/drawingml/2006/main">
              <a:ext uri="{FF2B5EF4-FFF2-40B4-BE49-F238E27FC236}">
                <a16:creationId xmlns:a16="http://schemas.microsoft.com/office/drawing/2014/main" id="{AFB96691-6B25-4302-9D06-17CA488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1" name="Figure element 500">
            <a:extLst xmlns:a="http://schemas.openxmlformats.org/drawingml/2006/main">
              <a:ext uri="{FF2B5EF4-FFF2-40B4-BE49-F238E27FC236}">
                <a16:creationId xmlns:a16="http://schemas.microsoft.com/office/drawing/2014/main" id="{D56CED09-508F-4233-AF24-8602F8E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2" name="Figure element 501">
            <a:extLst xmlns:a="http://schemas.openxmlformats.org/drawingml/2006/main">
              <a:ext uri="{FF2B5EF4-FFF2-40B4-BE49-F238E27FC236}">
                <a16:creationId xmlns:a16="http://schemas.microsoft.com/office/drawing/2014/main" id="{1BEE871A-C250-4B3D-A8D5-13804936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3" name="Figure element 502">
            <a:extLst xmlns:a="http://schemas.openxmlformats.org/drawingml/2006/main">
              <a:ext uri="{FF2B5EF4-FFF2-40B4-BE49-F238E27FC236}">
                <a16:creationId xmlns:a16="http://schemas.microsoft.com/office/drawing/2014/main" id="{50731621-50B6-4A5A-AD9E-BF1A78D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4" name="Figure element 503">
            <a:extLst xmlns:a="http://schemas.openxmlformats.org/drawingml/2006/main">
              <a:ext uri="{FF2B5EF4-FFF2-40B4-BE49-F238E27FC236}">
                <a16:creationId xmlns:a16="http://schemas.microsoft.com/office/drawing/2014/main" id="{141133E1-95EF-4E4B-910E-FEFAFA2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5" name="Figure element 504">
            <a:extLst xmlns:a="http://schemas.openxmlformats.org/drawingml/2006/main">
              <a:ext uri="{FF2B5EF4-FFF2-40B4-BE49-F238E27FC236}">
                <a16:creationId xmlns:a16="http://schemas.microsoft.com/office/drawing/2014/main" id="{29BEE68C-495B-4476-B002-0B6B672A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337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26" name="Figure element 505">
            <a:extLst xmlns:a="http://schemas.openxmlformats.org/drawingml/2006/main">
              <a:ext uri="{FF2B5EF4-FFF2-40B4-BE49-F238E27FC236}">
                <a16:creationId xmlns:a16="http://schemas.microsoft.com/office/drawing/2014/main" id="{271B3252-612F-4BD3-A636-09066753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90850"/>
            <a:ext cx="790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2DE"/>
          </a:solidFill>
          <a:ln xmlns:a="http://schemas.openxmlformats.org/drawingml/2006/main" w="9525">
            <a:solidFill>
              <a:srgbClr val="B08227"/>
            </a:solidFill>
            <a:prstDash val="solid"/>
          </a:ln>
        </p:spPr>
      </p:sp>
      <p:sp>
        <p:nvSpPr>
          <p:cNvPr id="127" name="Figure element 506">
            <a:extLst xmlns:a="http://schemas.openxmlformats.org/drawingml/2006/main">
              <a:ext uri="{FF2B5EF4-FFF2-40B4-BE49-F238E27FC236}">
                <a16:creationId xmlns:a16="http://schemas.microsoft.com/office/drawing/2014/main" id="{80742E1B-C942-45D2-8DB1-C5A4857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19425"/>
            <a:ext cx="790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DH</a:t>
            </a:r>
          </a:p>
        </p:txBody>
      </p:sp>
      <p:sp>
        <p:nvSpPr>
          <p:cNvPr id="128" name="Figure element 507">
            <a:extLst xmlns:a="http://schemas.openxmlformats.org/drawingml/2006/main">
              <a:ext uri="{FF2B5EF4-FFF2-40B4-BE49-F238E27FC236}">
                <a16:creationId xmlns:a16="http://schemas.microsoft.com/office/drawing/2014/main" id="{C29D9CD6-DE35-40CC-A4E3-76EED55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44" y="31884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29" name="Figure element 508">
            <a:extLst xmlns:a="http://schemas.openxmlformats.org/drawingml/2006/main">
              <a:ext uri="{FF2B5EF4-FFF2-40B4-BE49-F238E27FC236}">
                <a16:creationId xmlns:a16="http://schemas.microsoft.com/office/drawing/2014/main" id="{7C26C168-1CA0-4C9B-A6E4-999ED869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44" y="31884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25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1307307" y="3190876"/>
            <a:ext cx="41433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131" name="Figure element 509">
            <a:extLst xmlns:a="http://schemas.openxmlformats.org/drawingml/2006/main">
              <a:ext uri="{FF2B5EF4-FFF2-40B4-BE49-F238E27FC236}">
                <a16:creationId xmlns:a16="http://schemas.microsoft.com/office/drawing/2014/main" id="{1374ADE9-B0CA-4BC0-A290-96860147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69" y="31884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32" name="Figure element 510">
            <a:extLst xmlns:a="http://schemas.openxmlformats.org/drawingml/2006/main">
              <a:ext uri="{FF2B5EF4-FFF2-40B4-BE49-F238E27FC236}">
                <a16:creationId xmlns:a16="http://schemas.microsoft.com/office/drawing/2014/main" id="{F80BAC78-90D7-4F4A-AE2F-ADCC3A7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31884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28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2574132" y="3190876"/>
            <a:ext cx="9048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134" name="Figure element 511">
            <a:extLst xmlns:a="http://schemas.openxmlformats.org/drawingml/2006/main">
              <a:ext uri="{FF2B5EF4-FFF2-40B4-BE49-F238E27FC236}">
                <a16:creationId xmlns:a16="http://schemas.microsoft.com/office/drawing/2014/main" id="{98156302-A7B1-4BBD-963C-2FE1DFC4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62375"/>
            <a:ext cx="29241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35" name="Figure element 512">
            <a:extLst xmlns:a="http://schemas.openxmlformats.org/drawingml/2006/main">
              <a:ext uri="{FF2B5EF4-FFF2-40B4-BE49-F238E27FC236}">
                <a16:creationId xmlns:a16="http://schemas.microsoft.com/office/drawing/2014/main" id="{2DFD3E7D-DD6C-400D-B538-9494FF8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X′(W′)ᵀ = XWᵀ</a:t>
            </a:r>
          </a:p>
        </p:txBody>
      </p:sp>
      <p:sp>
        <p:nvSpPr>
          <p:cNvPr id="136" name="Figure element 513">
            <a:extLst xmlns:a="http://schemas.openxmlformats.org/drawingml/2006/main">
              <a:ext uri="{FF2B5EF4-FFF2-40B4-BE49-F238E27FC236}">
                <a16:creationId xmlns:a16="http://schemas.microsoft.com/office/drawing/2014/main" id="{48BF8C73-91F3-4224-81CC-72645898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D invertible, HHᵀ = I</a:t>
            </a:r>
          </a:p>
        </p:txBody>
      </p:sp>
      <p:sp>
        <p:nvSpPr>
          <p:cNvPr id="137" name="Figure element 514">
            <a:extLst xmlns:a="http://schemas.openxmlformats.org/drawingml/2006/main">
              <a:ext uri="{FF2B5EF4-FFF2-40B4-BE49-F238E27FC236}">
                <a16:creationId xmlns:a16="http://schemas.microsoft.com/office/drawing/2014/main" id="{8198257B-D853-447B-9598-B8017118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31599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38" name="Figure element 515">
            <a:extLst xmlns:a="http://schemas.openxmlformats.org/drawingml/2006/main">
              <a:ext uri="{FF2B5EF4-FFF2-40B4-BE49-F238E27FC236}">
                <a16:creationId xmlns:a16="http://schemas.microsoft.com/office/drawing/2014/main" id="{76E15F50-587A-4B5A-8DD9-271B02E9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494" y="31599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34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3393282" y="3162301"/>
            <a:ext cx="176212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</a:ln>
        </p:spPr>
      </p:cxnSp>
      <p:sp>
        <p:nvSpPr>
          <p:cNvPr id="140" name="Figure element 516">
            <a:extLst xmlns:a="http://schemas.openxmlformats.org/drawingml/2006/main">
              <a:ext uri="{FF2B5EF4-FFF2-40B4-BE49-F238E27FC236}">
                <a16:creationId xmlns:a16="http://schemas.microsoft.com/office/drawing/2014/main" id="{D348F434-4BED-4A15-9239-55712C1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494" y="31599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41" name="Figure element 517">
            <a:extLst xmlns:a="http://schemas.openxmlformats.org/drawingml/2006/main">
              <a:ext uri="{FF2B5EF4-FFF2-40B4-BE49-F238E27FC236}">
                <a16:creationId xmlns:a16="http://schemas.microsoft.com/office/drawing/2014/main" id="{0B711ACE-A58E-4F84-91A5-FDEF9242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494" y="16930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37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 flipH="1" flipV="1">
            <a:off x="3569494" y="1695451"/>
            <a:ext cx="4763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</a:ln>
        </p:spPr>
      </p:cxnSp>
      <p:sp>
        <p:nvSpPr>
          <p:cNvPr id="143" name="Figure element 518">
            <a:extLst xmlns:a="http://schemas.openxmlformats.org/drawingml/2006/main">
              <a:ext uri="{FF2B5EF4-FFF2-40B4-BE49-F238E27FC236}">
                <a16:creationId xmlns:a16="http://schemas.microsoft.com/office/drawing/2014/main" id="{2346F808-2D6F-4D16-87A9-418887E1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494" y="16930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44" name="Figure element 519">
            <a:extLst xmlns:a="http://schemas.openxmlformats.org/drawingml/2006/main">
              <a:ext uri="{FF2B5EF4-FFF2-40B4-BE49-F238E27FC236}">
                <a16:creationId xmlns:a16="http://schemas.microsoft.com/office/drawing/2014/main" id="{0706EE51-82C0-4344-AC01-DC9D53DB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794" y="16930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40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3574257" y="1695451"/>
            <a:ext cx="10953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146" name="Figure element 520">
            <a:extLst xmlns:a="http://schemas.openxmlformats.org/drawingml/2006/main">
              <a:ext uri="{FF2B5EF4-FFF2-40B4-BE49-F238E27FC236}">
                <a16:creationId xmlns:a16="http://schemas.microsoft.com/office/drawing/2014/main" id="{5F8BC217-A087-4A48-BE53-808E6557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247775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One transformed output row</a:t>
            </a:r>
          </a:p>
        </p:txBody>
      </p:sp>
      <p:sp>
        <p:nvSpPr>
          <p:cNvPr id="147" name="Figure element 521">
            <a:extLst xmlns:a="http://schemas.openxmlformats.org/drawingml/2006/main">
              <a:ext uri="{FF2B5EF4-FFF2-40B4-BE49-F238E27FC236}">
                <a16:creationId xmlns:a16="http://schemas.microsoft.com/office/drawing/2014/main" id="{F16DE8C2-B240-4015-B91C-ED3504A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8" name="Figure element 522">
            <a:extLst xmlns:a="http://schemas.openxmlformats.org/drawingml/2006/main">
              <a:ext uri="{FF2B5EF4-FFF2-40B4-BE49-F238E27FC236}">
                <a16:creationId xmlns:a16="http://schemas.microsoft.com/office/drawing/2014/main" id="{B8A589A4-F258-44A4-965E-7C2CDC7B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9" name="Figure element 523">
            <a:extLst xmlns:a="http://schemas.openxmlformats.org/drawingml/2006/main">
              <a:ext uri="{FF2B5EF4-FFF2-40B4-BE49-F238E27FC236}">
                <a16:creationId xmlns:a16="http://schemas.microsoft.com/office/drawing/2014/main" id="{61AC3D2C-8D69-45BB-9F0C-1EE8CA85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0" name="Figure element 524">
            <a:extLst xmlns:a="http://schemas.openxmlformats.org/drawingml/2006/main">
              <a:ext uri="{FF2B5EF4-FFF2-40B4-BE49-F238E27FC236}">
                <a16:creationId xmlns:a16="http://schemas.microsoft.com/office/drawing/2014/main" id="{E7C1A9DA-7AB2-4A2F-B5F8-2540A5A6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1" name="Figure element 525">
            <a:extLst xmlns:a="http://schemas.openxmlformats.org/drawingml/2006/main">
              <a:ext uri="{FF2B5EF4-FFF2-40B4-BE49-F238E27FC236}">
                <a16:creationId xmlns:a16="http://schemas.microsoft.com/office/drawing/2014/main" id="{AE2B7689-6899-4B9B-8D60-BA6A4B12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00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52" name="Figure element 526">
            <a:extLst xmlns:a="http://schemas.openxmlformats.org/drawingml/2006/main">
              <a:ext uri="{FF2B5EF4-FFF2-40B4-BE49-F238E27FC236}">
                <a16:creationId xmlns:a16="http://schemas.microsoft.com/office/drawing/2014/main" id="{630610BA-C9CE-4036-AD3D-90A68AB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1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3" name="Figure element 527">
            <a:extLst xmlns:a="http://schemas.openxmlformats.org/drawingml/2006/main">
              <a:ext uri="{FF2B5EF4-FFF2-40B4-BE49-F238E27FC236}">
                <a16:creationId xmlns:a16="http://schemas.microsoft.com/office/drawing/2014/main" id="{B927A644-8D0A-477B-B1DC-A1070FEB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F8E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4" name="Figure element 528">
            <a:extLst xmlns:a="http://schemas.openxmlformats.org/drawingml/2006/main">
              <a:ext uri="{FF2B5EF4-FFF2-40B4-BE49-F238E27FC236}">
                <a16:creationId xmlns:a16="http://schemas.microsoft.com/office/drawing/2014/main" id="{96E35511-0801-4932-A7F5-38D92600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1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5" name="Figure element 529">
            <a:extLst xmlns:a="http://schemas.openxmlformats.org/drawingml/2006/main">
              <a:ext uri="{FF2B5EF4-FFF2-40B4-BE49-F238E27FC236}">
                <a16:creationId xmlns:a16="http://schemas.microsoft.com/office/drawing/2014/main" id="{0FAF0181-AB4B-418C-AD5E-F09ADEE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F8E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6" name="Figure element 530">
            <a:extLst xmlns:a="http://schemas.openxmlformats.org/drawingml/2006/main">
              <a:ext uri="{FF2B5EF4-FFF2-40B4-BE49-F238E27FC236}">
                <a16:creationId xmlns:a16="http://schemas.microsoft.com/office/drawing/2014/main" id="{36F14EBB-356C-405C-B663-CDBE2BA3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00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57" name="Figure element 531">
            <a:extLst xmlns:a="http://schemas.openxmlformats.org/drawingml/2006/main">
              <a:ext uri="{FF2B5EF4-FFF2-40B4-BE49-F238E27FC236}">
                <a16:creationId xmlns:a16="http://schemas.microsoft.com/office/drawing/2014/main" id="{5945AC41-1BA9-4749-ADFA-5558B89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8" name="Figure element 532">
            <a:extLst xmlns:a="http://schemas.openxmlformats.org/drawingml/2006/main">
              <a:ext uri="{FF2B5EF4-FFF2-40B4-BE49-F238E27FC236}">
                <a16:creationId xmlns:a16="http://schemas.microsoft.com/office/drawing/2014/main" id="{03B001BE-0D4A-4923-801B-16695BB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9" name="Figure element 533">
            <a:extLst xmlns:a="http://schemas.openxmlformats.org/drawingml/2006/main">
              <a:ext uri="{FF2B5EF4-FFF2-40B4-BE49-F238E27FC236}">
                <a16:creationId xmlns:a16="http://schemas.microsoft.com/office/drawing/2014/main" id="{15F89319-28A2-4CBF-95A2-89AE165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B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0" name="Figure element 534">
            <a:extLst xmlns:a="http://schemas.openxmlformats.org/drawingml/2006/main">
              <a:ext uri="{FF2B5EF4-FFF2-40B4-BE49-F238E27FC236}">
                <a16:creationId xmlns:a16="http://schemas.microsoft.com/office/drawing/2014/main" id="{E36712EB-C33B-4BE0-9691-8A5347C6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A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1" name="Figure element 535">
            <a:extLst xmlns:a="http://schemas.openxmlformats.org/drawingml/2006/main">
              <a:ext uri="{FF2B5EF4-FFF2-40B4-BE49-F238E27FC236}">
                <a16:creationId xmlns:a16="http://schemas.microsoft.com/office/drawing/2014/main" id="{1BEDCB7B-FEB5-4983-BEDE-44413EEA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00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62" name="Figure element 536">
            <a:extLst xmlns:a="http://schemas.openxmlformats.org/drawingml/2006/main">
              <a:ext uri="{FF2B5EF4-FFF2-40B4-BE49-F238E27FC236}">
                <a16:creationId xmlns:a16="http://schemas.microsoft.com/office/drawing/2014/main" id="{7CCF55A9-2EDD-40CA-9E61-877F7E0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block 1</a:t>
            </a:r>
          </a:p>
        </p:txBody>
      </p:sp>
      <p:sp>
        <p:nvSpPr>
          <p:cNvPr id="163" name="Figure element 537">
            <a:extLst xmlns:a="http://schemas.openxmlformats.org/drawingml/2006/main">
              <a:ext uri="{FF2B5EF4-FFF2-40B4-BE49-F238E27FC236}">
                <a16:creationId xmlns:a16="http://schemas.microsoft.com/office/drawing/2014/main" id="{473620E1-E797-4F02-87E7-33CC931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5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block 2</a:t>
            </a:r>
          </a:p>
        </p:txBody>
      </p:sp>
      <p:sp>
        <p:nvSpPr>
          <p:cNvPr id="164" name="Figure element 538">
            <a:extLst xmlns:a="http://schemas.openxmlformats.org/drawingml/2006/main">
              <a:ext uri="{FF2B5EF4-FFF2-40B4-BE49-F238E27FC236}">
                <a16:creationId xmlns:a16="http://schemas.microsoft.com/office/drawing/2014/main" id="{46A9A48F-033F-43AD-A061-9A90730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5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block K</a:t>
            </a:r>
          </a:p>
        </p:txBody>
      </p:sp>
      <p:sp>
        <p:nvSpPr>
          <p:cNvPr id="165" name="Figure element 539">
            <a:extLst xmlns:a="http://schemas.openxmlformats.org/drawingml/2006/main">
              <a:ext uri="{FF2B5EF4-FFF2-40B4-BE49-F238E27FC236}">
                <a16:creationId xmlns:a16="http://schemas.microsoft.com/office/drawing/2014/main" id="{7123D7D2-7F4D-4C90-AACA-2C83C79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344" y="2112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66" name="Figure element 540">
            <a:extLst xmlns:a="http://schemas.openxmlformats.org/drawingml/2006/main">
              <a:ext uri="{FF2B5EF4-FFF2-40B4-BE49-F238E27FC236}">
                <a16:creationId xmlns:a16="http://schemas.microsoft.com/office/drawing/2014/main" id="{20BB9ED6-424E-447C-9F1C-05B17B8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344" y="23312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62" name=""/>
          <p:cNvCxnSpPr>
            <a:stCxn xmlns:a="http://schemas.openxmlformats.org/drawingml/2006/main" id="165" idx="3"/>
            <a:endCxn xmlns:a="http://schemas.openxmlformats.org/drawingml/2006/main" id="166" idx="1"/>
          </p:cNvCxnSpPr>
          <p:nvPr/>
        </p:nvCxnSpPr>
        <p:spPr>
          <a:xfrm xmlns:a="http://schemas.openxmlformats.org/drawingml/2006/main" flipH="1">
            <a:off x="5036344" y="2114551"/>
            <a:ext cx="4763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168" name="Figure element 541">
            <a:extLst xmlns:a="http://schemas.openxmlformats.org/drawingml/2006/main">
              <a:ext uri="{FF2B5EF4-FFF2-40B4-BE49-F238E27FC236}">
                <a16:creationId xmlns:a16="http://schemas.microsoft.com/office/drawing/2014/main" id="{DD5DEC6B-DA64-49BE-BD90-7F9E297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2981325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9525">
            <a:solidFill>
              <a:srgbClr val="24827F"/>
            </a:solidFill>
            <a:prstDash val="dash"/>
          </a:ln>
        </p:spPr>
      </p:sp>
      <p:sp>
        <p:nvSpPr>
          <p:cNvPr id="169" name="Figure element 542">
            <a:extLst xmlns:a="http://schemas.openxmlformats.org/drawingml/2006/main">
              <a:ext uri="{FF2B5EF4-FFF2-40B4-BE49-F238E27FC236}">
                <a16:creationId xmlns:a16="http://schemas.microsoft.com/office/drawing/2014/main" id="{7503D586-C277-4016-AED4-5F783319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76500"/>
            <a:ext cx="2790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Sensitive codebook C + indices z</a:t>
            </a:r>
          </a:p>
        </p:txBody>
      </p:sp>
      <p:sp>
        <p:nvSpPr>
          <p:cNvPr id="170" name="Figure element 543">
            <a:extLst xmlns:a="http://schemas.openxmlformats.org/drawingml/2006/main">
              <a:ext uri="{FF2B5EF4-FFF2-40B4-BE49-F238E27FC236}">
                <a16:creationId xmlns:a16="http://schemas.microsoft.com/office/drawing/2014/main" id="{19265D72-E6EB-4646-BEBA-BF17E4A9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1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1" name="Figure element 544">
            <a:extLst xmlns:a="http://schemas.openxmlformats.org/drawingml/2006/main">
              <a:ext uri="{FF2B5EF4-FFF2-40B4-BE49-F238E27FC236}">
                <a16:creationId xmlns:a16="http://schemas.microsoft.com/office/drawing/2014/main" id="{EBA9E96B-16F5-4A1A-9DDC-B23FDF9E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1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2" name="Figure element 545">
            <a:extLst xmlns:a="http://schemas.openxmlformats.org/drawingml/2006/main">
              <a:ext uri="{FF2B5EF4-FFF2-40B4-BE49-F238E27FC236}">
                <a16:creationId xmlns:a16="http://schemas.microsoft.com/office/drawing/2014/main" id="{5EB7625A-CCF8-4046-8850-6E58C0EE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1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3" name="Figure element 546">
            <a:extLst xmlns:a="http://schemas.openxmlformats.org/drawingml/2006/main">
              <a:ext uri="{FF2B5EF4-FFF2-40B4-BE49-F238E27FC236}">
                <a16:creationId xmlns:a16="http://schemas.microsoft.com/office/drawing/2014/main" id="{47EF1F6A-1A64-48C7-9315-89EC77A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1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4" name="Figure element 547">
            <a:extLst xmlns:a="http://schemas.openxmlformats.org/drawingml/2006/main">
              <a:ext uri="{FF2B5EF4-FFF2-40B4-BE49-F238E27FC236}">
                <a16:creationId xmlns:a16="http://schemas.microsoft.com/office/drawing/2014/main" id="{704BDFE3-A855-4C2F-8F4F-825E37FD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146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75" name="Figure element 548">
            <a:extLst xmlns:a="http://schemas.openxmlformats.org/drawingml/2006/main">
              <a:ext uri="{FF2B5EF4-FFF2-40B4-BE49-F238E27FC236}">
                <a16:creationId xmlns:a16="http://schemas.microsoft.com/office/drawing/2014/main" id="{E7BFF498-D926-4908-990E-5DADCF2A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419" y="2988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76" name="Figure element 549">
            <a:extLst xmlns:a="http://schemas.openxmlformats.org/drawingml/2006/main">
              <a:ext uri="{FF2B5EF4-FFF2-40B4-BE49-F238E27FC236}">
                <a16:creationId xmlns:a16="http://schemas.microsoft.com/office/drawing/2014/main" id="{3FDC3B12-4F29-4CD3-83AF-E84FC99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44" y="29884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472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4498182" y="2990851"/>
            <a:ext cx="385762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178" name="Figure element 550">
            <a:extLst xmlns:a="http://schemas.openxmlformats.org/drawingml/2006/main">
              <a:ext uri="{FF2B5EF4-FFF2-40B4-BE49-F238E27FC236}">
                <a16:creationId xmlns:a16="http://schemas.microsoft.com/office/drawing/2014/main" id="{BABECE8C-2443-40CF-A716-8F97BFFF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504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argmin</a:t>
            </a:r>
          </a:p>
        </p:txBody>
      </p:sp>
      <p:sp>
        <p:nvSpPr>
          <p:cNvPr id="179" name="Figure element 551">
            <a:extLst xmlns:a="http://schemas.openxmlformats.org/drawingml/2006/main">
              <a:ext uri="{FF2B5EF4-FFF2-40B4-BE49-F238E27FC236}">
                <a16:creationId xmlns:a16="http://schemas.microsoft.com/office/drawing/2014/main" id="{0625B047-8687-438C-9FA7-BCA653F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28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0" name="Figure element 552">
            <a:extLst xmlns:a="http://schemas.openxmlformats.org/drawingml/2006/main">
              <a:ext uri="{FF2B5EF4-FFF2-40B4-BE49-F238E27FC236}">
                <a16:creationId xmlns:a16="http://schemas.microsoft.com/office/drawing/2014/main" id="{797E7B91-D555-4587-8B07-9B6200A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28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1" name="Figure element 553">
            <a:extLst xmlns:a="http://schemas.openxmlformats.org/drawingml/2006/main">
              <a:ext uri="{FF2B5EF4-FFF2-40B4-BE49-F238E27FC236}">
                <a16:creationId xmlns:a16="http://schemas.microsoft.com/office/drawing/2014/main" id="{743F472D-A9B2-44C0-87D7-64D1DAC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28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2" name="Figure element 554">
            <a:extLst xmlns:a="http://schemas.openxmlformats.org/drawingml/2006/main">
              <a:ext uri="{FF2B5EF4-FFF2-40B4-BE49-F238E27FC236}">
                <a16:creationId xmlns:a16="http://schemas.microsoft.com/office/drawing/2014/main" id="{617818CE-9305-4F79-B19F-B8DB7F75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28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3" name="Figure element 555">
            <a:extLst xmlns:a="http://schemas.openxmlformats.org/drawingml/2006/main">
              <a:ext uri="{FF2B5EF4-FFF2-40B4-BE49-F238E27FC236}">
                <a16:creationId xmlns:a16="http://schemas.microsoft.com/office/drawing/2014/main" id="{6FEA07FD-A80F-40D8-8C0C-F5A2F2B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81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4" name="Figure element 556">
            <a:extLst xmlns:a="http://schemas.openxmlformats.org/drawingml/2006/main">
              <a:ext uri="{FF2B5EF4-FFF2-40B4-BE49-F238E27FC236}">
                <a16:creationId xmlns:a16="http://schemas.microsoft.com/office/drawing/2014/main" id="{E7838CB3-EBD8-406C-9A3A-618F2829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81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5" name="Figure element 557">
            <a:extLst xmlns:a="http://schemas.openxmlformats.org/drawingml/2006/main">
              <a:ext uri="{FF2B5EF4-FFF2-40B4-BE49-F238E27FC236}">
                <a16:creationId xmlns:a16="http://schemas.microsoft.com/office/drawing/2014/main" id="{93C918E2-4513-46C4-AE28-B09FBC1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81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6" name="Figure element 558">
            <a:extLst xmlns:a="http://schemas.openxmlformats.org/drawingml/2006/main">
              <a:ext uri="{FF2B5EF4-FFF2-40B4-BE49-F238E27FC236}">
                <a16:creationId xmlns:a16="http://schemas.microsoft.com/office/drawing/2014/main" id="{475D40D1-EC02-4FD7-9613-E9628F1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81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7" name="Figure element 559">
            <a:extLst xmlns:a="http://schemas.openxmlformats.org/drawingml/2006/main">
              <a:ext uri="{FF2B5EF4-FFF2-40B4-BE49-F238E27FC236}">
                <a16:creationId xmlns:a16="http://schemas.microsoft.com/office/drawing/2014/main" id="{FB4DBD5A-E786-42CB-91E9-8F75B445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33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8" name="Figure element 560">
            <a:extLst xmlns:a="http://schemas.openxmlformats.org/drawingml/2006/main">
              <a:ext uri="{FF2B5EF4-FFF2-40B4-BE49-F238E27FC236}">
                <a16:creationId xmlns:a16="http://schemas.microsoft.com/office/drawing/2014/main" id="{F1B5C37D-4A01-443C-8885-A06137D1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33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9" name="Figure element 561">
            <a:extLst xmlns:a="http://schemas.openxmlformats.org/drawingml/2006/main">
              <a:ext uri="{FF2B5EF4-FFF2-40B4-BE49-F238E27FC236}">
                <a16:creationId xmlns:a16="http://schemas.microsoft.com/office/drawing/2014/main" id="{F2B51D41-6D43-4B57-9849-6426EFB4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33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0" name="Figure element 562">
            <a:extLst xmlns:a="http://schemas.openxmlformats.org/drawingml/2006/main">
              <a:ext uri="{FF2B5EF4-FFF2-40B4-BE49-F238E27FC236}">
                <a16:creationId xmlns:a16="http://schemas.microsoft.com/office/drawing/2014/main" id="{D48EE0C0-46C7-46EF-82FB-A2CA901C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1" name="Figure element 563">
            <a:extLst xmlns:a="http://schemas.openxmlformats.org/drawingml/2006/main">
              <a:ext uri="{FF2B5EF4-FFF2-40B4-BE49-F238E27FC236}">
                <a16:creationId xmlns:a16="http://schemas.microsoft.com/office/drawing/2014/main" id="{CDFDB710-3F8E-4630-8674-0E660E3E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86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2" name="Figure element 564">
            <a:extLst xmlns:a="http://schemas.openxmlformats.org/drawingml/2006/main">
              <a:ext uri="{FF2B5EF4-FFF2-40B4-BE49-F238E27FC236}">
                <a16:creationId xmlns:a16="http://schemas.microsoft.com/office/drawing/2014/main" id="{94AD258D-86B7-472E-9D92-C992FDB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86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3" name="Figure element 565">
            <a:extLst xmlns:a="http://schemas.openxmlformats.org/drawingml/2006/main">
              <a:ext uri="{FF2B5EF4-FFF2-40B4-BE49-F238E27FC236}">
                <a16:creationId xmlns:a16="http://schemas.microsoft.com/office/drawing/2014/main" id="{3AC20249-AD77-4671-A3FA-F9899568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86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4" name="Figure element 566">
            <a:extLst xmlns:a="http://schemas.openxmlformats.org/drawingml/2006/main">
              <a:ext uri="{FF2B5EF4-FFF2-40B4-BE49-F238E27FC236}">
                <a16:creationId xmlns:a16="http://schemas.microsoft.com/office/drawing/2014/main" id="{7D4D2F17-5B8E-466A-A284-457D180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95" name="Figure element 567">
            <a:extLst xmlns:a="http://schemas.openxmlformats.org/drawingml/2006/main">
              <a:ext uri="{FF2B5EF4-FFF2-40B4-BE49-F238E27FC236}">
                <a16:creationId xmlns:a16="http://schemas.microsoft.com/office/drawing/2014/main" id="{27E15B54-0C6C-441B-972C-5BEDF7D5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28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196" name="Figure element 568">
            <a:extLst xmlns:a="http://schemas.openxmlformats.org/drawingml/2006/main">
              <a:ext uri="{FF2B5EF4-FFF2-40B4-BE49-F238E27FC236}">
                <a16:creationId xmlns:a16="http://schemas.microsoft.com/office/drawing/2014/main" id="{583A71E8-C32C-478B-BAA9-21323E4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337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4827F"/>
            </a:solidFill>
            <a:prstDash val="solid"/>
          </a:ln>
        </p:spPr>
      </p:sp>
      <p:sp>
        <p:nvSpPr>
          <p:cNvPr id="197" name="Figure element 569">
            <a:extLst xmlns:a="http://schemas.openxmlformats.org/drawingml/2006/main">
              <a:ext uri="{FF2B5EF4-FFF2-40B4-BE49-F238E27FC236}">
                <a16:creationId xmlns:a16="http://schemas.microsoft.com/office/drawing/2014/main" id="{CF4969CF-BD2A-40C3-9BD0-40F0E57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4D7CAC"/>
            </a:solidFill>
            <a:prstDash val="solid"/>
          </a:ln>
        </p:spPr>
      </p:sp>
      <p:sp>
        <p:nvSpPr>
          <p:cNvPr id="198" name="Figure element 570">
            <a:extLst xmlns:a="http://schemas.openxmlformats.org/drawingml/2006/main">
              <a:ext uri="{FF2B5EF4-FFF2-40B4-BE49-F238E27FC236}">
                <a16:creationId xmlns:a16="http://schemas.microsoft.com/office/drawing/2014/main" id="{9D6AFD57-1841-400F-ACAC-1B21563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289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9" name="Figure element 571">
            <a:extLst xmlns:a="http://schemas.openxmlformats.org/drawingml/2006/main">
              <a:ext uri="{FF2B5EF4-FFF2-40B4-BE49-F238E27FC236}">
                <a16:creationId xmlns:a16="http://schemas.microsoft.com/office/drawing/2014/main" id="{9004B393-9648-4A56-BDE2-EACB1CD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813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4D7CAC"/>
            </a:solidFill>
            <a:prstDash val="solid"/>
          </a:ln>
        </p:spPr>
      </p:sp>
      <p:sp>
        <p:nvSpPr>
          <p:cNvPr id="200" name="Figure element 572">
            <a:extLst xmlns:a="http://schemas.openxmlformats.org/drawingml/2006/main">
              <a:ext uri="{FF2B5EF4-FFF2-40B4-BE49-F238E27FC236}">
                <a16:creationId xmlns:a16="http://schemas.microsoft.com/office/drawing/2014/main" id="{EFED344B-D130-42C2-9988-F51308D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813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1" name="Figure element 573">
            <a:extLst xmlns:a="http://schemas.openxmlformats.org/drawingml/2006/main">
              <a:ext uri="{FF2B5EF4-FFF2-40B4-BE49-F238E27FC236}">
                <a16:creationId xmlns:a16="http://schemas.microsoft.com/office/drawing/2014/main" id="{DB969ABC-27AB-4BB0-BBC9-448D7BAE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337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1DB"/>
          </a:solidFill>
          <a:ln xmlns:a="http://schemas.openxmlformats.org/drawingml/2006/main" w="4763">
            <a:solidFill>
              <a:srgbClr val="4D7CAC"/>
            </a:solidFill>
            <a:prstDash val="solid"/>
          </a:ln>
        </p:spPr>
      </p:sp>
      <p:sp>
        <p:nvSpPr>
          <p:cNvPr id="202" name="Figure element 574">
            <a:extLst xmlns:a="http://schemas.openxmlformats.org/drawingml/2006/main">
              <a:ext uri="{FF2B5EF4-FFF2-40B4-BE49-F238E27FC236}">
                <a16:creationId xmlns:a16="http://schemas.microsoft.com/office/drawing/2014/main" id="{D333EE3F-8162-4220-A946-DB172F7B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337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3" name="Figure element 575">
            <a:extLst xmlns:a="http://schemas.openxmlformats.org/drawingml/2006/main">
              <a:ext uri="{FF2B5EF4-FFF2-40B4-BE49-F238E27FC236}">
                <a16:creationId xmlns:a16="http://schemas.microsoft.com/office/drawing/2014/main" id="{5B6708DE-5ECA-4D1A-82A5-8A5DF892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861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4D7CAC"/>
            </a:solidFill>
            <a:prstDash val="solid"/>
          </a:ln>
        </p:spPr>
      </p:sp>
      <p:sp>
        <p:nvSpPr>
          <p:cNvPr id="204" name="Figure element 576">
            <a:extLst xmlns:a="http://schemas.openxmlformats.org/drawingml/2006/main">
              <a:ext uri="{FF2B5EF4-FFF2-40B4-BE49-F238E27FC236}">
                <a16:creationId xmlns:a16="http://schemas.microsoft.com/office/drawing/2014/main" id="{647D61AB-2605-4A63-8331-636C705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861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Figure element 577">
            <a:extLst xmlns:a="http://schemas.openxmlformats.org/drawingml/2006/main">
              <a:ext uri="{FF2B5EF4-FFF2-40B4-BE49-F238E27FC236}">
                <a16:creationId xmlns:a16="http://schemas.microsoft.com/office/drawing/2014/main" id="{34E25DA1-5A64-4573-9F49-A97F50BE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766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06" name="Figure element 578">
            <a:extLst xmlns:a="http://schemas.openxmlformats.org/drawingml/2006/main">
              <a:ext uri="{FF2B5EF4-FFF2-40B4-BE49-F238E27FC236}">
                <a16:creationId xmlns:a16="http://schemas.microsoft.com/office/drawing/2014/main" id="{661F1471-2451-4908-80E0-AF2E1F1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207" name="Figure element 579">
            <a:extLst xmlns:a="http://schemas.openxmlformats.org/drawingml/2006/main">
              <a:ext uri="{FF2B5EF4-FFF2-40B4-BE49-F238E27FC236}">
                <a16:creationId xmlns:a16="http://schemas.microsoft.com/office/drawing/2014/main" id="{A7EEBC0B-DBBA-4BA0-B9B3-827D6BE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2790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(w′ − C[z])ᵀ M (w′ − C[z])</a:t>
            </a:r>
          </a:p>
        </p:txBody>
      </p:sp>
      <p:sp>
        <p:nvSpPr>
          <p:cNvPr id="208" name="Figure element 580">
            <a:extLst xmlns:a="http://schemas.openxmlformats.org/drawingml/2006/main">
              <a:ext uri="{FF2B5EF4-FFF2-40B4-BE49-F238E27FC236}">
                <a16:creationId xmlns:a16="http://schemas.microsoft.com/office/drawing/2014/main" id="{B16AE7AA-A063-442C-BE1F-FA4E7AC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244" y="42362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09" name="Figure element 581">
            <a:extLst xmlns:a="http://schemas.openxmlformats.org/drawingml/2006/main">
              <a:ext uri="{FF2B5EF4-FFF2-40B4-BE49-F238E27FC236}">
                <a16:creationId xmlns:a16="http://schemas.microsoft.com/office/drawing/2014/main" id="{F48BDF81-3B0E-4245-8680-6CD70E09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244" y="3845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05" name=""/>
          <p:cNvCxnSpPr>
            <a:stCxn xmlns:a="http://schemas.openxmlformats.org/drawingml/2006/main" id="208" idx="3"/>
            <a:endCxn xmlns:a="http://schemas.openxmlformats.org/drawingml/2006/main" id="209" idx="1"/>
          </p:cNvCxnSpPr>
          <p:nvPr/>
        </p:nvCxnSpPr>
        <p:spPr>
          <a:xfrm xmlns:a="http://schemas.openxmlformats.org/drawingml/2006/main" flipH="1" flipV="1">
            <a:off x="4998244" y="3848101"/>
            <a:ext cx="476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4827F"/>
            </a:solidFill>
            <a:prstDash val="dash"/>
            <a:tailEnd type="triangle" w="sm" len="sm"/>
          </a:ln>
        </p:spPr>
      </p:cxnSp>
      <p:sp>
        <p:nvSpPr>
          <p:cNvPr id="211" name="Figure element 582">
            <a:extLst xmlns:a="http://schemas.openxmlformats.org/drawingml/2006/main">
              <a:ext uri="{FF2B5EF4-FFF2-40B4-BE49-F238E27FC236}">
                <a16:creationId xmlns:a16="http://schemas.microsoft.com/office/drawing/2014/main" id="{0BB0376A-75FC-4D65-AF76-A3040AAD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81450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1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M from final-action sensitivity</a:t>
            </a:r>
          </a:p>
        </p:txBody>
      </p:sp>
      <p:sp>
        <p:nvSpPr>
          <p:cNvPr id="212" name="Figure element 583">
            <a:extLst xmlns:a="http://schemas.openxmlformats.org/drawingml/2006/main">
              <a:ext uri="{FF2B5EF4-FFF2-40B4-BE49-F238E27FC236}">
                <a16:creationId xmlns:a16="http://schemas.microsoft.com/office/drawing/2014/main" id="{F416915F-6B72-4CCC-987E-1DD5BA0B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219" y="3312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3" name="Figure element 584">
            <a:extLst xmlns:a="http://schemas.openxmlformats.org/drawingml/2006/main">
              <a:ext uri="{FF2B5EF4-FFF2-40B4-BE49-F238E27FC236}">
                <a16:creationId xmlns:a16="http://schemas.microsoft.com/office/drawing/2014/main" id="{A1889DB4-924B-48D4-AC7A-E25804F7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819" y="3312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09" name=""/>
          <p:cNvCxnSpPr>
            <a:stCxn xmlns:a="http://schemas.openxmlformats.org/drawingml/2006/main" id="212" idx="3"/>
            <a:endCxn xmlns:a="http://schemas.openxmlformats.org/drawingml/2006/main" id="213" idx="1"/>
          </p:cNvCxnSpPr>
          <p:nvPr/>
        </p:nvCxnSpPr>
        <p:spPr>
          <a:xfrm xmlns:a="http://schemas.openxmlformats.org/drawingml/2006/main">
            <a:off x="6707982" y="3314701"/>
            <a:ext cx="22383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</a:ln>
        </p:spPr>
      </p:cxnSp>
      <p:sp>
        <p:nvSpPr>
          <p:cNvPr id="215" name="Figure element 585">
            <a:extLst xmlns:a="http://schemas.openxmlformats.org/drawingml/2006/main">
              <a:ext uri="{FF2B5EF4-FFF2-40B4-BE49-F238E27FC236}">
                <a16:creationId xmlns:a16="http://schemas.microsoft.com/office/drawing/2014/main" id="{51E0C5DB-66DA-4C73-B2C7-6211004E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819" y="3312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6" name="Figure element 586">
            <a:extLst xmlns:a="http://schemas.openxmlformats.org/drawingml/2006/main">
              <a:ext uri="{FF2B5EF4-FFF2-40B4-BE49-F238E27FC236}">
                <a16:creationId xmlns:a16="http://schemas.microsoft.com/office/drawing/2014/main" id="{8F4DD423-C788-4EE6-BC34-2F7DC1F1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819" y="17787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12" name=""/>
          <p:cNvCxnSpPr>
            <a:stCxn xmlns:a="http://schemas.openxmlformats.org/drawingml/2006/main" id="215" idx="3"/>
            <a:endCxn xmlns:a="http://schemas.openxmlformats.org/drawingml/2006/main" id="216" idx="1"/>
          </p:cNvCxnSpPr>
          <p:nvPr/>
        </p:nvCxnSpPr>
        <p:spPr>
          <a:xfrm xmlns:a="http://schemas.openxmlformats.org/drawingml/2006/main" flipH="1" flipV="1">
            <a:off x="6931819" y="1781176"/>
            <a:ext cx="4763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</a:ln>
        </p:spPr>
      </p:cxnSp>
      <p:sp>
        <p:nvSpPr>
          <p:cNvPr id="218" name="Figure element 587">
            <a:extLst xmlns:a="http://schemas.openxmlformats.org/drawingml/2006/main">
              <a:ext uri="{FF2B5EF4-FFF2-40B4-BE49-F238E27FC236}">
                <a16:creationId xmlns:a16="http://schemas.microsoft.com/office/drawing/2014/main" id="{4A6DBF62-2EF6-4648-B1D2-AC20866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819" y="17787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9" name="Figure element 588">
            <a:extLst xmlns:a="http://schemas.openxmlformats.org/drawingml/2006/main">
              <a:ext uri="{FF2B5EF4-FFF2-40B4-BE49-F238E27FC236}">
                <a16:creationId xmlns:a16="http://schemas.microsoft.com/office/drawing/2014/main" id="{4CA2D6EA-EF3F-4D30-90CC-69863A9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069" y="17787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15" name=""/>
          <p:cNvCxnSpPr>
            <a:stCxn xmlns:a="http://schemas.openxmlformats.org/drawingml/2006/main" id="218" idx="3"/>
            <a:endCxn xmlns:a="http://schemas.openxmlformats.org/drawingml/2006/main" id="219" idx="1"/>
          </p:cNvCxnSpPr>
          <p:nvPr/>
        </p:nvCxnSpPr>
        <p:spPr>
          <a:xfrm xmlns:a="http://schemas.openxmlformats.org/drawingml/2006/main">
            <a:off x="6936582" y="1781176"/>
            <a:ext cx="9048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221" name="Figure element 589">
            <a:extLst xmlns:a="http://schemas.openxmlformats.org/drawingml/2006/main">
              <a:ext uri="{FF2B5EF4-FFF2-40B4-BE49-F238E27FC236}">
                <a16:creationId xmlns:a16="http://schemas.microsoft.com/office/drawing/2014/main" id="{CC080B1E-AFF8-4713-B024-9331028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668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X′</a:t>
            </a:r>
          </a:p>
        </p:txBody>
      </p:sp>
      <p:sp>
        <p:nvSpPr>
          <p:cNvPr id="222" name="Figure element 590">
            <a:extLst xmlns:a="http://schemas.openxmlformats.org/drawingml/2006/main">
              <a:ext uri="{FF2B5EF4-FFF2-40B4-BE49-F238E27FC236}">
                <a16:creationId xmlns:a16="http://schemas.microsoft.com/office/drawing/2014/main" id="{9D306848-8C28-433D-8CD1-63734B11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668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Ŵ′</a:t>
            </a:r>
          </a:p>
        </p:txBody>
      </p:sp>
      <p:sp>
        <p:nvSpPr>
          <p:cNvPr id="223" name="Figure element 591">
            <a:extLst xmlns:a="http://schemas.openxmlformats.org/drawingml/2006/main">
              <a:ext uri="{FF2B5EF4-FFF2-40B4-BE49-F238E27FC236}">
                <a16:creationId xmlns:a16="http://schemas.microsoft.com/office/drawing/2014/main" id="{7F302A76-2307-44AC-B2BE-816E813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4" name="Figure element 592">
            <a:extLst xmlns:a="http://schemas.openxmlformats.org/drawingml/2006/main">
              <a:ext uri="{FF2B5EF4-FFF2-40B4-BE49-F238E27FC236}">
                <a16:creationId xmlns:a16="http://schemas.microsoft.com/office/drawing/2014/main" id="{6A78D251-9EA9-4B5E-8A8A-ECD6403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5" name="Figure element 593">
            <a:extLst xmlns:a="http://schemas.openxmlformats.org/drawingml/2006/main">
              <a:ext uri="{FF2B5EF4-FFF2-40B4-BE49-F238E27FC236}">
                <a16:creationId xmlns:a16="http://schemas.microsoft.com/office/drawing/2014/main" id="{4AB6AB2C-9F65-4062-86C9-6E84A472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6" name="Figure element 594">
            <a:extLst xmlns:a="http://schemas.openxmlformats.org/drawingml/2006/main">
              <a:ext uri="{FF2B5EF4-FFF2-40B4-BE49-F238E27FC236}">
                <a16:creationId xmlns:a16="http://schemas.microsoft.com/office/drawing/2014/main" id="{D06BD8BB-7758-46CB-BFB8-37E4C90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7" name="Figure element 595">
            <a:extLst xmlns:a="http://schemas.openxmlformats.org/drawingml/2006/main">
              <a:ext uri="{FF2B5EF4-FFF2-40B4-BE49-F238E27FC236}">
                <a16:creationId xmlns:a16="http://schemas.microsoft.com/office/drawing/2014/main" id="{6526F51F-65A0-40E6-B192-B30C8AC2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8" name="Figure element 596">
            <a:extLst xmlns:a="http://schemas.openxmlformats.org/drawingml/2006/main">
              <a:ext uri="{FF2B5EF4-FFF2-40B4-BE49-F238E27FC236}">
                <a16:creationId xmlns:a16="http://schemas.microsoft.com/office/drawing/2014/main" id="{316A3D04-E402-41B1-81CC-4D62867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9" name="Figure element 597">
            <a:extLst xmlns:a="http://schemas.openxmlformats.org/drawingml/2006/main">
              <a:ext uri="{FF2B5EF4-FFF2-40B4-BE49-F238E27FC236}">
                <a16:creationId xmlns:a16="http://schemas.microsoft.com/office/drawing/2014/main" id="{24EE86B2-0ED6-4708-AFC8-0EA3854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0" name="Figure element 598">
            <a:extLst xmlns:a="http://schemas.openxmlformats.org/drawingml/2006/main">
              <a:ext uri="{FF2B5EF4-FFF2-40B4-BE49-F238E27FC236}">
                <a16:creationId xmlns:a16="http://schemas.microsoft.com/office/drawing/2014/main" id="{80137858-2BE0-4FFA-8F92-B5A27E5B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1" name="Figure element 599">
            <a:extLst xmlns:a="http://schemas.openxmlformats.org/drawingml/2006/main">
              <a:ext uri="{FF2B5EF4-FFF2-40B4-BE49-F238E27FC236}">
                <a16:creationId xmlns:a16="http://schemas.microsoft.com/office/drawing/2014/main" id="{B75AF225-521F-47C1-A868-CD660325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29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2" name="Figure element 600">
            <a:extLst xmlns:a="http://schemas.openxmlformats.org/drawingml/2006/main">
              <a:ext uri="{FF2B5EF4-FFF2-40B4-BE49-F238E27FC236}">
                <a16:creationId xmlns:a16="http://schemas.microsoft.com/office/drawing/2014/main" id="{87E2D460-D2FB-4468-87A3-05C4EAC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3" name="Figure element 601">
            <a:extLst xmlns:a="http://schemas.openxmlformats.org/drawingml/2006/main">
              <a:ext uri="{FF2B5EF4-FFF2-40B4-BE49-F238E27FC236}">
                <a16:creationId xmlns:a16="http://schemas.microsoft.com/office/drawing/2014/main" id="{3E5C1402-DBB0-441E-BA53-A3D19EEF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4" name="Figure element 602">
            <a:extLst xmlns:a="http://schemas.openxmlformats.org/drawingml/2006/main">
              <a:ext uri="{FF2B5EF4-FFF2-40B4-BE49-F238E27FC236}">
                <a16:creationId xmlns:a16="http://schemas.microsoft.com/office/drawing/2014/main" id="{65F1A13F-CC8C-47ED-84A0-622125B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5" name="Figure element 603">
            <a:extLst xmlns:a="http://schemas.openxmlformats.org/drawingml/2006/main">
              <a:ext uri="{FF2B5EF4-FFF2-40B4-BE49-F238E27FC236}">
                <a16:creationId xmlns:a16="http://schemas.microsoft.com/office/drawing/2014/main" id="{A2E0FC7B-8857-44D6-ABEB-CCD61F2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6" name="Figure element 604">
            <a:extLst xmlns:a="http://schemas.openxmlformats.org/drawingml/2006/main">
              <a:ext uri="{FF2B5EF4-FFF2-40B4-BE49-F238E27FC236}">
                <a16:creationId xmlns:a16="http://schemas.microsoft.com/office/drawing/2014/main" id="{57070CC5-578F-4B95-BCB6-7E42A589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7" name="Figure element 605">
            <a:extLst xmlns:a="http://schemas.openxmlformats.org/drawingml/2006/main">
              <a:ext uri="{FF2B5EF4-FFF2-40B4-BE49-F238E27FC236}">
                <a16:creationId xmlns:a16="http://schemas.microsoft.com/office/drawing/2014/main" id="{D2FFB1B7-AA06-4EA0-8512-5BA90F3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56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8" name="Figure element 606">
            <a:extLst xmlns:a="http://schemas.openxmlformats.org/drawingml/2006/main">
              <a:ext uri="{FF2B5EF4-FFF2-40B4-BE49-F238E27FC236}">
                <a16:creationId xmlns:a16="http://schemas.microsoft.com/office/drawing/2014/main" id="{F05BDA06-23EC-4884-AB59-05B006CD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6097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39" name="Figure element 607">
            <a:extLst xmlns:a="http://schemas.openxmlformats.org/drawingml/2006/main">
              <a:ext uri="{FF2B5EF4-FFF2-40B4-BE49-F238E27FC236}">
                <a16:creationId xmlns:a16="http://schemas.microsoft.com/office/drawing/2014/main" id="{64A04D63-3B90-49AE-9AA9-06D6C8F2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0" name="Figure element 608">
            <a:extLst xmlns:a="http://schemas.openxmlformats.org/drawingml/2006/main">
              <a:ext uri="{FF2B5EF4-FFF2-40B4-BE49-F238E27FC236}">
                <a16:creationId xmlns:a16="http://schemas.microsoft.com/office/drawing/2014/main" id="{5A9A26F1-B003-4369-8461-624A9BBD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1" name="Figure element 609">
            <a:extLst xmlns:a="http://schemas.openxmlformats.org/drawingml/2006/main">
              <a:ext uri="{FF2B5EF4-FFF2-40B4-BE49-F238E27FC236}">
                <a16:creationId xmlns:a16="http://schemas.microsoft.com/office/drawing/2014/main" id="{95A50009-58A7-40C9-9F90-4B87DB3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2" name="Figure element 610">
            <a:extLst xmlns:a="http://schemas.openxmlformats.org/drawingml/2006/main">
              <a:ext uri="{FF2B5EF4-FFF2-40B4-BE49-F238E27FC236}">
                <a16:creationId xmlns:a16="http://schemas.microsoft.com/office/drawing/2014/main" id="{F4DB2DC0-F470-4269-B6BE-761C899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3" name="Figure element 611">
            <a:extLst xmlns:a="http://schemas.openxmlformats.org/drawingml/2006/main">
              <a:ext uri="{FF2B5EF4-FFF2-40B4-BE49-F238E27FC236}">
                <a16:creationId xmlns:a16="http://schemas.microsoft.com/office/drawing/2014/main" id="{CAC2B7DC-C62F-46DE-BFD6-1F362628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09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4" name="Figure element 612">
            <a:extLst xmlns:a="http://schemas.openxmlformats.org/drawingml/2006/main">
              <a:ext uri="{FF2B5EF4-FFF2-40B4-BE49-F238E27FC236}">
                <a16:creationId xmlns:a16="http://schemas.microsoft.com/office/drawing/2014/main" id="{F030A8F7-74D2-4AB4-A6CA-B54B348D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5" name="Figure element 613">
            <a:extLst xmlns:a="http://schemas.openxmlformats.org/drawingml/2006/main">
              <a:ext uri="{FF2B5EF4-FFF2-40B4-BE49-F238E27FC236}">
                <a16:creationId xmlns:a16="http://schemas.microsoft.com/office/drawing/2014/main" id="{A0C461D1-9E73-4528-9283-0DF19DE9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6" name="Figure element 614">
            <a:extLst xmlns:a="http://schemas.openxmlformats.org/drawingml/2006/main">
              <a:ext uri="{FF2B5EF4-FFF2-40B4-BE49-F238E27FC236}">
                <a16:creationId xmlns:a16="http://schemas.microsoft.com/office/drawing/2014/main" id="{B116D3BF-CAE6-4517-9B97-8C7D7D4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7" name="Figure element 615">
            <a:extLst xmlns:a="http://schemas.openxmlformats.org/drawingml/2006/main">
              <a:ext uri="{FF2B5EF4-FFF2-40B4-BE49-F238E27FC236}">
                <a16:creationId xmlns:a16="http://schemas.microsoft.com/office/drawing/2014/main" id="{BC47EC9C-37E5-493F-9420-6A8B7D4E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8" name="Figure element 616">
            <a:extLst xmlns:a="http://schemas.openxmlformats.org/drawingml/2006/main">
              <a:ext uri="{FF2B5EF4-FFF2-40B4-BE49-F238E27FC236}">
                <a16:creationId xmlns:a16="http://schemas.microsoft.com/office/drawing/2014/main" id="{726B6656-6201-4EAD-B11D-42D50D75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2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9" name="Figure element 617">
            <a:extLst xmlns:a="http://schemas.openxmlformats.org/drawingml/2006/main">
              <a:ext uri="{FF2B5EF4-FFF2-40B4-BE49-F238E27FC236}">
                <a16:creationId xmlns:a16="http://schemas.microsoft.com/office/drawing/2014/main" id="{2EF6AB37-007B-47F9-A2F7-AA97DC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0" name="Figure element 618">
            <a:extLst xmlns:a="http://schemas.openxmlformats.org/drawingml/2006/main">
              <a:ext uri="{FF2B5EF4-FFF2-40B4-BE49-F238E27FC236}">
                <a16:creationId xmlns:a16="http://schemas.microsoft.com/office/drawing/2014/main" id="{979B3A05-6732-4788-86B0-D76A5FFC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1" name="Figure element 619">
            <a:extLst xmlns:a="http://schemas.openxmlformats.org/drawingml/2006/main">
              <a:ext uri="{FF2B5EF4-FFF2-40B4-BE49-F238E27FC236}">
                <a16:creationId xmlns:a16="http://schemas.microsoft.com/office/drawing/2014/main" id="{11DCA2E9-639E-4B12-95AC-3B7A9A8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2" name="Figure element 620">
            <a:extLst xmlns:a="http://schemas.openxmlformats.org/drawingml/2006/main">
              <a:ext uri="{FF2B5EF4-FFF2-40B4-BE49-F238E27FC236}">
                <a16:creationId xmlns:a16="http://schemas.microsoft.com/office/drawing/2014/main" id="{F3090289-2846-4E92-AEEA-02AD254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3" name="Figure element 621">
            <a:extLst xmlns:a="http://schemas.openxmlformats.org/drawingml/2006/main">
              <a:ext uri="{FF2B5EF4-FFF2-40B4-BE49-F238E27FC236}">
                <a16:creationId xmlns:a16="http://schemas.microsoft.com/office/drawing/2014/main" id="{96B50F17-FE7A-4D03-A0A9-23C44795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4" name="Figure element 622">
            <a:extLst xmlns:a="http://schemas.openxmlformats.org/drawingml/2006/main">
              <a:ext uri="{FF2B5EF4-FFF2-40B4-BE49-F238E27FC236}">
                <a16:creationId xmlns:a16="http://schemas.microsoft.com/office/drawing/2014/main" id="{043887D5-EE01-4DD9-AAE6-1057D2FE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097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55" name="Figure element 623">
            <a:extLst xmlns:a="http://schemas.openxmlformats.org/drawingml/2006/main">
              <a:ext uri="{FF2B5EF4-FFF2-40B4-BE49-F238E27FC236}">
                <a16:creationId xmlns:a16="http://schemas.microsoft.com/office/drawing/2014/main" id="{CA5F9500-F067-4FAF-BCA6-8BFFC712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C,z decode</a:t>
            </a:r>
          </a:p>
        </p:txBody>
      </p:sp>
      <p:sp>
        <p:nvSpPr>
          <p:cNvPr id="256" name="Figure element 624">
            <a:extLst xmlns:a="http://schemas.openxmlformats.org/drawingml/2006/main">
              <a:ext uri="{FF2B5EF4-FFF2-40B4-BE49-F238E27FC236}">
                <a16:creationId xmlns:a16="http://schemas.microsoft.com/office/drawing/2014/main" id="{CB310124-D1C5-49C8-AFDE-9773248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00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4D7CAC"/>
                </a:solidFill>
                <a:latin typeface="Times New Roman"/>
                <a:ea typeface="Times New Roman"/>
                <a:cs typeface="Times New Roman"/>
              </a:rPr>
              <a:t>BF16 first</a:t>
            </a:r>
          </a:p>
        </p:txBody>
      </p:sp>
      <p:sp>
        <p:nvSpPr>
          <p:cNvPr id="257" name="Figure element 625">
            <a:extLst xmlns:a="http://schemas.openxmlformats.org/drawingml/2006/main">
              <a:ext uri="{FF2B5EF4-FFF2-40B4-BE49-F238E27FC236}">
                <a16:creationId xmlns:a16="http://schemas.microsoft.com/office/drawing/2014/main" id="{F1A186FD-A4C8-40E7-A23E-669C4D4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44" y="22740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58" name="Figure element 626">
            <a:extLst xmlns:a="http://schemas.openxmlformats.org/drawingml/2006/main">
              <a:ext uri="{FF2B5EF4-FFF2-40B4-BE49-F238E27FC236}">
                <a16:creationId xmlns:a16="http://schemas.microsoft.com/office/drawing/2014/main" id="{734D553F-DF15-49EE-BF55-FB757FD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2550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54" name=""/>
          <p:cNvCxnSpPr>
            <a:stCxn xmlns:a="http://schemas.openxmlformats.org/drawingml/2006/main" id="257" idx="3"/>
            <a:endCxn xmlns:a="http://schemas.openxmlformats.org/drawingml/2006/main" id="258" idx="1"/>
          </p:cNvCxnSpPr>
          <p:nvPr/>
        </p:nvCxnSpPr>
        <p:spPr>
          <a:xfrm xmlns:a="http://schemas.openxmlformats.org/drawingml/2006/main">
            <a:off x="7365207" y="2276476"/>
            <a:ext cx="414337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260" name="Figure element 627">
            <a:extLst xmlns:a="http://schemas.openxmlformats.org/drawingml/2006/main">
              <a:ext uri="{FF2B5EF4-FFF2-40B4-BE49-F238E27FC236}">
                <a16:creationId xmlns:a16="http://schemas.microsoft.com/office/drawing/2014/main" id="{E850D0EB-6ADE-4652-989E-4535142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994" y="22740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61" name="Figure element 628">
            <a:extLst xmlns:a="http://schemas.openxmlformats.org/drawingml/2006/main">
              <a:ext uri="{FF2B5EF4-FFF2-40B4-BE49-F238E27FC236}">
                <a16:creationId xmlns:a16="http://schemas.microsoft.com/office/drawing/2014/main" id="{5781FABC-6260-494B-887C-FA71A55B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44" y="25503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57" name=""/>
          <p:cNvCxnSpPr>
            <a:stCxn xmlns:a="http://schemas.openxmlformats.org/drawingml/2006/main" id="260" idx="3"/>
            <a:endCxn xmlns:a="http://schemas.openxmlformats.org/drawingml/2006/main" id="261" idx="1"/>
          </p:cNvCxnSpPr>
          <p:nvPr/>
        </p:nvCxnSpPr>
        <p:spPr>
          <a:xfrm xmlns:a="http://schemas.openxmlformats.org/drawingml/2006/main" flipH="1">
            <a:off x="7931944" y="2276476"/>
            <a:ext cx="404813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263" name="Figure element 629">
            <a:extLst xmlns:a="http://schemas.openxmlformats.org/drawingml/2006/main">
              <a:ext uri="{FF2B5EF4-FFF2-40B4-BE49-F238E27FC236}">
                <a16:creationId xmlns:a16="http://schemas.microsoft.com/office/drawing/2014/main" id="{A3FCB36D-51DF-4D0F-9DC4-42CF90D7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003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9"/>
          </a:solidFill>
          <a:ln xmlns:a="http://schemas.openxmlformats.org/drawingml/2006/main" w="11430">
            <a:solidFill>
              <a:srgbClr val="253D70"/>
            </a:solidFill>
            <a:prstDash val="solid"/>
          </a:ln>
        </p:spPr>
      </p:sp>
      <p:sp>
        <p:nvSpPr>
          <p:cNvPr id="264" name="Figure element 630">
            <a:extLst xmlns:a="http://schemas.openxmlformats.org/drawingml/2006/main">
              <a:ext uri="{FF2B5EF4-FFF2-40B4-BE49-F238E27FC236}">
                <a16:creationId xmlns:a16="http://schemas.microsoft.com/office/drawing/2014/main" id="{F9D948EF-98A4-42F8-98FA-A2DED4B8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765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265" name="Figure element 631">
            <a:extLst xmlns:a="http://schemas.openxmlformats.org/drawingml/2006/main">
              <a:ext uri="{FF2B5EF4-FFF2-40B4-BE49-F238E27FC236}">
                <a16:creationId xmlns:a16="http://schemas.microsoft.com/office/drawing/2014/main" id="{2AE46BD8-6447-4822-AD46-222D488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419" y="30551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66" name="Figure element 632">
            <a:extLst xmlns:a="http://schemas.openxmlformats.org/drawingml/2006/main">
              <a:ext uri="{FF2B5EF4-FFF2-40B4-BE49-F238E27FC236}">
                <a16:creationId xmlns:a16="http://schemas.microsoft.com/office/drawing/2014/main" id="{FD8A8B56-DEC1-42E9-A943-ABD19D0C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419" y="32361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62" name=""/>
          <p:cNvCxnSpPr>
            <a:stCxn xmlns:a="http://schemas.openxmlformats.org/drawingml/2006/main" id="265" idx="3"/>
            <a:endCxn xmlns:a="http://schemas.openxmlformats.org/drawingml/2006/main" id="266" idx="1"/>
          </p:cNvCxnSpPr>
          <p:nvPr/>
        </p:nvCxnSpPr>
        <p:spPr>
          <a:xfrm xmlns:a="http://schemas.openxmlformats.org/drawingml/2006/main" flipH="1">
            <a:off x="7922419" y="3057526"/>
            <a:ext cx="4763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268" name="Figure element 633">
            <a:extLst xmlns:a="http://schemas.openxmlformats.org/drawingml/2006/main">
              <a:ext uri="{FF2B5EF4-FFF2-40B4-BE49-F238E27FC236}">
                <a16:creationId xmlns:a16="http://schemas.microsoft.com/office/drawing/2014/main" id="{8F5AB7BC-90E7-4FF8-A22D-9EBB1E31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67075"/>
            <a:ext cx="1781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Remaining ActionDiT</a:t>
            </a:r>
          </a:p>
          <a:p xmlns:a="http://schemas.openxmlformats.org/drawingml/2006/main">
            <a:pPr algn="ctr">
              <a:defRPr sz="127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+ denoising</a:t>
            </a:r>
          </a:p>
        </p:txBody>
      </p:sp>
      <p:sp>
        <p:nvSpPr>
          <p:cNvPr id="269" name="Figure element 634">
            <a:extLst xmlns:a="http://schemas.openxmlformats.org/drawingml/2006/main">
              <a:ext uri="{FF2B5EF4-FFF2-40B4-BE49-F238E27FC236}">
                <a16:creationId xmlns:a16="http://schemas.microsoft.com/office/drawing/2014/main" id="{F6434ABA-D4E7-49C7-9140-AC313730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419" y="36742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70" name="Figure element 635">
            <a:extLst xmlns:a="http://schemas.openxmlformats.org/drawingml/2006/main">
              <a:ext uri="{FF2B5EF4-FFF2-40B4-BE49-F238E27FC236}">
                <a16:creationId xmlns:a16="http://schemas.microsoft.com/office/drawing/2014/main" id="{4922B592-02DE-478B-BC4D-7876E17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419" y="38076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566" name=""/>
          <p:cNvCxnSpPr>
            <a:stCxn xmlns:a="http://schemas.openxmlformats.org/drawingml/2006/main" id="269" idx="3"/>
            <a:endCxn xmlns:a="http://schemas.openxmlformats.org/drawingml/2006/main" id="270" idx="1"/>
          </p:cNvCxnSpPr>
          <p:nvPr/>
        </p:nvCxnSpPr>
        <p:spPr>
          <a:xfrm xmlns:a="http://schemas.openxmlformats.org/drawingml/2006/main" flipH="1">
            <a:off x="7922419" y="3676651"/>
            <a:ext cx="4763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53D70"/>
            </a:solidFill>
            <a:prstDash val="solid"/>
            <a:tailEnd type="triangle" w="sm" len="sm"/>
          </a:ln>
        </p:spPr>
      </p:cxnSp>
      <p:sp>
        <p:nvSpPr>
          <p:cNvPr id="272" name="Figure element 636">
            <a:extLst xmlns:a="http://schemas.openxmlformats.org/drawingml/2006/main">
              <a:ext uri="{FF2B5EF4-FFF2-40B4-BE49-F238E27FC236}">
                <a16:creationId xmlns:a16="http://schemas.microsoft.com/office/drawing/2014/main" id="{D15B18A0-CB15-44DB-A82A-68D570A5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3" name="Figure element 637">
            <a:extLst xmlns:a="http://schemas.openxmlformats.org/drawingml/2006/main">
              <a:ext uri="{FF2B5EF4-FFF2-40B4-BE49-F238E27FC236}">
                <a16:creationId xmlns:a16="http://schemas.microsoft.com/office/drawing/2014/main" id="{8DD17CB0-0EDF-4BE0-B3AB-24C16CD6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4" name="Figure element 638">
            <a:extLst xmlns:a="http://schemas.openxmlformats.org/drawingml/2006/main">
              <a:ext uri="{FF2B5EF4-FFF2-40B4-BE49-F238E27FC236}">
                <a16:creationId xmlns:a16="http://schemas.microsoft.com/office/drawing/2014/main" id="{56688038-62C4-4554-BB89-8779C73B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5" name="Figure element 639">
            <a:extLst xmlns:a="http://schemas.openxmlformats.org/drawingml/2006/main">
              <a:ext uri="{FF2B5EF4-FFF2-40B4-BE49-F238E27FC236}">
                <a16:creationId xmlns:a16="http://schemas.microsoft.com/office/drawing/2014/main" id="{250AD9ED-7CAE-43DF-A005-0160C66C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6" name="Figure element 640">
            <a:extLst xmlns:a="http://schemas.openxmlformats.org/drawingml/2006/main">
              <a:ext uri="{FF2B5EF4-FFF2-40B4-BE49-F238E27FC236}">
                <a16:creationId xmlns:a16="http://schemas.microsoft.com/office/drawing/2014/main" id="{9284ABE7-2A71-442A-8755-739B5EA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7" name="Figure element 641">
            <a:extLst xmlns:a="http://schemas.openxmlformats.org/drawingml/2006/main">
              <a:ext uri="{FF2B5EF4-FFF2-40B4-BE49-F238E27FC236}">
                <a16:creationId xmlns:a16="http://schemas.microsoft.com/office/drawing/2014/main" id="{84C0E010-D9A7-4931-9D29-A50EEDAA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8" name="Figure element 642">
            <a:extLst xmlns:a="http://schemas.openxmlformats.org/drawingml/2006/main">
              <a:ext uri="{FF2B5EF4-FFF2-40B4-BE49-F238E27FC236}">
                <a16:creationId xmlns:a16="http://schemas.microsoft.com/office/drawing/2014/main" id="{20939E4C-28F3-4A47-B21E-D57B54D0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9" name="Figure element 643">
            <a:extLst xmlns:a="http://schemas.openxmlformats.org/drawingml/2006/main">
              <a:ext uri="{FF2B5EF4-FFF2-40B4-BE49-F238E27FC236}">
                <a16:creationId xmlns:a16="http://schemas.microsoft.com/office/drawing/2014/main" id="{1CAF2174-6E65-41AE-B7C4-2FD2C3B7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0" name="Figure element 644">
            <a:extLst xmlns:a="http://schemas.openxmlformats.org/drawingml/2006/main">
              <a:ext uri="{FF2B5EF4-FFF2-40B4-BE49-F238E27FC236}">
                <a16:creationId xmlns:a16="http://schemas.microsoft.com/office/drawing/2014/main" id="{226E0A85-B84E-4B7F-99CD-AC0A7D0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1" name="Figure element 645">
            <a:extLst xmlns:a="http://schemas.openxmlformats.org/drawingml/2006/main">
              <a:ext uri="{FF2B5EF4-FFF2-40B4-BE49-F238E27FC236}">
                <a16:creationId xmlns:a16="http://schemas.microsoft.com/office/drawing/2014/main" id="{EF727A3C-D4FD-4AE0-BE1E-7180655A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2" name="Figure element 646">
            <a:extLst xmlns:a="http://schemas.openxmlformats.org/drawingml/2006/main">
              <a:ext uri="{FF2B5EF4-FFF2-40B4-BE49-F238E27FC236}">
                <a16:creationId xmlns:a16="http://schemas.microsoft.com/office/drawing/2014/main" id="{C11E5EBE-34E7-464B-872C-DB646732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3" name="Figure element 647">
            <a:extLst xmlns:a="http://schemas.openxmlformats.org/drawingml/2006/main">
              <a:ext uri="{FF2B5EF4-FFF2-40B4-BE49-F238E27FC236}">
                <a16:creationId xmlns:a16="http://schemas.microsoft.com/office/drawing/2014/main" id="{6FC07B2C-FBF0-48DF-A5F2-174F26B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4" name="Figure element 648">
            <a:extLst xmlns:a="http://schemas.openxmlformats.org/drawingml/2006/main">
              <a:ext uri="{FF2B5EF4-FFF2-40B4-BE49-F238E27FC236}">
                <a16:creationId xmlns:a16="http://schemas.microsoft.com/office/drawing/2014/main" id="{567FC175-4454-4EAF-87F4-84393342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E6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5" name="Figure element 649">
            <a:extLst xmlns:a="http://schemas.openxmlformats.org/drawingml/2006/main">
              <a:ext uri="{FF2B5EF4-FFF2-40B4-BE49-F238E27FC236}">
                <a16:creationId xmlns:a16="http://schemas.microsoft.com/office/drawing/2014/main" id="{74EA1756-5511-416E-B549-2D79A98E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6" name="Figure element 650">
            <a:extLst xmlns:a="http://schemas.openxmlformats.org/drawingml/2006/main">
              <a:ext uri="{FF2B5EF4-FFF2-40B4-BE49-F238E27FC236}">
                <a16:creationId xmlns:a16="http://schemas.microsoft.com/office/drawing/2014/main" id="{5EC8BFDD-CEEA-4242-8F26-3846879E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7" name="Figure element 651">
            <a:extLst xmlns:a="http://schemas.openxmlformats.org/drawingml/2006/main">
              <a:ext uri="{FF2B5EF4-FFF2-40B4-BE49-F238E27FC236}">
                <a16:creationId xmlns:a16="http://schemas.microsoft.com/office/drawing/2014/main" id="{C04385E2-78F7-4822-B1DF-26AD2B5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8" name="Figure element 652">
            <a:extLst xmlns:a="http://schemas.openxmlformats.org/drawingml/2006/main">
              <a:ext uri="{FF2B5EF4-FFF2-40B4-BE49-F238E27FC236}">
                <a16:creationId xmlns:a16="http://schemas.microsoft.com/office/drawing/2014/main" id="{2218C193-DA31-4268-86B2-22B375DC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9" name="Figure element 653">
            <a:extLst xmlns:a="http://schemas.openxmlformats.org/drawingml/2006/main">
              <a:ext uri="{FF2B5EF4-FFF2-40B4-BE49-F238E27FC236}">
                <a16:creationId xmlns:a16="http://schemas.microsoft.com/office/drawing/2014/main" id="{B9A08FB8-F4F1-4A15-9A69-1AC43E8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0" name="Figure element 654">
            <a:extLst xmlns:a="http://schemas.openxmlformats.org/drawingml/2006/main">
              <a:ext uri="{FF2B5EF4-FFF2-40B4-BE49-F238E27FC236}">
                <a16:creationId xmlns:a16="http://schemas.microsoft.com/office/drawing/2014/main" id="{0DF26752-C3B8-4C6C-BD62-8E6DF2BD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1" name="Figure element 655">
            <a:extLst xmlns:a="http://schemas.openxmlformats.org/drawingml/2006/main">
              <a:ext uri="{FF2B5EF4-FFF2-40B4-BE49-F238E27FC236}">
                <a16:creationId xmlns:a16="http://schemas.microsoft.com/office/drawing/2014/main" id="{0B7032D2-2407-401E-B01C-DE65B862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2" name="Figure element 656">
            <a:extLst xmlns:a="http://schemas.openxmlformats.org/drawingml/2006/main">
              <a:ext uri="{FF2B5EF4-FFF2-40B4-BE49-F238E27FC236}">
                <a16:creationId xmlns:a16="http://schemas.microsoft.com/office/drawing/2014/main" id="{34A4D104-1F2B-42D3-897E-46C277F4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BD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3" name="Figure element 657">
            <a:extLst xmlns:a="http://schemas.openxmlformats.org/drawingml/2006/main">
              <a:ext uri="{FF2B5EF4-FFF2-40B4-BE49-F238E27FC236}">
                <a16:creationId xmlns:a16="http://schemas.microsoft.com/office/drawing/2014/main" id="{26B034B2-D4C9-4CEB-B7FD-CB6A2451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6B7380"/>
            </a:solidFill>
            <a:prstDash val="solid"/>
          </a:ln>
        </p:spPr>
      </p:sp>
      <p:sp>
        <p:nvSpPr>
          <p:cNvPr id="294" name="Figure element 658">
            <a:extLst xmlns:a="http://schemas.openxmlformats.org/drawingml/2006/main">
              <a:ext uri="{FF2B5EF4-FFF2-40B4-BE49-F238E27FC236}">
                <a16:creationId xmlns:a16="http://schemas.microsoft.com/office/drawing/2014/main" id="{129F9600-A47C-40B3-892B-9B9B6A2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Final actions</a:t>
            </a:r>
          </a:p>
        </p:txBody>
      </p:sp>
      <p:sp>
        <p:nvSpPr>
          <p:cNvPr id="295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423F2264-BDF1-4616-9C68-786FCC48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Proposed method. An action-sensitive metric guides vector assignments. Packed-kernel performance remains to test.</a:t>
            </a:r>
          </a:p>
        </p:txBody>
      </p:sp>
      <p:sp>
        <p:nvSpPr>
          <p:cNvPr id="29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871DDC9-3C19-4EF1-A0C7-2F9A9CE0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Codebook geometry: proposal B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Figure element 659">
            <a:extLst xmlns:a="http://schemas.openxmlformats.org/drawingml/2006/main">
              <a:ext uri="{FF2B5EF4-FFF2-40B4-BE49-F238E27FC236}">
                <a16:creationId xmlns:a16="http://schemas.microsoft.com/office/drawing/2014/main" id="{F359DE0C-6095-48C0-9EE3-315F385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2886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(a) Euclidean assignment</a:t>
            </a:r>
          </a:p>
        </p:txBody>
      </p:sp>
      <p:sp>
        <p:nvSpPr>
          <p:cNvPr id="5" name="Figure element 660">
            <a:extLst xmlns:a="http://schemas.openxmlformats.org/drawingml/2006/main">
              <a:ext uri="{FF2B5EF4-FFF2-40B4-BE49-F238E27FC236}">
                <a16:creationId xmlns:a16="http://schemas.microsoft.com/office/drawing/2014/main" id="{99BA69DD-5440-476D-89E8-6EAE8CCA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838200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(b) Action-weighted VQ</a:t>
            </a:r>
          </a:p>
        </p:txBody>
      </p:sp>
      <p:sp>
        <p:nvSpPr>
          <p:cNvPr id="6" name="Figure element 661">
            <a:extLst xmlns:a="http://schemas.openxmlformats.org/drawingml/2006/main">
              <a:ext uri="{FF2B5EF4-FFF2-40B4-BE49-F238E27FC236}">
                <a16:creationId xmlns:a16="http://schemas.microsoft.com/office/drawing/2014/main" id="{E09F7A8D-900B-44A2-98CC-3EC862F1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838200"/>
            <a:ext cx="2200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53D70"/>
                </a:solidFill>
                <a:latin typeface="Times New Roman"/>
                <a:ea typeface="Times New Roman"/>
                <a:cs typeface="Times New Roman"/>
              </a:rPr>
              <a:t>(c) Metric geometry</a:t>
            </a:r>
          </a:p>
        </p:txBody>
      </p:sp>
      <p:sp>
        <p:nvSpPr>
          <p:cNvPr id="7" name="Figure element 662">
            <a:extLst xmlns:a="http://schemas.openxmlformats.org/drawingml/2006/main">
              <a:ext uri="{FF2B5EF4-FFF2-40B4-BE49-F238E27FC236}">
                <a16:creationId xmlns:a16="http://schemas.microsoft.com/office/drawing/2014/main" id="{38077B37-6818-4A1D-BEF7-BE3E2D34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8" name="Figure element 663">
            <a:extLst xmlns:a="http://schemas.openxmlformats.org/drawingml/2006/main">
              <a:ext uri="{FF2B5EF4-FFF2-40B4-BE49-F238E27FC236}">
                <a16:creationId xmlns:a16="http://schemas.microsoft.com/office/drawing/2014/main" id="{23686BBC-9181-40F8-8C2E-C501AD25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4398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6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3388519" y="838201"/>
            <a:ext cx="4763" cy="35623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solid"/>
          </a:ln>
        </p:spPr>
      </p:cxnSp>
      <p:sp>
        <p:nvSpPr>
          <p:cNvPr id="10" name="Figure element 664">
            <a:extLst xmlns:a="http://schemas.openxmlformats.org/drawingml/2006/main">
              <a:ext uri="{FF2B5EF4-FFF2-40B4-BE49-F238E27FC236}">
                <a16:creationId xmlns:a16="http://schemas.microsoft.com/office/drawing/2014/main" id="{40F2932C-2192-4D22-836A-980B0A4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244" y="8358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" name="Figure element 665">
            <a:extLst xmlns:a="http://schemas.openxmlformats.org/drawingml/2006/main">
              <a:ext uri="{FF2B5EF4-FFF2-40B4-BE49-F238E27FC236}">
                <a16:creationId xmlns:a16="http://schemas.microsoft.com/office/drawing/2014/main" id="{4DB80710-2781-443E-B117-05A94E2D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244" y="4398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6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6522244" y="838201"/>
            <a:ext cx="4763" cy="35623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9D0D9"/>
            </a:solidFill>
            <a:prstDash val="solid"/>
          </a:ln>
        </p:spPr>
      </p:cxnSp>
      <p:sp>
        <p:nvSpPr>
          <p:cNvPr id="13" name="Figure element 666">
            <a:extLst xmlns:a="http://schemas.openxmlformats.org/drawingml/2006/main">
              <a:ext uri="{FF2B5EF4-FFF2-40B4-BE49-F238E27FC236}">
                <a16:creationId xmlns:a16="http://schemas.microsoft.com/office/drawing/2014/main" id="{3A93B0F6-5559-4F1F-83E5-20A19112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2405063"/>
            <a:ext cx="942975" cy="942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F2DE"/>
          </a:solidFill>
          <a:ln xmlns:a="http://schemas.openxmlformats.org/drawingml/2006/main" w="10954">
            <a:solidFill>
              <a:srgbClr val="B08227"/>
            </a:solidFill>
            <a:prstDash val="solid"/>
          </a:ln>
        </p:spPr>
      </p:sp>
      <p:sp>
        <p:nvSpPr>
          <p:cNvPr id="14" name="Figure element 667">
            <a:extLst xmlns:a="http://schemas.openxmlformats.org/drawingml/2006/main">
              <a:ext uri="{FF2B5EF4-FFF2-40B4-BE49-F238E27FC236}">
                <a16:creationId xmlns:a16="http://schemas.microsoft.com/office/drawing/2014/main" id="{26CBB7DC-1F01-4731-8FA2-1BA22943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9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5" name="Figure element 668">
            <a:extLst xmlns:a="http://schemas.openxmlformats.org/drawingml/2006/main">
              <a:ext uri="{FF2B5EF4-FFF2-40B4-BE49-F238E27FC236}">
                <a16:creationId xmlns:a16="http://schemas.microsoft.com/office/drawing/2014/main" id="{EC00A52A-11B0-4D0B-ACCE-8198AF9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869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6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8182" y="2876551"/>
            <a:ext cx="245268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B7380"/>
            </a:solidFill>
            <a:prstDash val="solid"/>
            <a:tailEnd type="triangle" w="sm" len="sm"/>
          </a:ln>
        </p:spPr>
      </p:cxnSp>
      <p:sp>
        <p:nvSpPr>
          <p:cNvPr id="17" name="Figure element 669">
            <a:extLst xmlns:a="http://schemas.openxmlformats.org/drawingml/2006/main">
              <a:ext uri="{FF2B5EF4-FFF2-40B4-BE49-F238E27FC236}">
                <a16:creationId xmlns:a16="http://schemas.microsoft.com/office/drawing/2014/main" id="{B2BED649-E7F1-4BFA-90BD-4C5D4DE2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44" y="40933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8" name="Figure element 670">
            <a:extLst xmlns:a="http://schemas.openxmlformats.org/drawingml/2006/main">
              <a:ext uri="{FF2B5EF4-FFF2-40B4-BE49-F238E27FC236}">
                <a16:creationId xmlns:a16="http://schemas.microsoft.com/office/drawing/2014/main" id="{B3453DB1-6128-4276-8382-D5A0E4E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44" y="14263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 flipV="1">
            <a:off x="1835944" y="1428751"/>
            <a:ext cx="4763" cy="266700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B7380"/>
            </a:solidFill>
            <a:prstDash val="solid"/>
            <a:tailEnd type="triangle" w="sm" len="sm"/>
          </a:ln>
        </p:spPr>
      </p:cxnSp>
      <p:sp>
        <p:nvSpPr>
          <p:cNvPr id="20" name="Figure element 671">
            <a:extLst xmlns:a="http://schemas.openxmlformats.org/drawingml/2006/main">
              <a:ext uri="{FF2B5EF4-FFF2-40B4-BE49-F238E27FC236}">
                <a16:creationId xmlns:a16="http://schemas.microsoft.com/office/drawing/2014/main" id="{46D7D9D8-BD09-46F6-A300-3115C7AC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9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1" name="Figure element 672">
            <a:extLst xmlns:a="http://schemas.openxmlformats.org/drawingml/2006/main">
              <a:ext uri="{FF2B5EF4-FFF2-40B4-BE49-F238E27FC236}">
                <a16:creationId xmlns:a16="http://schemas.microsoft.com/office/drawing/2014/main" id="{C1FC793F-8677-4A55-8E64-CE4F4CB5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9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7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892969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23" name="Figure element 673">
            <a:extLst xmlns:a="http://schemas.openxmlformats.org/drawingml/2006/main">
              <a:ext uri="{FF2B5EF4-FFF2-40B4-BE49-F238E27FC236}">
                <a16:creationId xmlns:a16="http://schemas.microsoft.com/office/drawing/2014/main" id="{B93E491C-B179-4617-9D95-C9613DC0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-0.6</a:t>
            </a:r>
          </a:p>
        </p:txBody>
      </p:sp>
      <p:sp>
        <p:nvSpPr>
          <p:cNvPr id="24" name="Figure element 674">
            <a:extLst xmlns:a="http://schemas.openxmlformats.org/drawingml/2006/main">
              <a:ext uri="{FF2B5EF4-FFF2-40B4-BE49-F238E27FC236}">
                <a16:creationId xmlns:a16="http://schemas.microsoft.com/office/drawing/2014/main" id="{E0CE49E0-D9A1-46FD-8FB1-1C7D7E89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56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5" name="Figure element 675">
            <a:extLst xmlns:a="http://schemas.openxmlformats.org/drawingml/2006/main">
              <a:ext uri="{FF2B5EF4-FFF2-40B4-BE49-F238E27FC236}">
                <a16:creationId xmlns:a16="http://schemas.microsoft.com/office/drawing/2014/main" id="{605B8A7E-FF89-4135-9CEC-6BD794D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56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7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1364456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27" name="Figure element 676">
            <a:extLst xmlns:a="http://schemas.openxmlformats.org/drawingml/2006/main">
              <a:ext uri="{FF2B5EF4-FFF2-40B4-BE49-F238E27FC236}">
                <a16:creationId xmlns:a16="http://schemas.microsoft.com/office/drawing/2014/main" id="{2C808B02-B8D3-4721-8C20-91725B86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-0.3</a:t>
            </a:r>
          </a:p>
        </p:txBody>
      </p:sp>
      <p:sp>
        <p:nvSpPr>
          <p:cNvPr id="28" name="Figure element 677">
            <a:extLst xmlns:a="http://schemas.openxmlformats.org/drawingml/2006/main">
              <a:ext uri="{FF2B5EF4-FFF2-40B4-BE49-F238E27FC236}">
                <a16:creationId xmlns:a16="http://schemas.microsoft.com/office/drawing/2014/main" id="{68C9E068-2D9B-4666-8A7F-3ED91E3E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431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29" name="Figure element 678">
            <a:extLst xmlns:a="http://schemas.openxmlformats.org/drawingml/2006/main">
              <a:ext uri="{FF2B5EF4-FFF2-40B4-BE49-F238E27FC236}">
                <a16:creationId xmlns:a16="http://schemas.microsoft.com/office/drawing/2014/main" id="{A13DE02E-5F53-4E3D-8BB2-B1C7E9E3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431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2307431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31" name="Figure element 679">
            <a:extLst xmlns:a="http://schemas.openxmlformats.org/drawingml/2006/main">
              <a:ext uri="{FF2B5EF4-FFF2-40B4-BE49-F238E27FC236}">
                <a16:creationId xmlns:a16="http://schemas.microsoft.com/office/drawing/2014/main" id="{F5022FC1-78A0-423E-AAAE-A0F54D4B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32" name="Figure element 680">
            <a:extLst xmlns:a="http://schemas.openxmlformats.org/drawingml/2006/main">
              <a:ext uri="{FF2B5EF4-FFF2-40B4-BE49-F238E27FC236}">
                <a16:creationId xmlns:a16="http://schemas.microsoft.com/office/drawing/2014/main" id="{69051A6F-9631-4589-BE19-DEE618D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919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33" name="Figure element 681">
            <a:extLst xmlns:a="http://schemas.openxmlformats.org/drawingml/2006/main">
              <a:ext uri="{FF2B5EF4-FFF2-40B4-BE49-F238E27FC236}">
                <a16:creationId xmlns:a16="http://schemas.microsoft.com/office/drawing/2014/main" id="{CA90FEA5-FB43-4B60-A6FF-CF809CA3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919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2778919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35" name="Figure element 682">
            <a:extLst xmlns:a="http://schemas.openxmlformats.org/drawingml/2006/main">
              <a:ext uri="{FF2B5EF4-FFF2-40B4-BE49-F238E27FC236}">
                <a16:creationId xmlns:a16="http://schemas.microsoft.com/office/drawing/2014/main" id="{313C8B9E-CC37-4368-922B-311FA92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36" name="Figure element 683">
            <a:extLst xmlns:a="http://schemas.openxmlformats.org/drawingml/2006/main">
              <a:ext uri="{FF2B5EF4-FFF2-40B4-BE49-F238E27FC236}">
                <a16:creationId xmlns:a16="http://schemas.microsoft.com/office/drawing/2014/main" id="{2C12EC33-022E-4DC1-9730-4C41927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69" y="2402681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37" name="Figure element 684">
            <a:extLst xmlns:a="http://schemas.openxmlformats.org/drawingml/2006/main">
              <a:ext uri="{FF2B5EF4-FFF2-40B4-BE49-F238E27FC236}">
                <a16:creationId xmlns:a16="http://schemas.microsoft.com/office/drawing/2014/main" id="{FF42990A-0ACB-419F-8236-B9555FA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19" y="2402681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812132" y="2405063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39" name="Figure element 685">
            <a:extLst xmlns:a="http://schemas.openxmlformats.org/drawingml/2006/main">
              <a:ext uri="{FF2B5EF4-FFF2-40B4-BE49-F238E27FC236}">
                <a16:creationId xmlns:a16="http://schemas.microsoft.com/office/drawing/2014/main" id="{59FA4513-BBB4-4A9A-B460-5E354AD4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9813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40" name="Figure element 686">
            <a:extLst xmlns:a="http://schemas.openxmlformats.org/drawingml/2006/main">
              <a:ext uri="{FF2B5EF4-FFF2-40B4-BE49-F238E27FC236}">
                <a16:creationId xmlns:a16="http://schemas.microsoft.com/office/drawing/2014/main" id="{DE3D8A5C-EDF5-45D4-A981-9C038E5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69" y="19311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41" name="Figure element 687">
            <a:extLst xmlns:a="http://schemas.openxmlformats.org/drawingml/2006/main">
              <a:ext uri="{FF2B5EF4-FFF2-40B4-BE49-F238E27FC236}">
                <a16:creationId xmlns:a16="http://schemas.microsoft.com/office/drawing/2014/main" id="{C039DC6B-C459-4B4F-A76C-618F54C4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19" y="19311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12132" y="1933576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43" name="Figure element 688">
            <a:extLst xmlns:a="http://schemas.openxmlformats.org/drawingml/2006/main">
              <a:ext uri="{FF2B5EF4-FFF2-40B4-BE49-F238E27FC236}">
                <a16:creationId xmlns:a16="http://schemas.microsoft.com/office/drawing/2014/main" id="{CFD47990-F768-404E-AEFB-9D47CC2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383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44" name="Figure element 689">
            <a:extLst xmlns:a="http://schemas.openxmlformats.org/drawingml/2006/main">
              <a:ext uri="{FF2B5EF4-FFF2-40B4-BE49-F238E27FC236}">
                <a16:creationId xmlns:a16="http://schemas.microsoft.com/office/drawing/2014/main" id="{72C46B5B-28D6-4E93-84F2-F871CFA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8" y="28355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D70"/>
          </a:solidFill>
          <a:ln xmlns:a="http://schemas.openxmlformats.org/drawingml/2006/main" w="7620">
            <a:solidFill>
              <a:srgbClr val="253D70"/>
            </a:solidFill>
            <a:prstDash val="solid"/>
          </a:ln>
        </p:spPr>
      </p:sp>
      <p:sp>
        <p:nvSpPr>
          <p:cNvPr id="45" name="Figure element 690">
            <a:extLst xmlns:a="http://schemas.openxmlformats.org/drawingml/2006/main">
              <a:ext uri="{FF2B5EF4-FFF2-40B4-BE49-F238E27FC236}">
                <a16:creationId xmlns:a16="http://schemas.microsoft.com/office/drawing/2014/main" id="{D73DBEF6-66DF-494D-A10C-59D43D79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855" y="28355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7620">
            <a:solidFill>
              <a:srgbClr val="B08227"/>
            </a:solidFill>
            <a:prstDash val="solid"/>
          </a:ln>
        </p:spPr>
      </p:sp>
      <p:sp>
        <p:nvSpPr>
          <p:cNvPr id="46" name="Figure element 691">
            <a:extLst xmlns:a="http://schemas.openxmlformats.org/drawingml/2006/main">
              <a:ext uri="{FF2B5EF4-FFF2-40B4-BE49-F238E27FC236}">
                <a16:creationId xmlns:a16="http://schemas.microsoft.com/office/drawing/2014/main" id="{9E4C92C7-609A-4512-86AB-839B3DB3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8" y="189261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solidFill>
              <a:srgbClr val="24827F"/>
            </a:solidFill>
            <a:prstDash val="solid"/>
          </a:ln>
        </p:spPr>
      </p:sp>
      <p:sp>
        <p:nvSpPr>
          <p:cNvPr id="47" name="Figure element 692">
            <a:extLst xmlns:a="http://schemas.openxmlformats.org/drawingml/2006/main">
              <a:ext uri="{FF2B5EF4-FFF2-40B4-BE49-F238E27FC236}">
                <a16:creationId xmlns:a16="http://schemas.microsoft.com/office/drawing/2014/main" id="{574F3F2D-6AE3-4A57-9B35-DE0E31C7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569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48" name="Figure element 693">
            <a:extLst xmlns:a="http://schemas.openxmlformats.org/drawingml/2006/main">
              <a:ext uri="{FF2B5EF4-FFF2-40B4-BE49-F238E27FC236}">
                <a16:creationId xmlns:a16="http://schemas.microsoft.com/office/drawing/2014/main" id="{A5C77029-293D-4F24-9184-9F20BAD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281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888332" y="2876551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8227"/>
            </a:solidFill>
            <a:prstDash val="solid"/>
            <a:tailEnd type="triangle" w="sm" len="sm"/>
          </a:ln>
        </p:spPr>
      </p:cxnSp>
      <p:sp>
        <p:nvSpPr>
          <p:cNvPr id="50" name="Figure element 694">
            <a:extLst xmlns:a="http://schemas.openxmlformats.org/drawingml/2006/main">
              <a:ext uri="{FF2B5EF4-FFF2-40B4-BE49-F238E27FC236}">
                <a16:creationId xmlns:a16="http://schemas.microsoft.com/office/drawing/2014/main" id="{1FDA0D1E-1255-446C-9CF3-37FD578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262890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c₁=(0.3,0)</a:t>
            </a:r>
          </a:p>
        </p:txBody>
      </p:sp>
      <p:sp>
        <p:nvSpPr>
          <p:cNvPr id="51" name="Figure element 695">
            <a:extLst xmlns:a="http://schemas.openxmlformats.org/drawingml/2006/main">
              <a:ext uri="{FF2B5EF4-FFF2-40B4-BE49-F238E27FC236}">
                <a16:creationId xmlns:a16="http://schemas.microsoft.com/office/drawing/2014/main" id="{E0A55DD8-035D-4A06-BD57-11849610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71650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c₂=(0,0.6)</a:t>
            </a:r>
          </a:p>
        </p:txBody>
      </p:sp>
      <p:sp>
        <p:nvSpPr>
          <p:cNvPr id="52" name="Figure element 696">
            <a:extLst xmlns:a="http://schemas.openxmlformats.org/drawingml/2006/main">
              <a:ext uri="{FF2B5EF4-FFF2-40B4-BE49-F238E27FC236}">
                <a16:creationId xmlns:a16="http://schemas.microsoft.com/office/drawing/2014/main" id="{BF56AFFB-B842-4A7E-A488-C2B9FA1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289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w=(0,0)</a:t>
            </a:r>
          </a:p>
        </p:txBody>
      </p:sp>
      <p:sp>
        <p:nvSpPr>
          <p:cNvPr id="53" name="Figure element 697">
            <a:extLst xmlns:a="http://schemas.openxmlformats.org/drawingml/2006/main">
              <a:ext uri="{FF2B5EF4-FFF2-40B4-BE49-F238E27FC236}">
                <a16:creationId xmlns:a16="http://schemas.microsoft.com/office/drawing/2014/main" id="{350E8E75-B229-44F8-A76B-03566F29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1472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Sensitive</a:t>
            </a:r>
          </a:p>
        </p:txBody>
      </p:sp>
      <p:sp>
        <p:nvSpPr>
          <p:cNvPr id="54" name="Figure element 698">
            <a:extLst xmlns:a="http://schemas.openxmlformats.org/drawingml/2006/main">
              <a:ext uri="{FF2B5EF4-FFF2-40B4-BE49-F238E27FC236}">
                <a16:creationId xmlns:a16="http://schemas.microsoft.com/office/drawing/2014/main" id="{BCEE9B63-05CD-42CF-8832-FFE1C49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47775"/>
            <a:ext cx="11525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</p:txBody>
      </p:sp>
      <p:sp>
        <p:nvSpPr>
          <p:cNvPr id="55" name="Figure element 699">
            <a:extLst xmlns:a="http://schemas.openxmlformats.org/drawingml/2006/main">
              <a:ext uri="{FF2B5EF4-FFF2-40B4-BE49-F238E27FC236}">
                <a16:creationId xmlns:a16="http://schemas.microsoft.com/office/drawing/2014/main" id="{B76E4234-8D56-48ED-AAE4-362CFF7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19525"/>
            <a:ext cx="28003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2DE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6" name="Figure element 700">
            <a:extLst xmlns:a="http://schemas.openxmlformats.org/drawingml/2006/main">
              <a:ext uri="{FF2B5EF4-FFF2-40B4-BE49-F238E27FC236}">
                <a16:creationId xmlns:a16="http://schemas.microsoft.com/office/drawing/2014/main" id="{0970B9C6-AC37-45F5-9E30-8472403F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62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d₂: c₁=0.09, c₂=0.36</a:t>
            </a:r>
          </a:p>
        </p:txBody>
      </p:sp>
      <p:sp>
        <p:nvSpPr>
          <p:cNvPr id="57" name="Figure element 701">
            <a:extLst xmlns:a="http://schemas.openxmlformats.org/drawingml/2006/main">
              <a:ext uri="{FF2B5EF4-FFF2-40B4-BE49-F238E27FC236}">
                <a16:creationId xmlns:a16="http://schemas.microsoft.com/office/drawing/2014/main" id="{EFA12B42-53E0-4315-9B94-F84A724F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33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L₂ selects c₁</a:t>
            </a:r>
          </a:p>
        </p:txBody>
      </p:sp>
      <p:sp>
        <p:nvSpPr>
          <p:cNvPr id="58" name="Figure element 702">
            <a:extLst xmlns:a="http://schemas.openxmlformats.org/drawingml/2006/main">
              <a:ext uri="{FF2B5EF4-FFF2-40B4-BE49-F238E27FC236}">
                <a16:creationId xmlns:a16="http://schemas.microsoft.com/office/drawing/2014/main" id="{C057A92A-FBEE-42BD-9393-ACDB504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33575"/>
            <a:ext cx="6286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10954">
            <a:solidFill>
              <a:srgbClr val="24827F"/>
            </a:solidFill>
            <a:prstDash val="dash"/>
          </a:ln>
        </p:spPr>
      </p:sp>
      <p:sp>
        <p:nvSpPr>
          <p:cNvPr id="59" name="Figure element 703">
            <a:extLst xmlns:a="http://schemas.openxmlformats.org/drawingml/2006/main">
              <a:ext uri="{FF2B5EF4-FFF2-40B4-BE49-F238E27FC236}">
                <a16:creationId xmlns:a16="http://schemas.microsoft.com/office/drawing/2014/main" id="{C929FC09-75C1-4508-AE0D-9718BD84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044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60" name="Figure element 704">
            <a:extLst xmlns:a="http://schemas.openxmlformats.org/drawingml/2006/main">
              <a:ext uri="{FF2B5EF4-FFF2-40B4-BE49-F238E27FC236}">
                <a16:creationId xmlns:a16="http://schemas.microsoft.com/office/drawing/2014/main" id="{5EA916A0-2715-43F4-869F-9CD2AF1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494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3783807" y="2876551"/>
            <a:ext cx="245268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B7380"/>
            </a:solidFill>
            <a:prstDash val="solid"/>
            <a:tailEnd type="triangle" w="sm" len="sm"/>
          </a:ln>
        </p:spPr>
      </p:cxnSp>
      <p:sp>
        <p:nvSpPr>
          <p:cNvPr id="62" name="Figure element 705">
            <a:extLst xmlns:a="http://schemas.openxmlformats.org/drawingml/2006/main">
              <a:ext uri="{FF2B5EF4-FFF2-40B4-BE49-F238E27FC236}">
                <a16:creationId xmlns:a16="http://schemas.microsoft.com/office/drawing/2014/main" id="{0DEFE326-5B45-4186-9993-6BDF0D26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569" y="40933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63" name="Figure element 706">
            <a:extLst xmlns:a="http://schemas.openxmlformats.org/drawingml/2006/main">
              <a:ext uri="{FF2B5EF4-FFF2-40B4-BE49-F238E27FC236}">
                <a16:creationId xmlns:a16="http://schemas.microsoft.com/office/drawing/2014/main" id="{333459AC-565D-4A59-A800-C750F7E1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569" y="14263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15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 flipV="1">
            <a:off x="4931569" y="1428751"/>
            <a:ext cx="4763" cy="266700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6B7380"/>
            </a:solidFill>
            <a:prstDash val="solid"/>
            <a:tailEnd type="triangle" w="sm" len="sm"/>
          </a:ln>
        </p:spPr>
      </p:cxnSp>
      <p:sp>
        <p:nvSpPr>
          <p:cNvPr id="65" name="Figure element 707">
            <a:extLst xmlns:a="http://schemas.openxmlformats.org/drawingml/2006/main">
              <a:ext uri="{FF2B5EF4-FFF2-40B4-BE49-F238E27FC236}">
                <a16:creationId xmlns:a16="http://schemas.microsoft.com/office/drawing/2014/main" id="{0CF8CB25-47BF-4B10-816E-ED35C36B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594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66" name="Figure element 708">
            <a:extLst xmlns:a="http://schemas.openxmlformats.org/drawingml/2006/main">
              <a:ext uri="{FF2B5EF4-FFF2-40B4-BE49-F238E27FC236}">
                <a16:creationId xmlns:a16="http://schemas.microsoft.com/office/drawing/2014/main" id="{85B18661-889C-49A3-BCA9-C8BDE4A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594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3988594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68" name="Figure element 709">
            <a:extLst xmlns:a="http://schemas.openxmlformats.org/drawingml/2006/main">
              <a:ext uri="{FF2B5EF4-FFF2-40B4-BE49-F238E27FC236}">
                <a16:creationId xmlns:a16="http://schemas.microsoft.com/office/drawing/2014/main" id="{BBD31819-586F-4BA2-BDD6-97A3C488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-0.6</a:t>
            </a:r>
          </a:p>
        </p:txBody>
      </p:sp>
      <p:sp>
        <p:nvSpPr>
          <p:cNvPr id="69" name="Figure element 710">
            <a:extLst xmlns:a="http://schemas.openxmlformats.org/drawingml/2006/main">
              <a:ext uri="{FF2B5EF4-FFF2-40B4-BE49-F238E27FC236}">
                <a16:creationId xmlns:a16="http://schemas.microsoft.com/office/drawing/2014/main" id="{F9A0FB06-D364-4014-BA8F-FCFEBE9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081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70" name="Figure element 711">
            <a:extLst xmlns:a="http://schemas.openxmlformats.org/drawingml/2006/main">
              <a:ext uri="{FF2B5EF4-FFF2-40B4-BE49-F238E27FC236}">
                <a16:creationId xmlns:a16="http://schemas.microsoft.com/office/drawing/2014/main" id="{238FC6A9-D982-4654-87D3-D102A74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081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H="1">
            <a:off x="4460081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72" name="Figure element 712">
            <a:extLst xmlns:a="http://schemas.openxmlformats.org/drawingml/2006/main">
              <a:ext uri="{FF2B5EF4-FFF2-40B4-BE49-F238E27FC236}">
                <a16:creationId xmlns:a16="http://schemas.microsoft.com/office/drawing/2014/main" id="{01B7F0AB-76BF-45D2-89EF-D397CA18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-0.3</a:t>
            </a:r>
          </a:p>
        </p:txBody>
      </p:sp>
      <p:sp>
        <p:nvSpPr>
          <p:cNvPr id="73" name="Figure element 713">
            <a:extLst xmlns:a="http://schemas.openxmlformats.org/drawingml/2006/main">
              <a:ext uri="{FF2B5EF4-FFF2-40B4-BE49-F238E27FC236}">
                <a16:creationId xmlns:a16="http://schemas.microsoft.com/office/drawing/2014/main" id="{1CF5A502-762F-499B-BDC4-517C2A4D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74" name="Figure element 714">
            <a:extLst xmlns:a="http://schemas.openxmlformats.org/drawingml/2006/main">
              <a:ext uri="{FF2B5EF4-FFF2-40B4-BE49-F238E27FC236}">
                <a16:creationId xmlns:a16="http://schemas.microsoft.com/office/drawing/2014/main" id="{1B41C231-3B9D-430E-95B7-9C083EA5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 flipH="1">
            <a:off x="5403056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76" name="Figure element 715">
            <a:extLst xmlns:a="http://schemas.openxmlformats.org/drawingml/2006/main">
              <a:ext uri="{FF2B5EF4-FFF2-40B4-BE49-F238E27FC236}">
                <a16:creationId xmlns:a16="http://schemas.microsoft.com/office/drawing/2014/main" id="{483BFBFC-0F82-45B9-BDDC-DAE33A85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77" name="Figure element 716">
            <a:extLst xmlns:a="http://schemas.openxmlformats.org/drawingml/2006/main">
              <a:ext uri="{FF2B5EF4-FFF2-40B4-BE49-F238E27FC236}">
                <a16:creationId xmlns:a16="http://schemas.microsoft.com/office/drawing/2014/main" id="{44EF28C6-AA4E-494A-B98C-9C3E0D2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544" y="28455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78" name="Figure element 717">
            <a:extLst xmlns:a="http://schemas.openxmlformats.org/drawingml/2006/main">
              <a:ext uri="{FF2B5EF4-FFF2-40B4-BE49-F238E27FC236}">
                <a16:creationId xmlns:a16="http://schemas.microsoft.com/office/drawing/2014/main" id="{F092D6E6-5801-450E-AFFF-6FFDCA2D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544" y="29027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H="1">
            <a:off x="5874544" y="2847976"/>
            <a:ext cx="4763" cy="5715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80" name="Figure element 718">
            <a:extLst xmlns:a="http://schemas.openxmlformats.org/drawingml/2006/main">
              <a:ext uri="{FF2B5EF4-FFF2-40B4-BE49-F238E27FC236}">
                <a16:creationId xmlns:a16="http://schemas.microsoft.com/office/drawing/2014/main" id="{0E7B2D4C-C421-4966-8B81-7247583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952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81" name="Figure element 719">
            <a:extLst xmlns:a="http://schemas.openxmlformats.org/drawingml/2006/main">
              <a:ext uri="{FF2B5EF4-FFF2-40B4-BE49-F238E27FC236}">
                <a16:creationId xmlns:a16="http://schemas.microsoft.com/office/drawing/2014/main" id="{FCE6A882-E0C4-456A-9F7E-37AEE9D8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994" y="2402681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82" name="Figure element 720">
            <a:extLst xmlns:a="http://schemas.openxmlformats.org/drawingml/2006/main">
              <a:ext uri="{FF2B5EF4-FFF2-40B4-BE49-F238E27FC236}">
                <a16:creationId xmlns:a16="http://schemas.microsoft.com/office/drawing/2014/main" id="{79C3EE80-2B3B-45A6-8613-BE56EF66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144" y="2402681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34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4907757" y="2405063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84" name="Figure element 721">
            <a:extLst xmlns:a="http://schemas.openxmlformats.org/drawingml/2006/main">
              <a:ext uri="{FF2B5EF4-FFF2-40B4-BE49-F238E27FC236}">
                <a16:creationId xmlns:a16="http://schemas.microsoft.com/office/drawing/2014/main" id="{1E37212B-13D9-43FB-90C5-87C81718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09813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85" name="Figure element 722">
            <a:extLst xmlns:a="http://schemas.openxmlformats.org/drawingml/2006/main">
              <a:ext uri="{FF2B5EF4-FFF2-40B4-BE49-F238E27FC236}">
                <a16:creationId xmlns:a16="http://schemas.microsoft.com/office/drawing/2014/main" id="{DA62D1C0-CDF9-43F1-9612-AF11DE8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994" y="19311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86" name="Figure element 723">
            <a:extLst xmlns:a="http://schemas.openxmlformats.org/drawingml/2006/main">
              <a:ext uri="{FF2B5EF4-FFF2-40B4-BE49-F238E27FC236}">
                <a16:creationId xmlns:a16="http://schemas.microsoft.com/office/drawing/2014/main" id="{723B36A6-88BE-4CB9-970F-8C93CF05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144" y="193119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38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4907757" y="1933576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6B7380"/>
            </a:solidFill>
            <a:prstDash val="solid"/>
          </a:ln>
        </p:spPr>
      </p:cxnSp>
      <p:sp>
        <p:nvSpPr>
          <p:cNvPr id="88" name="Figure element 724">
            <a:extLst xmlns:a="http://schemas.openxmlformats.org/drawingml/2006/main">
              <a:ext uri="{FF2B5EF4-FFF2-40B4-BE49-F238E27FC236}">
                <a16:creationId xmlns:a16="http://schemas.microsoft.com/office/drawing/2014/main" id="{51469B61-7B1A-43BC-B37C-49A93299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383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89" name="Figure element 725">
            <a:extLst xmlns:a="http://schemas.openxmlformats.org/drawingml/2006/main">
              <a:ext uri="{FF2B5EF4-FFF2-40B4-BE49-F238E27FC236}">
                <a16:creationId xmlns:a16="http://schemas.microsoft.com/office/drawing/2014/main" id="{67541941-5257-4222-B271-F8100B8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993" y="28355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D70"/>
          </a:solidFill>
          <a:ln xmlns:a="http://schemas.openxmlformats.org/drawingml/2006/main" w="7620">
            <a:solidFill>
              <a:srgbClr val="253D70"/>
            </a:solidFill>
            <a:prstDash val="solid"/>
          </a:ln>
        </p:spPr>
      </p:sp>
      <p:sp>
        <p:nvSpPr>
          <p:cNvPr id="90" name="Figure element 726">
            <a:extLst xmlns:a="http://schemas.openxmlformats.org/drawingml/2006/main">
              <a:ext uri="{FF2B5EF4-FFF2-40B4-BE49-F238E27FC236}">
                <a16:creationId xmlns:a16="http://schemas.microsoft.com/office/drawing/2014/main" id="{9938ABD8-9883-4976-8AD3-73B826C5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28355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8227"/>
          </a:solidFill>
          <a:ln xmlns:a="http://schemas.openxmlformats.org/drawingml/2006/main" w="7620">
            <a:solidFill>
              <a:srgbClr val="B08227"/>
            </a:solidFill>
            <a:prstDash val="solid"/>
          </a:ln>
        </p:spPr>
      </p:sp>
      <p:sp>
        <p:nvSpPr>
          <p:cNvPr id="91" name="Figure element 727">
            <a:extLst xmlns:a="http://schemas.openxmlformats.org/drawingml/2006/main">
              <a:ext uri="{FF2B5EF4-FFF2-40B4-BE49-F238E27FC236}">
                <a16:creationId xmlns:a16="http://schemas.microsoft.com/office/drawing/2014/main" id="{D7F34437-1568-4D0A-BDC7-6D485AC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993" y="189261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solidFill>
              <a:srgbClr val="24827F"/>
            </a:solidFill>
            <a:prstDash val="solid"/>
          </a:ln>
        </p:spPr>
      </p:sp>
      <p:sp>
        <p:nvSpPr>
          <p:cNvPr id="92" name="Figure element 728">
            <a:extLst xmlns:a="http://schemas.openxmlformats.org/drawingml/2006/main">
              <a:ext uri="{FF2B5EF4-FFF2-40B4-BE49-F238E27FC236}">
                <a16:creationId xmlns:a16="http://schemas.microsoft.com/office/drawing/2014/main" id="{29D30C14-2893-42CF-A8B7-5F94AC7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194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93" name="Figure element 729">
            <a:extLst xmlns:a="http://schemas.openxmlformats.org/drawingml/2006/main">
              <a:ext uri="{FF2B5EF4-FFF2-40B4-BE49-F238E27FC236}">
                <a16:creationId xmlns:a16="http://schemas.microsoft.com/office/drawing/2014/main" id="{8E846827-85DC-4229-A124-D66B04B1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06" y="28741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45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4983957" y="2876551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3AD82"/>
            </a:solidFill>
            <a:prstDash val="solid"/>
            <a:tailEnd type="triangle" w="sm" len="sm"/>
          </a:ln>
        </p:spPr>
      </p:cxnSp>
      <p:sp>
        <p:nvSpPr>
          <p:cNvPr id="95" name="Figure element 730">
            <a:extLst xmlns:a="http://schemas.openxmlformats.org/drawingml/2006/main">
              <a:ext uri="{FF2B5EF4-FFF2-40B4-BE49-F238E27FC236}">
                <a16:creationId xmlns:a16="http://schemas.microsoft.com/office/drawing/2014/main" id="{805E7C79-BCFA-4F3F-B9BC-938C11C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569" y="28265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96" name="Figure element 731">
            <a:extLst xmlns:a="http://schemas.openxmlformats.org/drawingml/2006/main">
              <a:ext uri="{FF2B5EF4-FFF2-40B4-BE49-F238E27FC236}">
                <a16:creationId xmlns:a16="http://schemas.microsoft.com/office/drawing/2014/main" id="{6665A727-0A1B-4657-AD0A-20EAC00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569" y="1988344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48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 flipH="1" flipV="1">
            <a:off x="4931569" y="1990726"/>
            <a:ext cx="4763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827F"/>
            </a:solidFill>
            <a:prstDash val="solid"/>
            <a:tailEnd type="triangle" w="sm" len="sm"/>
          </a:ln>
        </p:spPr>
      </p:cxnSp>
      <p:sp>
        <p:nvSpPr>
          <p:cNvPr id="98" name="Figure element 732">
            <a:extLst xmlns:a="http://schemas.openxmlformats.org/drawingml/2006/main">
              <a:ext uri="{FF2B5EF4-FFF2-40B4-BE49-F238E27FC236}">
                <a16:creationId xmlns:a16="http://schemas.microsoft.com/office/drawing/2014/main" id="{9BB76CB8-5093-4331-B3FF-E9DF3B77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262890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B08227"/>
                </a:solidFill>
                <a:latin typeface="Times New Roman"/>
                <a:ea typeface="Times New Roman"/>
                <a:cs typeface="Times New Roman"/>
              </a:rPr>
              <a:t>c₁=(0.3,0)</a:t>
            </a:r>
          </a:p>
        </p:txBody>
      </p:sp>
      <p:sp>
        <p:nvSpPr>
          <p:cNvPr id="99" name="Figure element 733">
            <a:extLst xmlns:a="http://schemas.openxmlformats.org/drawingml/2006/main">
              <a:ext uri="{FF2B5EF4-FFF2-40B4-BE49-F238E27FC236}">
                <a16:creationId xmlns:a16="http://schemas.microsoft.com/office/drawing/2014/main" id="{EE1F7739-394E-4715-9FCC-BE10F69E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71650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c₂=(0,0.6)</a:t>
            </a:r>
          </a:p>
        </p:txBody>
      </p:sp>
      <p:sp>
        <p:nvSpPr>
          <p:cNvPr id="100" name="Figure element 734">
            <a:extLst xmlns:a="http://schemas.openxmlformats.org/drawingml/2006/main">
              <a:ext uri="{FF2B5EF4-FFF2-40B4-BE49-F238E27FC236}">
                <a16:creationId xmlns:a16="http://schemas.microsoft.com/office/drawing/2014/main" id="{1599AEB2-7C1A-406F-A9A3-5E5BC38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289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w=(0,0)</a:t>
            </a:r>
          </a:p>
        </p:txBody>
      </p:sp>
      <p:sp>
        <p:nvSpPr>
          <p:cNvPr id="101" name="Figure element 735">
            <a:extLst xmlns:a="http://schemas.openxmlformats.org/drawingml/2006/main">
              <a:ext uri="{FF2B5EF4-FFF2-40B4-BE49-F238E27FC236}">
                <a16:creationId xmlns:a16="http://schemas.microsoft.com/office/drawing/2014/main" id="{DD56CBA9-F346-4BBA-B1CE-B6F35336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14725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Sensitive</a:t>
            </a:r>
          </a:p>
        </p:txBody>
      </p:sp>
      <p:sp>
        <p:nvSpPr>
          <p:cNvPr id="102" name="Figure element 736">
            <a:extLst xmlns:a="http://schemas.openxmlformats.org/drawingml/2006/main">
              <a:ext uri="{FF2B5EF4-FFF2-40B4-BE49-F238E27FC236}">
                <a16:creationId xmlns:a16="http://schemas.microsoft.com/office/drawing/2014/main" id="{177FA759-8021-4F17-B0DB-2C07E431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47775"/>
            <a:ext cx="11525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</p:txBody>
      </p:sp>
      <p:sp>
        <p:nvSpPr>
          <p:cNvPr id="103" name="Figure element 737">
            <a:extLst xmlns:a="http://schemas.openxmlformats.org/drawingml/2006/main">
              <a:ext uri="{FF2B5EF4-FFF2-40B4-BE49-F238E27FC236}">
                <a16:creationId xmlns:a16="http://schemas.microsoft.com/office/drawing/2014/main" id="{D016AE75-AAD0-430E-9B62-0A201C0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28003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04" name="Figure element 738">
            <a:extLst xmlns:a="http://schemas.openxmlformats.org/drawingml/2006/main">
              <a:ext uri="{FF2B5EF4-FFF2-40B4-BE49-F238E27FC236}">
                <a16:creationId xmlns:a16="http://schemas.microsoft.com/office/drawing/2014/main" id="{63F6E6BB-B37E-4950-837F-10452CC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862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dₘ: c₁=0.81, c₂=0.36</a:t>
            </a:r>
          </a:p>
        </p:txBody>
      </p:sp>
      <p:sp>
        <p:nvSpPr>
          <p:cNvPr id="105" name="Figure element 739">
            <a:extLst xmlns:a="http://schemas.openxmlformats.org/drawingml/2006/main">
              <a:ext uri="{FF2B5EF4-FFF2-40B4-BE49-F238E27FC236}">
                <a16:creationId xmlns:a16="http://schemas.microsoft.com/office/drawing/2014/main" id="{4FAC2F2B-A698-43B1-956C-80508FC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33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827F"/>
                </a:solidFill>
                <a:latin typeface="Times New Roman"/>
                <a:ea typeface="Times New Roman"/>
                <a:cs typeface="Times New Roman"/>
              </a:rPr>
              <a:t>Action metric selects c₂</a:t>
            </a:r>
          </a:p>
        </p:txBody>
      </p:sp>
      <p:sp>
        <p:nvSpPr>
          <p:cNvPr id="106" name="Figure element 740">
            <a:extLst xmlns:a="http://schemas.openxmlformats.org/drawingml/2006/main">
              <a:ext uri="{FF2B5EF4-FFF2-40B4-BE49-F238E27FC236}">
                <a16:creationId xmlns:a16="http://schemas.microsoft.com/office/drawing/2014/main" id="{2D41364A-223F-4E6E-912B-649CD505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257300"/>
            <a:ext cx="21812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07" name="Figure element 741">
            <a:extLst xmlns:a="http://schemas.openxmlformats.org/drawingml/2006/main">
              <a:ext uri="{FF2B5EF4-FFF2-40B4-BE49-F238E27FC236}">
                <a16:creationId xmlns:a16="http://schemas.microsoft.com/office/drawing/2014/main" id="{8F6710AD-91E9-4758-91A3-21334D78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dₘ(w,c) =</a:t>
            </a:r>
          </a:p>
        </p:txBody>
      </p:sp>
      <p:sp>
        <p:nvSpPr>
          <p:cNvPr id="108" name="Figure element 742">
            <a:extLst xmlns:a="http://schemas.openxmlformats.org/drawingml/2006/main">
              <a:ext uri="{FF2B5EF4-FFF2-40B4-BE49-F238E27FC236}">
                <a16:creationId xmlns:a16="http://schemas.microsoft.com/office/drawing/2014/main" id="{119E44C8-B7BA-4481-A917-B50A04A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287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(w−c)ᵀM(w−c)</a:t>
            </a:r>
          </a:p>
        </p:txBody>
      </p:sp>
      <p:sp>
        <p:nvSpPr>
          <p:cNvPr id="109" name="Figure element 743">
            <a:extLst xmlns:a="http://schemas.openxmlformats.org/drawingml/2006/main">
              <a:ext uri="{FF2B5EF4-FFF2-40B4-BE49-F238E27FC236}">
                <a16:creationId xmlns:a16="http://schemas.microsoft.com/office/drawing/2014/main" id="{03F97C79-E326-4BBC-AC1B-C8879E3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M =</a:t>
            </a:r>
          </a:p>
        </p:txBody>
      </p:sp>
      <p:sp>
        <p:nvSpPr>
          <p:cNvPr id="110" name="Figure element 744">
            <a:extLst xmlns:a="http://schemas.openxmlformats.org/drawingml/2006/main">
              <a:ext uri="{FF2B5EF4-FFF2-40B4-BE49-F238E27FC236}">
                <a16:creationId xmlns:a16="http://schemas.microsoft.com/office/drawing/2014/main" id="{36336AC9-1815-4436-B4D0-46965DCA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33575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9  0</a:t>
            </a:r>
          </a:p>
          <a:p xmlns:a="http://schemas.openxmlformats.org/drawingml/2006/main">
            <a:pPr algn="ctr">
              <a:defRPr sz="17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0  1</a:t>
            </a:r>
          </a:p>
        </p:txBody>
      </p:sp>
      <p:sp>
        <p:nvSpPr>
          <p:cNvPr id="111" name="Figure element 745">
            <a:extLst xmlns:a="http://schemas.openxmlformats.org/drawingml/2006/main">
              <a:ext uri="{FF2B5EF4-FFF2-40B4-BE49-F238E27FC236}">
                <a16:creationId xmlns:a16="http://schemas.microsoft.com/office/drawing/2014/main" id="{9E221F7B-BF1D-46EA-B9CC-424C85E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1940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2" name="Figure element 746">
            <a:extLst xmlns:a="http://schemas.openxmlformats.org/drawingml/2006/main">
              <a:ext uri="{FF2B5EF4-FFF2-40B4-BE49-F238E27FC236}">
                <a16:creationId xmlns:a16="http://schemas.microsoft.com/office/drawing/2014/main" id="{F7688406-2242-44F0-81F3-00CBBE4B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64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 flipH="1">
            <a:off x="7312819" y="1943101"/>
            <a:ext cx="476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</a:ln>
        </p:spPr>
      </p:cxnSp>
      <p:sp>
        <p:nvSpPr>
          <p:cNvPr id="114" name="Figure element 747">
            <a:extLst xmlns:a="http://schemas.openxmlformats.org/drawingml/2006/main">
              <a:ext uri="{FF2B5EF4-FFF2-40B4-BE49-F238E27FC236}">
                <a16:creationId xmlns:a16="http://schemas.microsoft.com/office/drawing/2014/main" id="{C02FD4E9-8CCF-4A8C-8E14-7704F5A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244" y="1940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5" name="Figure element 748">
            <a:extLst xmlns:a="http://schemas.openxmlformats.org/drawingml/2006/main">
              <a:ext uri="{FF2B5EF4-FFF2-40B4-BE49-F238E27FC236}">
                <a16:creationId xmlns:a16="http://schemas.microsoft.com/office/drawing/2014/main" id="{AC0ECEB2-5AAA-404A-BE59-29EA448A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94" y="1940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67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289007" y="1943101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</a:ln>
        </p:spPr>
      </p:cxnSp>
      <p:sp>
        <p:nvSpPr>
          <p:cNvPr id="117" name="Figure element 749">
            <a:extLst xmlns:a="http://schemas.openxmlformats.org/drawingml/2006/main">
              <a:ext uri="{FF2B5EF4-FFF2-40B4-BE49-F238E27FC236}">
                <a16:creationId xmlns:a16="http://schemas.microsoft.com/office/drawing/2014/main" id="{EC1380C3-D48C-49B9-BB57-A35E4F4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244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18" name="Figure element 750">
            <a:extLst xmlns:a="http://schemas.openxmlformats.org/drawingml/2006/main">
              <a:ext uri="{FF2B5EF4-FFF2-40B4-BE49-F238E27FC236}">
                <a16:creationId xmlns:a16="http://schemas.microsoft.com/office/drawing/2014/main" id="{039E3C2A-0B68-4BD4-8C35-1AFDF79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94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70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7289007" y="2419351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</a:ln>
        </p:spPr>
      </p:cxnSp>
      <p:sp>
        <p:nvSpPr>
          <p:cNvPr id="120" name="Figure element 751">
            <a:extLst xmlns:a="http://schemas.openxmlformats.org/drawingml/2006/main">
              <a:ext uri="{FF2B5EF4-FFF2-40B4-BE49-F238E27FC236}">
                <a16:creationId xmlns:a16="http://schemas.microsoft.com/office/drawing/2014/main" id="{B746CCC5-76E9-496D-9618-34EFD4C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769" y="1940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21" name="Figure element 752">
            <a:extLst xmlns:a="http://schemas.openxmlformats.org/drawingml/2006/main">
              <a:ext uri="{FF2B5EF4-FFF2-40B4-BE49-F238E27FC236}">
                <a16:creationId xmlns:a16="http://schemas.microsoft.com/office/drawing/2014/main" id="{1F492005-F003-4428-B307-1455734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769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73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 flipH="1">
            <a:off x="8055769" y="1943101"/>
            <a:ext cx="476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</a:ln>
        </p:spPr>
      </p:cxnSp>
      <p:sp>
        <p:nvSpPr>
          <p:cNvPr id="123" name="Figure element 753">
            <a:extLst xmlns:a="http://schemas.openxmlformats.org/drawingml/2006/main">
              <a:ext uri="{FF2B5EF4-FFF2-40B4-BE49-F238E27FC236}">
                <a16:creationId xmlns:a16="http://schemas.microsoft.com/office/drawing/2014/main" id="{314BEBC5-D8B6-45A1-8BE1-23FE0FD3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194" y="1940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24" name="Figure element 754">
            <a:extLst xmlns:a="http://schemas.openxmlformats.org/drawingml/2006/main">
              <a:ext uri="{FF2B5EF4-FFF2-40B4-BE49-F238E27FC236}">
                <a16:creationId xmlns:a16="http://schemas.microsoft.com/office/drawing/2014/main" id="{8EC36075-C5A1-4368-8F6B-4820A52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344" y="194071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76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8031957" y="1943101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</a:ln>
        </p:spPr>
      </p:cxnSp>
      <p:sp>
        <p:nvSpPr>
          <p:cNvPr id="126" name="Figure element 755">
            <a:extLst xmlns:a="http://schemas.openxmlformats.org/drawingml/2006/main">
              <a:ext uri="{FF2B5EF4-FFF2-40B4-BE49-F238E27FC236}">
                <a16:creationId xmlns:a16="http://schemas.microsoft.com/office/drawing/2014/main" id="{F54D42F2-18EB-42A3-A69A-583C0B8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194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sp>
        <p:nvSpPr>
          <p:cNvPr id="127" name="Figure element 756">
            <a:extLst xmlns:a="http://schemas.openxmlformats.org/drawingml/2006/main">
              <a:ext uri="{FF2B5EF4-FFF2-40B4-BE49-F238E27FC236}">
                <a16:creationId xmlns:a16="http://schemas.microsoft.com/office/drawing/2014/main" id="{222B7259-FA9F-4543-95FF-3FB2852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344" y="2416969"/>
            <a:ext cx="4763" cy="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</p:sp>
      <p:cxnSp>
        <p:nvCxnSpPr>
          <p:cNvPr id="279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8031957" y="2419351"/>
            <a:ext cx="5238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53D70"/>
            </a:solidFill>
            <a:prstDash val="solid"/>
          </a:ln>
        </p:spPr>
      </p:cxnSp>
      <p:sp>
        <p:nvSpPr>
          <p:cNvPr id="129" name="Figure element 757">
            <a:extLst xmlns:a="http://schemas.openxmlformats.org/drawingml/2006/main">
              <a:ext uri="{FF2B5EF4-FFF2-40B4-BE49-F238E27FC236}">
                <a16:creationId xmlns:a16="http://schemas.microsoft.com/office/drawing/2014/main" id="{43831218-6E02-46F6-BBFA-970D758F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2143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33044"/>
                </a:solidFill>
                <a:latin typeface="Times New Roman"/>
                <a:ea typeface="Times New Roman"/>
                <a:cs typeface="Times New Roman"/>
              </a:rPr>
              <a:t>Equal action-error contours</a:t>
            </a:r>
          </a:p>
        </p:txBody>
      </p:sp>
      <p:sp>
        <p:nvSpPr>
          <p:cNvPr id="130" name="Figure element 758">
            <a:extLst xmlns:a="http://schemas.openxmlformats.org/drawingml/2006/main">
              <a:ext uri="{FF2B5EF4-FFF2-40B4-BE49-F238E27FC236}">
                <a16:creationId xmlns:a16="http://schemas.microsoft.com/office/drawing/2014/main" id="{54158730-F816-4753-A4AF-37A19FA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1" name="Figure element 759">
            <a:extLst xmlns:a="http://schemas.openxmlformats.org/drawingml/2006/main">
              <a:ext uri="{FF2B5EF4-FFF2-40B4-BE49-F238E27FC236}">
                <a16:creationId xmlns:a16="http://schemas.microsoft.com/office/drawing/2014/main" id="{970188FF-615C-43EF-8F03-6C06ED86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2" name="Figure element 760">
            <a:extLst xmlns:a="http://schemas.openxmlformats.org/drawingml/2006/main">
              <a:ext uri="{FF2B5EF4-FFF2-40B4-BE49-F238E27FC236}">
                <a16:creationId xmlns:a16="http://schemas.microsoft.com/office/drawing/2014/main" id="{9645E011-C9F6-437D-8045-47F074DF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3" name="Figure element 761">
            <a:extLst xmlns:a="http://schemas.openxmlformats.org/drawingml/2006/main">
              <a:ext uri="{FF2B5EF4-FFF2-40B4-BE49-F238E27FC236}">
                <a16:creationId xmlns:a16="http://schemas.microsoft.com/office/drawing/2014/main" id="{68F8BD2F-C746-4FEA-9080-8FB64CE6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4" name="Figure element 762">
            <a:extLst xmlns:a="http://schemas.openxmlformats.org/drawingml/2006/main">
              <a:ext uri="{FF2B5EF4-FFF2-40B4-BE49-F238E27FC236}">
                <a16:creationId xmlns:a16="http://schemas.microsoft.com/office/drawing/2014/main" id="{CE079D75-2AE6-4052-82F8-6B418EA4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5" name="Figure element 763">
            <a:extLst xmlns:a="http://schemas.openxmlformats.org/drawingml/2006/main">
              <a:ext uri="{FF2B5EF4-FFF2-40B4-BE49-F238E27FC236}">
                <a16:creationId xmlns:a16="http://schemas.microsoft.com/office/drawing/2014/main" id="{241ACE56-7513-4CE3-8C94-8252EB7F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6" name="Figure element 764">
            <a:extLst xmlns:a="http://schemas.openxmlformats.org/drawingml/2006/main">
              <a:ext uri="{FF2B5EF4-FFF2-40B4-BE49-F238E27FC236}">
                <a16:creationId xmlns:a16="http://schemas.microsoft.com/office/drawing/2014/main" id="{75BD28C4-82FB-4D03-9FD7-B5245DB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7" name="Figure element 765">
            <a:extLst xmlns:a="http://schemas.openxmlformats.org/drawingml/2006/main">
              <a:ext uri="{FF2B5EF4-FFF2-40B4-BE49-F238E27FC236}">
                <a16:creationId xmlns:a16="http://schemas.microsoft.com/office/drawing/2014/main" id="{AEE044EF-2B01-4583-A26F-ABA14025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8" name="Figure element 766">
            <a:extLst xmlns:a="http://schemas.openxmlformats.org/drawingml/2006/main">
              <a:ext uri="{FF2B5EF4-FFF2-40B4-BE49-F238E27FC236}">
                <a16:creationId xmlns:a16="http://schemas.microsoft.com/office/drawing/2014/main" id="{E2910578-EBD9-4544-810F-19DC0151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39" name="Figure element 767">
            <a:extLst xmlns:a="http://schemas.openxmlformats.org/drawingml/2006/main">
              <a:ext uri="{FF2B5EF4-FFF2-40B4-BE49-F238E27FC236}">
                <a16:creationId xmlns:a16="http://schemas.microsoft.com/office/drawing/2014/main" id="{81724C06-0CD5-4F6D-9C28-29ADE249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0" name="Figure element 768">
            <a:extLst xmlns:a="http://schemas.openxmlformats.org/drawingml/2006/main">
              <a:ext uri="{FF2B5EF4-FFF2-40B4-BE49-F238E27FC236}">
                <a16:creationId xmlns:a16="http://schemas.microsoft.com/office/drawing/2014/main" id="{D73C99E2-C0A4-4513-B73F-5A60E217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1" name="Figure element 769">
            <a:extLst xmlns:a="http://schemas.openxmlformats.org/drawingml/2006/main">
              <a:ext uri="{FF2B5EF4-FFF2-40B4-BE49-F238E27FC236}">
                <a16:creationId xmlns:a16="http://schemas.microsoft.com/office/drawing/2014/main" id="{E1C5230C-465D-49E5-90FD-A0F1FCA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2" name="Figure element 770">
            <a:extLst xmlns:a="http://schemas.openxmlformats.org/drawingml/2006/main">
              <a:ext uri="{FF2B5EF4-FFF2-40B4-BE49-F238E27FC236}">
                <a16:creationId xmlns:a16="http://schemas.microsoft.com/office/drawing/2014/main" id="{A1F92E9E-FF3E-4AC8-85E1-2C14152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92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3" name="Figure element 771">
            <a:extLst xmlns:a="http://schemas.openxmlformats.org/drawingml/2006/main">
              <a:ext uri="{FF2B5EF4-FFF2-40B4-BE49-F238E27FC236}">
                <a16:creationId xmlns:a16="http://schemas.microsoft.com/office/drawing/2014/main" id="{AABA9657-485A-43AF-8B65-2C099072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4" name="Figure element 772">
            <a:extLst xmlns:a="http://schemas.openxmlformats.org/drawingml/2006/main">
              <a:ext uri="{FF2B5EF4-FFF2-40B4-BE49-F238E27FC236}">
                <a16:creationId xmlns:a16="http://schemas.microsoft.com/office/drawing/2014/main" id="{67D9F715-8D8E-40E8-8005-DDAA22E9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2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5" name="Figure element 773">
            <a:extLst xmlns:a="http://schemas.openxmlformats.org/drawingml/2006/main">
              <a:ext uri="{FF2B5EF4-FFF2-40B4-BE49-F238E27FC236}">
                <a16:creationId xmlns:a16="http://schemas.microsoft.com/office/drawing/2014/main" id="{AEDD3CE6-4FA7-44E5-8BC0-77AB809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2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6" name="Figure element 774">
            <a:extLst xmlns:a="http://schemas.openxmlformats.org/drawingml/2006/main">
              <a:ext uri="{FF2B5EF4-FFF2-40B4-BE49-F238E27FC236}">
                <a16:creationId xmlns:a16="http://schemas.microsoft.com/office/drawing/2014/main" id="{1B4B6C50-207A-4C6A-B342-36F435DE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2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7" name="Figure element 775">
            <a:extLst xmlns:a="http://schemas.openxmlformats.org/drawingml/2006/main">
              <a:ext uri="{FF2B5EF4-FFF2-40B4-BE49-F238E27FC236}">
                <a16:creationId xmlns:a16="http://schemas.microsoft.com/office/drawing/2014/main" id="{1C2E31C5-10F1-4966-95B8-C102DDE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6668">
            <a:solidFill>
              <a:srgbClr val="4D7CAC"/>
            </a:solidFill>
            <a:prstDash val="solid"/>
          </a:ln>
        </p:spPr>
      </p:sp>
      <p:sp>
        <p:nvSpPr>
          <p:cNvPr id="148" name="Figure element 776">
            <a:extLst xmlns:a="http://schemas.openxmlformats.org/drawingml/2006/main">
              <a:ext uri="{FF2B5EF4-FFF2-40B4-BE49-F238E27FC236}">
                <a16:creationId xmlns:a16="http://schemas.microsoft.com/office/drawing/2014/main" id="{9D55429C-69AF-4654-BB4C-B9C71562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76575"/>
            <a:ext cx="285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10954">
            <a:solidFill>
              <a:srgbClr val="24827F"/>
            </a:solidFill>
            <a:prstDash val="dash"/>
          </a:ln>
        </p:spPr>
      </p:sp>
      <p:sp>
        <p:nvSpPr>
          <p:cNvPr id="149" name="Figure element 777">
            <a:extLst xmlns:a="http://schemas.openxmlformats.org/drawingml/2006/main">
              <a:ext uri="{FF2B5EF4-FFF2-40B4-BE49-F238E27FC236}">
                <a16:creationId xmlns:a16="http://schemas.microsoft.com/office/drawing/2014/main" id="{E57FD992-C95B-454A-980D-90B59D1D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27F"/>
          </a:solidFill>
          <a:ln xmlns:a="http://schemas.openxmlformats.org/drawingml/2006/main" w="7620">
            <a:solidFill>
              <a:srgbClr val="24827F"/>
            </a:solidFill>
            <a:prstDash val="solid"/>
          </a:ln>
        </p:spPr>
      </p:sp>
      <p:sp>
        <p:nvSpPr>
          <p:cNvPr id="150" name="Figure element 778">
            <a:extLst xmlns:a="http://schemas.openxmlformats.org/drawingml/2006/main">
              <a:ext uri="{FF2B5EF4-FFF2-40B4-BE49-F238E27FC236}">
                <a16:creationId xmlns:a16="http://schemas.microsoft.com/office/drawing/2014/main" id="{8F539234-3A10-4144-85EF-1EB51C8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019550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Vertical / horizontal</a:t>
            </a:r>
          </a:p>
          <a:p xmlns:a="http://schemas.openxmlformats.org/drawingml/2006/main">
            <a:pPr algn="l">
              <a:defRPr sz="135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B7380"/>
                </a:solidFill>
                <a:latin typeface="Times New Roman"/>
                <a:ea typeface="Times New Roman"/>
                <a:cs typeface="Times New Roman"/>
              </a:rPr>
              <a:t>radius ratio = 3</a:t>
            </a:r>
          </a:p>
        </p:txBody>
      </p:sp>
      <p:sp>
        <p:nvSpPr>
          <p:cNvPr id="151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9BC08B1B-28DE-4422-B765-0A9D2D9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Illustrative example. Identical candidates receive different assignments under L₂ and action-weighted distortion.</a:t>
            </a:r>
          </a:p>
        </p:txBody>
      </p:sp>
      <p:sp>
        <p:nvSpPr>
          <p:cNvPr id="15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2376B23-3BA5-44D9-94C6-C829F83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ache heading">
            <a:extLst xmlns:a="http://schemas.openxmlformats.org/drawingml/2006/main">
              <a:ext uri="{FF2B5EF4-FFF2-40B4-BE49-F238E27FC236}">
                <a16:creationId xmlns:a16="http://schemas.microsoft.com/office/drawing/2014/main" id="{450A193D-9839-44FA-964E-EF208C9D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 xmlns:a="http://schemas.openxmlformats.org/drawingml/2006/main">
              <a:ext uri="{FF2B5EF4-FFF2-40B4-BE49-F238E27FC236}">
                <a16:creationId xmlns:a16="http://schemas.microsoft.com/office/drawing/2014/main" id="{0F26C6FC-AE49-4B0C-A726-80A670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 xmlns:a="http://schemas.openxmlformats.org/drawingml/2006/main">
              <a:ext uri="{FF2B5EF4-FFF2-40B4-BE49-F238E27FC236}">
                <a16:creationId xmlns:a16="http://schemas.microsoft.com/office/drawing/2014/main" id="{50B6569D-12E0-4905-A300-C548011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 xmlns:a="http://schemas.openxmlformats.org/drawingml/2006/main">
              <a:ext uri="{FF2B5EF4-FFF2-40B4-BE49-F238E27FC236}">
                <a16:creationId xmlns:a16="http://schemas.microsoft.com/office/drawing/2014/main" id="{4B706CD7-6052-4F33-8DD1-8A9C6C0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 xmlns:a="http://schemas.openxmlformats.org/drawingml/2006/main">
              <a:ext uri="{FF2B5EF4-FFF2-40B4-BE49-F238E27FC236}">
                <a16:creationId xmlns:a16="http://schemas.microsoft.com/office/drawing/2014/main" id="{43BEC1F8-5F25-41BB-A155-9874368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9" name="QAT body">
            <a:extLst xmlns:a="http://schemas.openxmlformats.org/drawingml/2006/main">
              <a:ext uri="{FF2B5EF4-FFF2-40B4-BE49-F238E27FC236}">
                <a16:creationId xmlns:a16="http://schemas.microsoft.com/office/drawing/2014/main" id="{CA797E0A-CB0A-4E50-9C9E-AF0A6378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Start with an ActionDiT pilot; direct WAM-control QAT remains a direction to investigate.</a:t>
            </a:r>
          </a:p>
        </p:txBody>
      </p:sp>
      <p:sp>
        <p:nvSpPr>
          <p:cNvPr id="1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A77459B9-DBFD-487A-BACA-9F63136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CD19109-4212-4C3B-9E19-37F4968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2026-10-06T13:13:01.1270000Z</dcterms:created>
  <dcterms:modified xsi:type="dcterms:W3CDTF">2026-10-06T13:13:01.1270000Z</dcterms:modified>
</coreProperties>
</file>