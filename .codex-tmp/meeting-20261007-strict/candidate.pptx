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70" r:id="rId12"/>
    <p:sldId id="271" r:id="rId13"/>
  </p:sldIdLst>
  <p:sldSz cx="9144000" cy="5143500" type="screen16x9"/>
  <p:notesSz cx="6858000" cy="9144000"/>
  <p:defaultTextStyle>
    <a:defPPr>
      <a:defRPr lang="zh-S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381" autoAdjust="0"/>
  </p:normalViewPr>
  <p:slideViewPr>
    <p:cSldViewPr snapToGrid="0" snapToObjects="1">
      <p:cViewPr varScale="1">
        <p:scale>
          <a:sx n="126" d="100"/>
          <a:sy n="126" d="100"/>
        </p:scale>
        <p:origin x="1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这次汇报分三部分：先确认 Fast-WAM Optional-IDM 的起点和两篇论文的 LIBERO 结果；再看我们自己的 LIBERO-Plus 子集与 A4 诊断；最后说明 action-sensitive weight VQ 的下一步方案。所有论文截图与本地数据分别标注来源。后面的 VQ 架构和 codebook 几何示例是 proposal，不是已完成结果。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先用 Fast-WAM 的独立 ActionDiT 做可控、范围小的 weight VQ pilot。当前 Optional-IDM 实现分两段：先 denoise video，然后将完整 denoised video 固定为条件，prefill video K/V，再 denoise action。图按当前实现绘制，不把论文的 first-frame-only 快速路径混入本地 Optional-IDM。第一轮 VQ 只改 ActionDiT，video branch 保留 BF16，并不等同于前面的现有四臂联合 Linear 量化配置。</a:t>
            </a:r>
          </a:p>
          <a:p>
            <a:r>
              <a:t>之后推广到 LingBot-VA 和 Cosmos-Policy；共享 backbone 模型应称 action-targeted，不能假设仍是完全独立的 action-only 模块。</a:t>
            </a:r>
          </a:p>
          <a:p>
            <a:r>
              <a:t>来源：Fast-WAM arXiv:2603.16666v2；本地 FastWAM/src/fastwam/models/wan22/fastwam_idm.py，Stage 1/2 inference implementation。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QuantWAMs Table 1 原始截图，Fast-WAM 所在 panel。LIBERO 平均 success：FP16 97.6±0.2%，SVDQuant W4A4 73.7±0.7%，SVDQuant* 75.3±0.6%，Atom 76.2±0.7%，Atom* 82.1±0.5%，QuantWAMs 97.4±0.2%。星号行按论文用于匹配 mixed-precision budget，不能当成与另一篇完全相同的运行 recipe。论文报告 LIBERO 每个 protocol seed 2,000 episodes，3 seeds 合计 6,000；截图中的 ± 是论文报告值。Speedup 与 memory 是该论文的实验口径，不是本地结果。</a:t>
            </a:r>
          </a:p>
          <a:p>
            <a:r>
              <a:t>来源：QuantWAMs: Calibrating at the Right Granularity for World Action Models, arXiv:2607.28405v1, Table 1, PDF physical p.7。https://arxiv.org/abs/2607.28405v1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 SteerQuant Table 1 的 FastWAMJoint 部分，保留原 PDF pixels。为了可读性，zoom 从同一页拼接左侧 Precision/Method 与右侧 FastWAMJoint panel，聚焦 header 与 W4A4 rows，没有改写数字。红圈标出 SVDQuant W4A4 的 Avg 98.2%。上一页 QuantWAMs 同名 baseline 是 73.7±0.7%，mean 相差 24.5 个百分点；Atom 也存在较大差异。现阶段把它作为 cross-paper protocol alignment 问题，不能仅凭两个表宣称论文或数据有误。需要先对齐模型变体 / checkpoint、量化范围、calibration、mixed precision 和 evaluation seeds。SteerQuant caption 报告 2,000 LIBERO rollouts。</a:t>
            </a:r>
          </a:p>
          <a:p>
            <a:r>
              <a:t>来源：SteerQuant: Steering Quantization Error with Action-Guided Scaling in World-Action Models, arXiv:2609.39056v1, Table 1, PDF physical p.7。https://arxiv.org/abs/2609.39056v1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这是用户本地 frozen-checkpoint Fast-WAM Optional-IDM LIBERO-Plus 四臂闭环测量，不是 paper-reported 数值。预注册计划是 4 suites × 7 dimensions，每格 n=50，共 1,400 variants、5,600 arm episodes。最新 all-completed 聚合覆盖 78 个保留 shards、300 个 paired Spatial variants 和 1,200 个 arm episodes。总表分母每臂都是 300：BF16 243/300 (81%)，W4A8 252/300 (84%)，W4A4 与 W4A4KV4 各 0/300；两个 W4A4 臂的已完成 episode 都以 400-step control_step_timeout 结束。W4A8 对 BF16 的配对差为 +3.0 个百分点（19 个仅 W4A8 成功、10 个仅 BF16 成功）。逐维表只放有数据的 6 个 libero_spatial dimension，每格 n=50；其他 22 个 cell 在当前聚合中缺失，不要补成 0。12 个已取消 children（indices 78–89）从聚合排除。结论仅限该 observed subset，不说完整 Plus 或“所有 A4”均失败。W4A4KV4是 W4+A4+KV4 组合，没有 BF16KV4 arm，不能独立归因 KV4。</a:t>
            </a:r>
          </a:p>
          <a:p>
            <a:r>
              <a:t>现有四臂使用相同 W4 G128 weight bank 与 dynamic per-row RTN A8/A4，量化614个Linear（video/action/proprio），不是前页拟议的 ActionDiT-only VQ。Text/VAE、norm、非Linear和attention运算保持BF16。没有完整benchmark结论，也没有正式部署latency。</a:t>
            </a:r>
          </a:p>
          <a:p>
            <a:r>
              <a:t>本地来源：D:/Downloads/Final Year Project/experiment/idea-validation/fastwam-libero-plus-pilot/artifacts/25699421.pbs101/results/analysis.json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左侧保留原 n=300 paired reset-observation action-output evidence，motor RMSE 是前10个action位置的 median normalized RMSE。右侧按照用户提供的截图逐值转录，表中量化调用区域分别为 Video conditioning prefill、Video denoising step 0/9、Action denoising step 0/9、Proprio conditioning。所有百分比与截图保持一致；缩短行名只为版面，step 0/9 是 diffusion denoising iterations，与左侧动作块前10位置不同。零编码比例是量化为zero code的比例，不能直接等同于整个输入张量都为零。输入relative RMSE是截图中的activation/input指标，不能与左侧action-output RMSE混为一个指标或假定同一分母。截图没有给样本数、聚合范围或reference细节，因此不补造这些定义，也不将右侧标成 n=300。观察是这些调用中A4的zero-code ratio与input error都明显大于A8，支持进一步检验activation quantizer的动态范围和尺度分配。</a:t>
            </a:r>
          </a:p>
          <a:p>
            <a:r>
              <a:t>右表来源：用户截图 D:/Downloads/Final Year Project/Weekly Slides/2026-10-07_Figure_Designs/activation-diagnostic-reference.png。左表来源：experiment/idea-validation/fastwam-libero-plus-pilot/artifacts/25699421.pbs101/results/analysis.json#/supplementary/first_action。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主要 figure 是 QuantWAMs Figure 2 原图。可按左中右说明：shared-basis calibration 只在 coordinate-compatible modules 合并activation statistics，不能随意把Q/K/V跨private streams合并；co-training-guided saliency 用joint video-action objective排序层，配置mixed precision；real-rollout counterfactual audit 用固定干预对denoising-step protection做closed-loop验证。启发是：量化误差的重要性要按系统结构与控制结果判断，不能只用activation amplitude。</a:t>
            </a:r>
          </a:p>
          <a:p>
            <a:r>
              <a:t>来源：QuantWAMs, arXiv:2607.28405v1, Figure 2。https://arxiv.org/abs/2607.28405v1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Q-WAM Figure 2 原图。AOG（Action Observability Gramian）估计layer输入误差经过后续denoising传播到最终action的敏感方向；ASP把最敏感子空间留在16-bit branch，剩余部分4-bit。图中的95% action mass/17% action-expert parameters是论文对应设置下的统计，不是所有WAM通用常数。其benchmark主要是RoboTwin与real-world，不把这篇列成Fast-WAM LIBERO表的来源。</a:t>
            </a:r>
          </a:p>
          <a:p>
            <a:r>
              <a:t>对于我们的VQ方案，action sensitivity已有先例，不能把“关注action敏感方向”单独视作novelty。下一步要验证敏感度是否能指导weight codebook，而不是机械复制一个高精度残差branch。</a:t>
            </a:r>
          </a:p>
          <a:p>
            <a:r>
              <a:t>来源：Q-WAM: 4-Bit Quantization of World Action Models with Action-Subspace Protection, arXiv:2609.33269v1, Figure 2。https://arxiv.org/abs/2609.33269v1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SteerQuant Figure 2 原图。先估计layer × denoising timestep × stream的action-impact map，再用shared-weight scaling与stream-specific activation modulation把量化误差转移到较低action-impact的stream。Online inference 的 Rudder 把 scaling、量化/反量化或output compensation与low-bit GEMM融合。它不是已实现的VQ lookup kernel，后续我们若做VQ需要设计codebook/index表示和lookup/decode/GEMM的路径。</a:t>
            </a:r>
          </a:p>
          <a:p>
            <a:r>
              <a:t>来源：SteerQuant: Steering Quantization Error with Action-Guided Scaling in World-Action Models, arXiv:2609.39056v1, Figure 2。https://arxiv.org/abs/2609.39056v1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Row-vector convention: Y=XWᵀ. With D invertible and HHᵀ=I, X′=XD⁻¹H and W′=WDH preserve the unquantized linear output. The displayed Linear output is an intermediate feature unless the remaining ActionDiT/denoising steps are also included. Final-action sensitivity must propagate through those steps.</a:t>
            </a:r>
          </a:p>
          <a:p xmlns:a="http://schemas.openxmlformats.org/drawingml/2006/main">
            <a:r>
              <a:t>Figure source: D:\Downloads\Final Year Project\Weekly Slides\2026-10-07_Figure_Designs\imagegen-method-reference.png.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values: w=(0,0), c₁=(0.3,0), c₂=(0,0.6). Euclidean squared distances are 0.09 and 0.36. For M=diag(9,1), weighted squared distances are 0.81 and 0.36. The reference L₂ contour label 0.6 is inconsistent with the circle through c₁, whose radius is 0.3. A weighted level-0.36 ellipse has radii 0.2 and 0.6. The geometry is explanatory, not measured experimental data.</a:t>
            </a:r>
          </a:p>
          <a:p xmlns:a="http://schemas.openxmlformats.org/drawingml/2006/main">
            <a:r>
              <a:t>Figure source: D:\Downloads\Final Year Project\Weekly Slides\2026-10-07_Figure_Designs\imagegen-geometry-reference.png.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先完成weight VQ的fidelity与closed-loop gate，再扩展：</a:t>
            </a:r>
          </a:p>
          <a:p>
            <a:r>
              <a:t>1. KV cache quantization：把K/V视为persistent activation，量化对象与weight不同。先分开测试，避免沿用A4已经崩溃时的组合臂来归因KV4。验证cache error、packed bytes与控制结果。</a:t>
            </a:r>
          </a:p>
          <a:p>
            <a:r>
              <a:t>2. Rudder-inspired VQ kernel：学习其融合思路，但重新设计codebook/index packed representation、lookup/decode、GEMM、scaling compensation以及模型集成。fake quant或离线压缩不等于native speedup；正式结论需paired native end-to-end latency与relevant fidelity。</a:t>
            </a:r>
          </a:p>
          <a:p>
            <a:r>
              <a:t>3. QAT：resource-dependent extension。已核对的QuantWAMs、Q-WAM、SteerQuant都是PTQ。当前不宣称“全球没有人做WAM QAT”或已经证明novelty。若有GPU且PTQ诊断支持，先在Fast-WAM独立ActionDiT做小范围quantization-aware codebook/weight tuning，再推广到共享模型。需要训练预算和可复现的held-out control evaluation。</a:t>
            </a:r>
          </a:p>
          <a:p>
            <a:r>
              <a:t>顺序：先数学变换和error mechanism → bounded fidelity pilot → paired closed-loop → packed/native performance。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7E4D5-1401-482F-824F-C33E6DAD42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DA456-77A2-4F05-8F53-B1015A42F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65B20-DB7A-4E51-BDDD-F1E3661198CF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0FC19-7CD1-4C5E-9D12-7101DE1BF60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0510C-4C19-4FE0-8DA9-7229F499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198EF-FD8E-41F1-8392-0092717B8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43A2F-A458-4BF9-9A6B-ECA5398A5F8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6712C-7A8C-4850-ABB7-72B0976171E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8FA4E-C023-4087-9D88-B5D2B11A9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05176"/>
            <a:ext cx="8229600" cy="1021556"/>
          </a:xfrm>
        </p:spPr>
        <p:txBody>
          <a:bodyPr anchor="t"/>
          <a:lstStyle>
            <a:lvl1pPr algn="l">
              <a:buNone/>
              <a:defRPr sz="4000" b="1" cap="all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CBBE51-BF9B-479E-837F-C1249B400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180035"/>
            <a:ext cx="82296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6BFA5-E349-4AA9-A828-67F3F8EE719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761213-466E-4A18-9A2D-FA531E3AF8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682A3-93C9-4E65-AD95-C099AA8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94EA7-F60A-43F7-883F-D4D838C2F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68976-4F83-40FF-B880-217C31AF55B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1FA47A-3F46-4786-AB1F-69D4DC3B166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A0069-3F99-43D6-A8C8-D5412265F620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FC5CB-D2D4-43E7-8C65-71785342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0BA59-5BCC-428F-85D9-EAC3988BAB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39124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967BE-A7E4-47CC-A22E-05E18BE43CE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871068"/>
            <a:ext cx="4040188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BE56DE-BEB5-40F3-A275-6B0B062CB99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6" y="139124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93E0D-26AC-4B95-AB48-AB5E4CB6D4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6" y="1871068"/>
            <a:ext cx="4041775" cy="2721308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CDD95-9DE6-4D95-A298-A3A2D7B8B31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89A6D4-1FA9-42F1-A8EA-A0F3881D0D6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BF2ED-1876-4366-8432-BE90789CF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0D750-AF6A-405F-A48C-702E6589942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67AD3-2BE6-4B01-9DF0-11AFE1511D2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CF8CDE-FB10-4D61-AC43-F0D39D27CA9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D842A-DC9C-4997-969A-2B90CFD1A61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0A6BB-F0EC-4011-AEB3-B100E6E56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591463"/>
            <a:ext cx="3008313" cy="871538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BBF9-06F3-4FE5-ACBD-3D0510292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591464"/>
            <a:ext cx="5111750" cy="4048651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EAFEE-0F58-4084-961F-355B90BA39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1" y="1593860"/>
            <a:ext cx="3008313" cy="304625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EFEEC3-5CA8-46D5-8CCB-0BB120EF82D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525AA-7A6F-4DA1-BC06-C7838B4FF81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FF091-C265-404D-826D-A64539B60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A89DF-DC8E-4EA7-9690-78284340DE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695CD0-D070-4047-AB37-E4A116E8439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DC239-BE29-4FC5-8613-9827BC3231CA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124200" y="4886307"/>
            <a:ext cx="4858022" cy="273844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t>Research centre / College / School Name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C7963-707A-4635-8E8A-F13F66E560B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982222" y="4886307"/>
            <a:ext cx="704578" cy="273844"/>
          </a:xfrm>
          <a:prstGeom prst="rect">
            <a:avLst/>
          </a:prstGeom>
        </p:spPr>
        <p:txBody>
          <a:bodyPr/>
          <a:lstStyle/>
          <a:p>
            <a:fld id="{8E6562B1-0B0F-0246-9532-09536BC2AE5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AA3D-92F6-4927-BD04-0D4F73419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22724"/>
            <a:ext cx="8229600" cy="85725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BCCB1-1071-4616-A735-701F5247F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16896"/>
            <a:ext cx="8229600" cy="2907092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pic>
        <p:nvPicPr>
          <p:cNvPr id="8" name="Picture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4872762"/>
            <a:ext cx="9144000" cy="285750"/>
          </a:xfrm>
          <a:prstGeom prst="rect">
            <a:avLst/>
          </a:prstGeom>
        </p:spPr>
      </p:pic>
      <p:pic>
        <p:nvPicPr>
          <p:cNvPr id="9" name="Picture 7"/>
          <p:cNvPicPr>
            <a:picLocks noChangeAspect="1"/>
          </p:cNvPicPr>
          <p:nvPr/>
        </p:nvPicPr>
        <p:blipFill rotWithShape="1">
          <a:blip r:embed="rId12"/>
          <a:srcRect l="18865" t="17198"/>
          <a:stretch/>
        </p:blipFill>
        <p:spPr>
          <a:xfrm>
            <a:off x="6631259" y="4936272"/>
            <a:ext cx="1801682" cy="158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dt="0"/>
  <p:txStyles>
    <p:titleStyle>
      <a:lvl1pPr algn="l" defTabSz="457200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2.xml" Id="R1912ceb345504a2a" /><ns0:Relationship Type="http://schemas.openxmlformats.org/officeDocument/2006/relationships/notesSlide" Target="../notesSlides/notesSlide10.xml" Id="R3316babffe0f4355" /></ns0:Relationships>
</file>

<file path=ppt/slides/_rels/slide1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2.xml" Id="R2c887755f21748ce" /><ns0:Relationship Type="http://schemas.openxmlformats.org/officeDocument/2006/relationships/notesSlide" Target="../notesSlides/notesSlide11.xml" Id="Ra8b6c271e98f43be" /></ns0: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ver title">
            <a:extLst>
              <a:ext uri="{FF2B5EF4-FFF2-40B4-BE49-F238E27FC236}">
                <a16:creationId xmlns:a16="http://schemas.microsoft.com/office/drawing/2014/main" id="{62492C6F-1E8B-498B-9A0F-F2A3C2138B1F}"/>
              </a:ext>
            </a:extLst>
          </p:cNvPr>
          <p:cNvSpPr>
            <a:spLocks noGrp="1"/>
          </p:cNvSpPr>
          <p:nvPr/>
        </p:nvSpPr>
        <p:spPr>
          <a:xfrm>
            <a:off x="2756726" y="1866900"/>
            <a:ext cx="5953125" cy="561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WAM Quantization</a:t>
            </a:r>
          </a:p>
        </p:txBody>
      </p:sp>
      <p:sp>
        <p:nvSpPr>
          <p:cNvPr id="2" name="Cover subtitle">
            <a:extLst>
              <a:ext uri="{FF2B5EF4-FFF2-40B4-BE49-F238E27FC236}">
                <a16:creationId xmlns:a16="http://schemas.microsoft.com/office/drawing/2014/main" id="{F97138CD-21DD-47ED-B3D1-9142E1A12E91}"/>
              </a:ext>
            </a:extLst>
          </p:cNvPr>
          <p:cNvSpPr>
            <a:spLocks noGrp="1"/>
          </p:cNvSpPr>
          <p:nvPr/>
        </p:nvSpPr>
        <p:spPr>
          <a:xfrm>
            <a:off x="2756726" y="2476500"/>
            <a:ext cx="595312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Progress &amp; Next Steps</a:t>
            </a:r>
          </a:p>
        </p:txBody>
      </p:sp>
      <p:sp>
        <p:nvSpPr>
          <p:cNvPr id="4" name="Meeting details">
            <a:extLst>
              <a:ext uri="{FF2B5EF4-FFF2-40B4-BE49-F238E27FC236}">
                <a16:creationId xmlns:a16="http://schemas.microsoft.com/office/drawing/2014/main" id="{3842C009-6D23-44A1-9AAA-C289070B8438}"/>
              </a:ext>
            </a:extLst>
          </p:cNvPr>
          <p:cNvSpPr>
            <a:spLocks noGrp="1"/>
          </p:cNvSpPr>
          <p:nvPr/>
        </p:nvSpPr>
        <p:spPr>
          <a:xfrm>
            <a:off x="2756726" y="4000500"/>
            <a:ext cx="5953125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Weekly Group Meeting</a:t>
            </a:r>
          </a:p>
          <a:p>
            <a:pPr algn="l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Guo Yichen 7 October 2026</a:t>
            </a:r>
          </a:p>
        </p:txBody>
      </p:sp>
    </p:spTree>
    <p:extLst>
      <p:ext uri="{BB962C8B-B14F-4D97-AF65-F5344CB8AC3E}">
        <p14:creationId xmlns:p14="http://schemas.microsoft.com/office/powerpoint/2010/main" val="1897986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Baseline: Fast-WAM Optional-IDM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stage1">
            <a:extLst>
              <a:ext uri="{FF2B5EF4-FFF2-40B4-BE49-F238E27FC236}">
                <a16:creationId xmlns:a16="http://schemas.microsoft.com/office/drawing/2014/main" id="{8C07ABEA-4522-4DFA-8330-56A0F39E733F}"/>
              </a:ext>
            </a:extLst>
          </p:cNvPr>
          <p:cNvSpPr>
            <a:spLocks noGrp="1"/>
          </p:cNvSpPr>
          <p:nvPr/>
        </p:nvSpPr>
        <p:spPr>
          <a:xfrm>
            <a:off x="523875" y="1000125"/>
            <a:ext cx="38576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1  ·  Imagine future video</a:t>
            </a:r>
          </a:p>
        </p:txBody>
      </p:sp>
      <p:sp>
        <p:nvSpPr>
          <p:cNvPr id="5" name="stage2">
            <a:extLst>
              <a:ext uri="{FF2B5EF4-FFF2-40B4-BE49-F238E27FC236}">
                <a16:creationId xmlns:a16="http://schemas.microsoft.com/office/drawing/2014/main" id="{CC35E0A5-85C5-4938-BFAB-780D93FA0B83}"/>
              </a:ext>
            </a:extLst>
          </p:cNvPr>
          <p:cNvSpPr>
            <a:spLocks noGrp="1"/>
          </p:cNvSpPr>
          <p:nvPr/>
        </p:nvSpPr>
        <p:spPr>
          <a:xfrm>
            <a:off x="4686300" y="1000125"/>
            <a:ext cx="3933825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0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Stage 2  ·  Infer actions from frozen video</a:t>
            </a:r>
          </a:p>
        </p:txBody>
      </p:sp>
      <p:sp>
        <p:nvSpPr>
          <p:cNvPr id="6" name="obs">
            <a:extLst>
              <a:ext uri="{FF2B5EF4-FFF2-40B4-BE49-F238E27FC236}">
                <a16:creationId xmlns:a16="http://schemas.microsoft.com/office/drawing/2014/main" id="{26ADB065-B48B-41AE-AD8C-F2A69652B62B}"/>
              </a:ext>
            </a:extLst>
          </p:cNvPr>
          <p:cNvSpPr>
            <a:spLocks noGrp="1"/>
          </p:cNvSpPr>
          <p:nvPr/>
        </p:nvSpPr>
        <p:spPr>
          <a:xfrm>
            <a:off x="523875" y="1638300"/>
            <a:ext cx="1181100" cy="65722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Observation</a:t>
            </a:r>
          </a:p>
          <a:p>
            <a:pPr algn="ctr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+ instruction</a:t>
            </a:r>
          </a:p>
        </p:txBody>
      </p:sp>
      <p:sp>
        <p:nvSpPr>
          <p:cNvPr id="7" name="video">
            <a:extLst>
              <a:ext uri="{FF2B5EF4-FFF2-40B4-BE49-F238E27FC236}">
                <a16:creationId xmlns:a16="http://schemas.microsoft.com/office/drawing/2014/main" id="{3FDDEF1E-C1BC-42B9-9B72-D0A37D11E156}"/>
              </a:ext>
            </a:extLst>
          </p:cNvPr>
          <p:cNvSpPr>
            <a:spLocks noGrp="1"/>
          </p:cNvSpPr>
          <p:nvPr/>
        </p:nvSpPr>
        <p:spPr>
          <a:xfrm>
            <a:off x="2095500" y="1571625"/>
            <a:ext cx="1762125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VideoDiT</a:t>
            </a:r>
          </a:p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video denoising</a:t>
            </a:r>
          </a:p>
        </p:txBody>
      </p:sp>
      <p:sp>
        <p:nvSpPr>
          <p:cNvPr id="8" name="cache">
            <a:extLst>
              <a:ext uri="{FF2B5EF4-FFF2-40B4-BE49-F238E27FC236}">
                <a16:creationId xmlns:a16="http://schemas.microsoft.com/office/drawing/2014/main" id="{23B0CD57-DF18-4799-9759-411BD6DE039E}"/>
              </a:ext>
            </a:extLst>
          </p:cNvPr>
          <p:cNvSpPr>
            <a:spLocks noGrp="1"/>
          </p:cNvSpPr>
          <p:nvPr/>
        </p:nvSpPr>
        <p:spPr>
          <a:xfrm>
            <a:off x="4686300" y="1571625"/>
            <a:ext cx="1638300" cy="790575"/>
          </a:xfrm>
          <a:prstGeom prst="rect">
            <a:avLst/>
          </a:prstGeom>
          <a:solidFill>
            <a:srgbClr val="EDF3FA"/>
          </a:solidFill>
          <a:ln w="12859">
            <a:solidFill>
              <a:srgbClr val="3569A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Frozen video</a:t>
            </a:r>
          </a:p>
          <a:p>
            <a:pPr algn="ctr">
              <a:buNone/>
              <a:defRPr sz="1575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K / V context</a:t>
            </a:r>
          </a:p>
        </p:txBody>
      </p:sp>
      <p:sp>
        <p:nvSpPr>
          <p:cNvPr id="9" name="actiondit">
            <a:extLst>
              <a:ext uri="{FF2B5EF4-FFF2-40B4-BE49-F238E27FC236}">
                <a16:creationId xmlns:a16="http://schemas.microsoft.com/office/drawing/2014/main" id="{2EB21BFD-B454-4601-8A52-9F81E658EBDE}"/>
              </a:ext>
            </a:extLst>
          </p:cNvPr>
          <p:cNvSpPr>
            <a:spLocks noGrp="1"/>
          </p:cNvSpPr>
          <p:nvPr/>
        </p:nvSpPr>
        <p:spPr>
          <a:xfrm>
            <a:off x="4686300" y="2943225"/>
            <a:ext cx="1638300" cy="790575"/>
          </a:xfrm>
          <a:prstGeom prst="rect">
            <a:avLst/>
          </a:prstGeom>
          <a:solidFill>
            <a:srgbClr val="E9F4F0"/>
          </a:solidFill>
          <a:ln w="12859">
            <a:solidFill>
              <a:srgbClr val="237F79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ActionDiT</a:t>
            </a:r>
          </a:p>
          <a:p>
            <a:pPr algn="ctr">
              <a:buNone/>
              <a:defRPr sz="1575" b="0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action denoising</a:t>
            </a:r>
          </a:p>
        </p:txBody>
      </p:sp>
      <p:sp>
        <p:nvSpPr>
          <p:cNvPr id="11" name="frozen">
            <a:extLst>
              <a:ext uri="{FF2B5EF4-FFF2-40B4-BE49-F238E27FC236}">
                <a16:creationId xmlns:a16="http://schemas.microsoft.com/office/drawing/2014/main" id="{C4BB41AA-9636-4E44-AA08-8A6742E2BB0C}"/>
              </a:ext>
            </a:extLst>
          </p:cNvPr>
          <p:cNvSpPr>
            <a:spLocks noGrp="1"/>
          </p:cNvSpPr>
          <p:nvPr/>
        </p:nvSpPr>
        <p:spPr>
          <a:xfrm>
            <a:off x="523875" y="2524125"/>
            <a:ext cx="36099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350" b="0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569A9"/>
                </a:solidFill>
                <a:latin typeface="Arial"/>
                <a:ea typeface="Arial"/>
                <a:cs typeface="Arial"/>
              </a:rPr>
              <a:t>Hold the video branch in BF16 for the first pilot</a:t>
            </a:r>
          </a:p>
        </p:txBody>
      </p:sp>
      <p:sp>
        <p:nvSpPr>
          <p:cNvPr id="12" name="proprio">
            <a:extLst>
              <a:ext uri="{FF2B5EF4-FFF2-40B4-BE49-F238E27FC236}">
                <a16:creationId xmlns:a16="http://schemas.microsoft.com/office/drawing/2014/main" id="{CB42BCE8-9B93-4C7D-BB97-4E60E11ECA18}"/>
              </a:ext>
            </a:extLst>
          </p:cNvPr>
          <p:cNvSpPr>
            <a:spLocks noGrp="1"/>
          </p:cNvSpPr>
          <p:nvPr/>
        </p:nvSpPr>
        <p:spPr>
          <a:xfrm>
            <a:off x="2095500" y="3009900"/>
            <a:ext cx="1762125" cy="6572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Proprioception</a:t>
            </a:r>
          </a:p>
          <a:p>
            <a:pPr algn="ctr">
              <a:buNone/>
              <a:defRPr sz="135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+ action noise</a:t>
            </a:r>
          </a:p>
        </p:txBody>
      </p:sp>
      <p:sp>
        <p:nvSpPr>
          <p:cNvPr id="13" name="out">
            <a:extLst>
              <a:ext uri="{FF2B5EF4-FFF2-40B4-BE49-F238E27FC236}">
                <a16:creationId xmlns:a16="http://schemas.microsoft.com/office/drawing/2014/main" id="{D4185CD6-17D9-4D75-8239-3BF7C0875B3E}"/>
              </a:ext>
            </a:extLst>
          </p:cNvPr>
          <p:cNvSpPr>
            <a:spLocks noGrp="1"/>
          </p:cNvSpPr>
          <p:nvPr/>
        </p:nvSpPr>
        <p:spPr>
          <a:xfrm>
            <a:off x="6781800" y="3028950"/>
            <a:ext cx="1838325" cy="619125"/>
          </a:xfrm>
          <a:prstGeom prst="rect">
            <a:avLst/>
          </a:prstGeom>
          <a:solidFill>
            <a:srgbClr val="F5F6F8"/>
          </a:solidFill>
          <a:ln w="12859">
            <a:solidFill>
              <a:srgbClr val="26344B"/>
            </a:solidFill>
          </a:ln>
        </p:spPr>
        <p:txBody>
          <a:bodyPr wrap="square" lIns="38100" tIns="38100" rIns="38100" bIns="38100" anchor="ctr">
            <a:noAutofit/>
          </a:bodyPr>
          <a:lstStyle/>
          <a:p>
            <a:pPr algn="ctr">
              <a:buNone/>
              <a:defRPr sz="157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 chunk</a:t>
            </a:r>
          </a:p>
        </p:txBody>
      </p:sp>
      <p:sp>
        <p:nvSpPr>
          <p:cNvPr id="14" name="extension">
            <a:extLst>
              <a:ext uri="{FF2B5EF4-FFF2-40B4-BE49-F238E27FC236}">
                <a16:creationId xmlns:a16="http://schemas.microsoft.com/office/drawing/2014/main" id="{EC9A969B-1308-4919-BEB3-3D933C569A11}"/>
              </a:ext>
            </a:extLst>
          </p:cNvPr>
          <p:cNvSpPr>
            <a:spLocks noGrp="1"/>
          </p:cNvSpPr>
          <p:nvPr/>
        </p:nvSpPr>
        <p:spPr>
          <a:xfrm>
            <a:off x="523875" y="38862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Transfer after the Fast-WAM pilot:   LingBot-VA  , Cosmos-Policy</a:t>
            </a:r>
          </a:p>
        </p:txBody>
      </p:sp>
      <p:cxnSp>
        <p:nvCxnSpPr>
          <p:cNvPr id="52" name="直接箭头连接符 34"/>
          <p:cNvCxnSpPr>
            <a:stCxn id="6" idx="3"/>
            <a:endCxn id="7" idx="1"/>
          </p:cNvCxnSpPr>
          <p:nvPr/>
        </p:nvCxnSpPr>
        <p:spPr>
          <a:xfrm>
            <a:off x="1704975" y="1966913"/>
            <a:ext cx="39052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3" name="直接箭头连接符 35"/>
          <p:cNvCxnSpPr>
            <a:stCxn id="7" idx="3"/>
            <a:endCxn id="8" idx="1"/>
          </p:cNvCxnSpPr>
          <p:nvPr/>
        </p:nvCxnSpPr>
        <p:spPr>
          <a:xfrm>
            <a:off x="3857625" y="1966913"/>
            <a:ext cx="828675" cy="0"/>
          </a:xfrm>
          <a:prstGeom prst="straightConnector1">
            <a:avLst/>
          </a:prstGeom>
          <a:ln w="16193">
            <a:solidFill>
              <a:srgbClr val="3569A9"/>
            </a:solidFill>
            <a:prstDash val="solid"/>
            <a:tailEnd type="triangle" w="sm" len="sm"/>
          </a:ln>
        </p:spPr>
      </p:cxnSp>
      <p:cxnSp>
        <p:nvCxnSpPr>
          <p:cNvPr id="54" name="直接箭头连接符 36"/>
          <p:cNvCxnSpPr>
            <a:stCxn id="8" idx="2"/>
            <a:endCxn id="9" idx="0"/>
          </p:cNvCxnSpPr>
          <p:nvPr/>
        </p:nvCxnSpPr>
        <p:spPr>
          <a:xfrm>
            <a:off x="5505450" y="2362200"/>
            <a:ext cx="0" cy="581025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cxnSp>
        <p:nvCxnSpPr>
          <p:cNvPr id="55" name="直接箭头连接符 37"/>
          <p:cNvCxnSpPr>
            <a:stCxn id="12" idx="3"/>
            <a:endCxn id="9" idx="1"/>
          </p:cNvCxnSpPr>
          <p:nvPr/>
        </p:nvCxnSpPr>
        <p:spPr>
          <a:xfrm>
            <a:off x="3857625" y="3338513"/>
            <a:ext cx="828675" cy="0"/>
          </a:xfrm>
          <a:prstGeom prst="straightConnector1">
            <a:avLst/>
          </a:prstGeom>
          <a:ln w="16193">
            <a:solidFill>
              <a:srgbClr val="26344B"/>
            </a:solidFill>
            <a:prstDash val="solid"/>
            <a:tailEnd type="triangle" w="sm" len="sm"/>
          </a:ln>
        </p:spPr>
      </p:cxnSp>
      <p:cxnSp>
        <p:nvCxnSpPr>
          <p:cNvPr id="56" name="直接箭头连接符 38"/>
          <p:cNvCxnSpPr>
            <a:stCxn id="9" idx="3"/>
            <a:endCxn id="13" idx="1"/>
          </p:cNvCxnSpPr>
          <p:nvPr/>
        </p:nvCxnSpPr>
        <p:spPr>
          <a:xfrm>
            <a:off x="6324600" y="3338513"/>
            <a:ext cx="457200" cy="0"/>
          </a:xfrm>
          <a:prstGeom prst="straightConnector1">
            <a:avLst/>
          </a:prstGeom>
          <a:ln w="16193">
            <a:solidFill>
              <a:srgbClr val="237F79"/>
            </a:solidFill>
            <a:prstDash val="solid"/>
            <a:tailEnd type="triangle" w="sm" len="sm"/>
          </a:ln>
        </p:spPr>
      </p:cxnSp>
      <p:sp>
        <p:nvSpPr>
          <p:cNvPr id="20" name="Evidence source">
            <a:extLst>
              <a:ext uri="{FF2B5EF4-FFF2-40B4-BE49-F238E27FC236}">
                <a16:creationId xmlns:a16="http://schemas.microsoft.com/office/drawing/2014/main" id="{DC578DA8-A9C4-4F80-AA31-E5DD53F9EA56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Architecture follows the current Optional-IDM implementation; first VQ pilot targets ActionDiT.</a:t>
            </a:r>
          </a:p>
        </p:txBody>
      </p:sp>
      <p:sp>
        <p:nvSpPr>
          <p:cNvPr id="21" name="Slide number">
            <a:extLst>
              <a:ext uri="{FF2B5EF4-FFF2-40B4-BE49-F238E27FC236}">
                <a16:creationId xmlns:a16="http://schemas.microsoft.com/office/drawing/2014/main" id="{922A2D70-5158-47E5-A6CF-351B429B1D66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QuantWAMs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99B08BB3-A804-4030-AF80-5B166632335D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8048625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Table 1</a:t>
            </a:r>
          </a:p>
        </p:txBody>
      </p:sp>
      <p:pic>
        <p:nvPicPr>
          <p:cNvPr id="14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3375" y="1394232"/>
            <a:ext cx="8477250" cy="1964511"/>
          </a:xfrm>
          <a:prstGeom prst="rect">
            <a:avLst/>
          </a:prstGeom>
        </p:spPr>
      </p:pic>
      <p:sp>
        <p:nvSpPr>
          <p:cNvPr id="6" name="SVDQuant reference">
            <a:extLst>
              <a:ext uri="{FF2B5EF4-FFF2-40B4-BE49-F238E27FC236}">
                <a16:creationId xmlns:a16="http://schemas.microsoft.com/office/drawing/2014/main" id="{E8B65658-3319-4696-BBBC-81AB1D406E7E}"/>
              </a:ext>
            </a:extLst>
          </p:cNvPr>
          <p:cNvSpPr>
            <a:spLocks noGrp="1"/>
          </p:cNvSpPr>
          <p:nvPr/>
        </p:nvSpPr>
        <p:spPr>
          <a:xfrm>
            <a:off x="523875" y="3752850"/>
            <a:ext cx="8096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025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SVDQuant W4A4: 73.7 ± 0.7% LIBERO Avg</a:t>
            </a:r>
          </a:p>
        </p:txBody>
      </p:sp>
      <p:sp>
        <p:nvSpPr>
          <p:cNvPr id="7" name="QuantWAM result">
            <a:extLst>
              <a:ext uri="{FF2B5EF4-FFF2-40B4-BE49-F238E27FC236}">
                <a16:creationId xmlns:a16="http://schemas.microsoft.com/office/drawing/2014/main" id="{8160A404-9210-408E-B8EA-214B97FD8E48}"/>
              </a:ext>
            </a:extLst>
          </p:cNvPr>
          <p:cNvSpPr>
            <a:spLocks noGrp="1"/>
          </p:cNvSpPr>
          <p:nvPr/>
        </p:nvSpPr>
        <p:spPr>
          <a:xfrm>
            <a:off x="523875" y="4171950"/>
            <a:ext cx="809625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QuantWAMs W4A4: 97.4 ± 0.2%</a:t>
            </a:r>
          </a:p>
        </p:txBody>
      </p:sp>
      <p:sp>
        <p:nvSpPr>
          <p:cNvPr id="8" name="Evidence source">
            <a:extLst>
              <a:ext uri="{FF2B5EF4-FFF2-40B4-BE49-F238E27FC236}">
                <a16:creationId xmlns:a16="http://schemas.microsoft.com/office/drawing/2014/main" id="{04D22951-FF94-4233-BF46-CB62A50D2108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Table 1, p.7 · Original PDF pixels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0E50A5AB-21FF-4D34-A2FB-6FE2ACC2D1AB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Fast-WAM on LIBERO: SteerQuant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aper evidence label">
            <a:extLst>
              <a:ext uri="{FF2B5EF4-FFF2-40B4-BE49-F238E27FC236}">
                <a16:creationId xmlns:a16="http://schemas.microsoft.com/office/drawing/2014/main" id="{0E9F0E6D-966A-4C81-BF8C-91256CC866B8}"/>
              </a:ext>
            </a:extLst>
          </p:cNvPr>
          <p:cNvSpPr>
            <a:spLocks noGrp="1"/>
          </p:cNvSpPr>
          <p:nvPr/>
        </p:nvSpPr>
        <p:spPr>
          <a:xfrm>
            <a:off x="523875" y="800100"/>
            <a:ext cx="80962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Paper-reported result · FastWAMJoint W4A4 rows, Table 1</a:t>
            </a:r>
          </a:p>
        </p:txBody>
      </p:sp>
      <p:pic>
        <p:nvPicPr>
          <p:cNvPr id="15" name="图片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23875" y="1284975"/>
            <a:ext cx="8096250" cy="2573550"/>
          </a:xfrm>
          <a:prstGeom prst="rect">
            <a:avLst/>
          </a:prstGeom>
        </p:spPr>
      </p:pic>
      <p:sp>
        <p:nvSpPr>
          <p:cNvPr id="6" name="Circle SVDQuant W4A4 Avg 98.2">
            <a:extLst>
              <a:ext uri="{FF2B5EF4-FFF2-40B4-BE49-F238E27FC236}">
                <a16:creationId xmlns:a16="http://schemas.microsoft.com/office/drawing/2014/main" id="{A3519226-F6AD-46DE-A8C1-7A560ACFC09E}"/>
              </a:ext>
            </a:extLst>
          </p:cNvPr>
          <p:cNvSpPr>
            <a:spLocks noGrp="1"/>
          </p:cNvSpPr>
          <p:nvPr/>
        </p:nvSpPr>
        <p:spPr>
          <a:xfrm>
            <a:off x="7917615" y="3114282"/>
            <a:ext cx="528621" cy="243444"/>
          </a:xfrm>
          <a:prstGeom prst="ellipse">
            <a:avLst/>
          </a:prstGeom>
          <a:noFill/>
          <a:ln w="26670">
            <a:solidFill>
              <a:srgbClr val="CB314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Cross-paper discrepancy">
            <a:extLst>
              <a:ext uri="{FF2B5EF4-FFF2-40B4-BE49-F238E27FC236}">
                <a16:creationId xmlns:a16="http://schemas.microsoft.com/office/drawing/2014/main" id="{0C3F7F18-1B8A-4A75-B026-45F24672A308}"/>
              </a:ext>
            </a:extLst>
          </p:cNvPr>
          <p:cNvSpPr>
            <a:spLocks noGrp="1"/>
          </p:cNvSpPr>
          <p:nvPr/>
        </p:nvSpPr>
        <p:spPr>
          <a:xfrm>
            <a:off x="523875" y="4095750"/>
            <a:ext cx="809625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875" b="1">
                <a:solidFill>
                  <a:srgbClr val="CB314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3141"/>
                </a:solidFill>
                <a:latin typeface="Arial"/>
                <a:ea typeface="Arial"/>
                <a:cs typeface="Arial"/>
              </a:rPr>
              <a:t>SVDQuant W4A4: 98.2% here vs 73.7% in QuantWAMs</a:t>
            </a:r>
          </a:p>
        </p:txBody>
      </p:sp>
      <p:sp>
        <p:nvSpPr>
          <p:cNvPr id="8" name="Alignment question">
            <a:extLst>
              <a:ext uri="{FF2B5EF4-FFF2-40B4-BE49-F238E27FC236}">
                <a16:creationId xmlns:a16="http://schemas.microsoft.com/office/drawing/2014/main" id="{3B72F683-B50C-41AC-9610-C523B5042348}"/>
              </a:ext>
            </a:extLst>
          </p:cNvPr>
          <p:cNvSpPr>
            <a:spLocks noGrp="1"/>
          </p:cNvSpPr>
          <p:nvPr/>
        </p:nvSpPr>
        <p:spPr>
          <a:xfrm>
            <a:off x="523875" y="44291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Check model variant, quantization scope and evaluation protocol.</a:t>
            </a:r>
          </a:p>
        </p:txBody>
      </p:sp>
      <p:sp>
        <p:nvSpPr>
          <p:cNvPr id="9" name="Evidence source">
            <a:extLst>
              <a:ext uri="{FF2B5EF4-FFF2-40B4-BE49-F238E27FC236}">
                <a16:creationId xmlns:a16="http://schemas.microsoft.com/office/drawing/2014/main" id="{53D11A6C-CECC-482C-8499-4A1EFC19C327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Table 1, p.7 · Same-page pixel zoom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0C968BFB-26FB-4055-8916-57E0F1E00C38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Our LIBERO-Plus pilot: observed subset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Pilot subtitle">
            <a:extLst>
              <a:ext uri="{FF2B5EF4-FFF2-40B4-BE49-F238E27FC236}">
                <a16:creationId xmlns:a16="http://schemas.microsoft.com/office/drawing/2014/main" id="{F531BE61-EC53-4569-88F1-746E8BC15DC5}"/>
              </a:ext>
            </a:extLst>
          </p:cNvPr>
          <p:cNvSpPr>
            <a:spLocks noGrp="1"/>
          </p:cNvSpPr>
          <p:nvPr/>
        </p:nvSpPr>
        <p:spPr>
          <a:xfrm>
            <a:off x="523875" y="781050"/>
            <a:ext cx="80962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650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300 paired variants · Libero Spatial only · 6 of 28 planned cells</a:t>
            </a:r>
          </a:p>
        </p:txBody>
      </p:sp>
      <p:graphicFrame>
        <p:nvGraphicFramePr>
          <p:cNvPr id="13" name="表格 11"/>
          <p:cNvGraphicFramePr/>
          <p:nvPr/>
        </p:nvGraphicFramePr>
        <p:xfrm>
          <a:off x="523875" y="1285875"/>
          <a:ext cx="8096250" cy="2781304"/>
        </p:xfrm>
        <a:graphic>
          <a:graphicData uri="http://schemas.openxmlformats.org/drawingml/2006/table">
            <a:tbl>
              <a:tblPr/>
              <a:tblGrid>
                <a:gridCol w="295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663"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Spatial dimension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BF16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W4A8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W4A4KV4</a:t>
                      </a:r>
                    </a:p>
                  </a:txBody>
                  <a:tcPr marL="85725" marR="85725" marT="57150" marB="57150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Background textures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44/50 (88%)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45/50 (90%)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Camera viewpoints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26/50 (52%)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Language instructions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46/50 (92%)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Light conditions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48/50 (96%)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Objects layout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47/50 (94%)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Robot initial states (n=50)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33/50 (66%)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40/50 (80%)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88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0/50 (0%)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663"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Overall (n=300)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243/300 (81%)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252/300 (84%)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13" b="1">
                          <a:solidFill>
                            <a:srgbClr val="26344B"/>
                          </a:solidFill>
                          <a:latin typeface="Arial"/>
                          <a:ea typeface="Arial"/>
                          <a:cs typeface="Arial"/>
                        </a:rPr>
                        <a:t>0/300 (0%)</a:t>
                      </a:r>
                    </a:p>
                  </a:txBody>
                  <a:tcPr marL="85725" marR="85725" marT="57150" marB="57150" anchor="ctr">
                    <a:solidFill>
                      <a:srgbClr val="ED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Pilot observation">
            <a:extLst>
              <a:ext uri="{FF2B5EF4-FFF2-40B4-BE49-F238E27FC236}">
                <a16:creationId xmlns:a16="http://schemas.microsoft.com/office/drawing/2014/main" id="{51CFA6DA-8B91-4D73-A2C4-30E800F9BBC6}"/>
              </a:ext>
            </a:extLst>
          </p:cNvPr>
          <p:cNvSpPr>
            <a:spLocks noGrp="1"/>
          </p:cNvSpPr>
          <p:nvPr/>
        </p:nvSpPr>
        <p:spPr>
          <a:xfrm>
            <a:off x="523875" y="4219575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W4A8: +3 pp descriptively; both A4 arms: 0/300.</a:t>
            </a:r>
          </a:p>
        </p:txBody>
      </p:sp>
      <p:sp>
        <p:nvSpPr>
          <p:cNvPr id="7" name="Evidence source">
            <a:extLst>
              <a:ext uri="{FF2B5EF4-FFF2-40B4-BE49-F238E27FC236}">
                <a16:creationId xmlns:a16="http://schemas.microsoft.com/office/drawing/2014/main" id="{D94BB871-B35F-40D0-8185-B36DD43C6E8F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Local snapshot: 6 Oct 2026 · All completed shards · Joint Linear quantization · 22 cells have no results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1777292C-C66E-4FCB-893B-6A9CED9CBDF7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A4 diagnosis: error appears before rollout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Reset panel title">
            <a:extLst>
              <a:ext uri="{FF2B5EF4-FFF2-40B4-BE49-F238E27FC236}">
                <a16:creationId xmlns:a16="http://schemas.microsoft.com/office/drawing/2014/main" id="{C90A950A-8DB3-4FAE-B359-F9EFDDA30DDB}"/>
              </a:ext>
            </a:extLst>
          </p:cNvPr>
          <p:cNvSpPr>
            <a:spLocks noGrp="1"/>
          </p:cNvSpPr>
          <p:nvPr/>
        </p:nvSpPr>
        <p:spPr>
          <a:xfrm>
            <a:off x="523875" y="819150"/>
            <a:ext cx="3143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300 reset-observation pairs</a:t>
            </a:r>
          </a:p>
        </p:txBody>
      </p:sp>
      <p:sp>
        <p:nvSpPr>
          <p:cNvPr id="5" name="Reset panel definition">
            <a:extLst>
              <a:ext uri="{FF2B5EF4-FFF2-40B4-BE49-F238E27FC236}">
                <a16:creationId xmlns:a16="http://schemas.microsoft.com/office/drawing/2014/main" id="{B597E100-9D76-4FAC-BB30-9CCC3F2E21F1}"/>
              </a:ext>
            </a:extLst>
          </p:cNvPr>
          <p:cNvSpPr>
            <a:spLocks noGrp="1"/>
          </p:cNvSpPr>
          <p:nvPr/>
        </p:nvSpPr>
        <p:spPr>
          <a:xfrm>
            <a:off x="523875" y="1162050"/>
            <a:ext cx="314325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Median normalized motor RMSE</a:t>
            </a:r>
          </a:p>
          <a:p>
            <a:pPr algn="l">
              <a:buNone/>
              <a:defRPr sz="12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First 10 action positions</a:t>
            </a:r>
          </a:p>
        </p:txBody>
      </p:sp>
      <p:sp>
        <p:nvSpPr>
          <p:cNvPr id="7" name="Native panel title">
            <a:extLst>
              <a:ext uri="{FF2B5EF4-FFF2-40B4-BE49-F238E27FC236}">
                <a16:creationId xmlns:a16="http://schemas.microsoft.com/office/drawing/2014/main" id="{FCB98519-955E-4649-8871-B45842B155D7}"/>
              </a:ext>
            </a:extLst>
          </p:cNvPr>
          <p:cNvSpPr>
            <a:spLocks noGrp="1"/>
          </p:cNvSpPr>
          <p:nvPr/>
        </p:nvSpPr>
        <p:spPr>
          <a:xfrm>
            <a:off x="3848100" y="819150"/>
            <a:ext cx="47720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Activation encoding: A4 vs A8</a:t>
            </a:r>
          </a:p>
        </p:txBody>
      </p:sp>
      <p:sp>
        <p:nvSpPr>
          <p:cNvPr id="8" name="Native panel definition">
            <a:extLst>
              <a:ext uri="{FF2B5EF4-FFF2-40B4-BE49-F238E27FC236}">
                <a16:creationId xmlns:a16="http://schemas.microsoft.com/office/drawing/2014/main" id="{ADB40E0A-5508-4630-806B-2D2AF366A2F6}"/>
              </a:ext>
            </a:extLst>
          </p:cNvPr>
          <p:cNvSpPr>
            <a:spLocks noGrp="1"/>
          </p:cNvSpPr>
          <p:nvPr/>
        </p:nvSpPr>
        <p:spPr>
          <a:xfrm>
            <a:off x="3848100" y="1162050"/>
            <a:ext cx="4772025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35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Zero-code ratio and input relative RMSE</a:t>
            </a:r>
          </a:p>
        </p:txBody>
      </p:sp>
      <p:sp>
        <p:nvSpPr>
          <p:cNvPr id="10" name="Diagnosis interpretation">
            <a:extLst>
              <a:ext uri="{FF2B5EF4-FFF2-40B4-BE49-F238E27FC236}">
                <a16:creationId xmlns:a16="http://schemas.microsoft.com/office/drawing/2014/main" id="{3199DC9B-409B-4D87-A5E9-41B141388077}"/>
              </a:ext>
            </a:extLst>
          </p:cNvPr>
          <p:cNvSpPr>
            <a:spLocks noGrp="1"/>
          </p:cNvSpPr>
          <p:nvPr/>
        </p:nvSpPr>
        <p:spPr>
          <a:xfrm>
            <a:off x="523875" y="4305300"/>
            <a:ext cx="80962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3304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33044"/>
                </a:solidFill>
                <a:latin typeface="Arial"/>
                <a:ea typeface="Arial"/>
                <a:cs typeface="Arial"/>
              </a:rPr>
              <a:t>High A4 zero-code ratios accompany larger input RMSE in these calls.</a:t>
            </a:r>
          </a:p>
        </p:txBody>
      </p:sp>
      <p:sp>
        <p:nvSpPr>
          <p:cNvPr id="11" name="Evidence source">
            <a:extLst>
              <a:ext uri="{FF2B5EF4-FFF2-40B4-BE49-F238E27FC236}">
                <a16:creationId xmlns:a16="http://schemas.microsoft.com/office/drawing/2014/main" id="{DB2C4105-457D-4F34-8135-A2B6FAA00ECF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Right: user-provided activation diagnostic. Step 0/9 denotes denoising iterations.</a:t>
            </a:r>
          </a:p>
        </p:txBody>
      </p:sp>
      <p:sp>
        <p:nvSpPr>
          <p:cNvPr id="12" name="Slide number">
            <a:extLst>
              <a:ext uri="{FF2B5EF4-FFF2-40B4-BE49-F238E27FC236}">
                <a16:creationId xmlns:a16="http://schemas.microsoft.com/office/drawing/2014/main" id="{2C971028-11F3-49A2-9097-76D4B55E8103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24" name="表格 23"/>
          <p:cNvGraphicFramePr/>
          <p:nvPr/>
        </p:nvGraphicFramePr>
        <p:xfrm>
          <a:off x="523875" y="1714500"/>
          <a:ext cx="3143250" cy="2190750"/>
        </p:xfrm>
        <a:graphic>
          <a:graphicData uri="http://schemas.openxmlformats.org/drawingml/2006/table">
            <a:tbl>
              <a:tblPr/>
              <a:tblGrid>
                <a:gridCol w="2305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W4A8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0.0228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0.3222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W4A4KV4 vs BF16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0.3217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KV4 addition vs W4A4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0.0387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表格 24"/>
          <p:cNvGraphicFramePr/>
          <p:nvPr/>
        </p:nvGraphicFramePr>
        <p:xfrm>
          <a:off x="3848100" y="1590675"/>
          <a:ext cx="4772025" cy="2645899"/>
        </p:xfrm>
        <a:graphic>
          <a:graphicData uri="http://schemas.openxmlformats.org/drawingml/2006/table">
            <a:tbl>
              <a:tblPr/>
              <a:tblGrid>
                <a:gridCol w="1457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8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6032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Call region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zero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codes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A4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A8 rel.</a:t>
                      </a:r>
                    </a:p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RMSE</a:t>
                      </a:r>
                    </a:p>
                  </a:txBody>
                  <a:tcPr marL="76200" marR="76200" marT="47625" marB="47625" anchor="ctr">
                    <a:solidFill>
                      <a:srgbClr val="1B20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prefill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71.52%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8.52%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41.54%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69.37%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8.45%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38.69%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2.88%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Video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65.39%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7.97%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37.39%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2.79%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0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55.98%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6.07%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2.03%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Action step 9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58.77%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6.32%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31.49%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1.97%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6032"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Proprio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13.64%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0.57%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6.50%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233044"/>
                          </a:solidFill>
                          <a:latin typeface="Arial"/>
                          <a:ea typeface="Arial"/>
                          <a:cs typeface="Arial"/>
                        </a:rPr>
                        <a:t>0.33%</a:t>
                      </a:r>
                    </a:p>
                  </a:txBody>
                  <a:tcPr marL="76200" marR="76200" marT="47625" marB="476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QuantWAMs: calibrate at the right granularity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3748" y="809625"/>
            <a:ext cx="8316503" cy="352425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75D32FF0-CAF1-4992-8413-0D69BA730A16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Structure-aware calibration + joint saliency + rollout validation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6FB42BBA-201B-4C41-A64F-88A5AA7524A1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QuantWAMs · arXiv:2607.28405v1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FCB8D44-04A7-46CF-A22B-1A3F822FE0D4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Q-WAM: protect action-sensitive subspaces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8986" y="781050"/>
            <a:ext cx="6886027" cy="3609975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42FACF11-262E-4F9C-A270-A5DADA7CEACB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Measure action sensitivity; preserve the most influential directions.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22B6E645-C983-4453-98E9-131CA653895E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Q-WAM · arXiv:2609.33269v1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E32B974F-421D-4A9F-B21C-1E7F51A3331C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SteerQuant: route error away from actions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11" name="图片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17735" y="771525"/>
            <a:ext cx="6708531" cy="3619500"/>
          </a:xfrm>
          <a:prstGeom prst="rect">
            <a:avLst/>
          </a:prstGeom>
        </p:spPr>
      </p:pic>
      <p:sp>
        <p:nvSpPr>
          <p:cNvPr id="5" name="Paper takeaway">
            <a:extLst>
              <a:ext uri="{FF2B5EF4-FFF2-40B4-BE49-F238E27FC236}">
                <a16:creationId xmlns:a16="http://schemas.microsoft.com/office/drawing/2014/main" id="{3B3E668A-1E00-4462-81F2-8D375BC0A33A}"/>
              </a:ext>
            </a:extLst>
          </p:cNvPr>
          <p:cNvSpPr>
            <a:spLocks noGrp="1"/>
          </p:cNvSpPr>
          <p:nvPr/>
        </p:nvSpPr>
        <p:spPr>
          <a:xfrm>
            <a:off x="523875" y="4352925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575" b="1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344B"/>
                </a:solidFill>
                <a:latin typeface="Arial"/>
                <a:ea typeface="Arial"/>
                <a:cs typeface="Arial"/>
              </a:rPr>
              <a:t>Action-impact calibration → error routing → fused low-bit inference</a:t>
            </a:r>
          </a:p>
        </p:txBody>
      </p:sp>
      <p:sp>
        <p:nvSpPr>
          <p:cNvPr id="6" name="Evidence source">
            <a:extLst>
              <a:ext uri="{FF2B5EF4-FFF2-40B4-BE49-F238E27FC236}">
                <a16:creationId xmlns:a16="http://schemas.microsoft.com/office/drawing/2014/main" id="{9D4F522F-E97A-438E-A1A8-7C401805C573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SteerQuant · arXiv:2609.39056v1 · Figure 2 · Figure crop from original PDF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42BE811-48BC-42B2-8A0F-529CBFE14FB0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slides/slide10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96" name="Slide number">
            <a:extLst>
              <a:ext uri="{FF2B5EF4-FFF2-40B4-BE49-F238E27FC236}">
                <ns2:creationId id="{F871DDC9-3C19-4EF1-A0C7-2F9A9CE03D1C}"/>
              </a:ext>
            </a:extLst>
          </p:cNvPr>
          <p:cNvSpPr>
            <a:spLocks noGrp="1"/>
          </p:cNvSpPr>
          <p:nvPr/>
        </p:nvSpPr>
        <p:spPr>
          <a:xfrm>
            <a:off x="8791575" y="4772025"/>
            <a:ext cx="238125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97" name="Reference line">
            <a:extLst>
              <a:ext uri="{FF2B5EF4-FFF2-40B4-BE49-F238E27FC236}">
                <ns2:creationId id="{F7FF06B9-7394-4F03-9B69-9298F0E54079}"/>
              </a:ext>
            </a:extLst>
          </p:cNvPr>
          <p:cNvSpPr>
            <a:spLocks noGrp="1"/>
          </p:cNvSpPr>
          <p:nvPr/>
        </p:nvSpPr>
        <p:spPr>
          <a:xfrm flipH="0" flipV="0">
            <a:off x="3465954" y="819662"/>
            <a:ext cx="95" cy="3840038"/>
          </a:xfrm>
          <a:prstGeom prst="line">
            <a:avLst/>
          </a:prstGeom>
          <a:noFill/>
          <a:ln w="4788">
            <a:solidFill>
              <a:srgbClr val="A5B5C6"/>
            </a:solidFill>
            <a:prstDash val="dash"/>
          </a:ln>
        </p:spPr>
      </p:sp>
      <p:sp>
        <p:nvSpPr>
          <p:cNvPr id="298" name="Reference line">
            <a:extLst>
              <a:ext uri="{FF2B5EF4-FFF2-40B4-BE49-F238E27FC236}">
                <ns2:creationId id="{3BBABCA7-3DA9-42B3-A4EB-D7F488431AFB}"/>
              </a:ext>
            </a:extLst>
          </p:cNvPr>
          <p:cNvSpPr>
            <a:spLocks noGrp="1"/>
          </p:cNvSpPr>
          <p:nvPr/>
        </p:nvSpPr>
        <p:spPr>
          <a:xfrm flipH="0" flipV="0">
            <a:off x="6875065" y="819662"/>
            <a:ext cx="95" cy="3840038"/>
          </a:xfrm>
          <a:prstGeom prst="line">
            <a:avLst/>
          </a:prstGeom>
          <a:noFill/>
          <a:ln w="4788">
            <a:solidFill>
              <a:srgbClr val="A5B5C6"/>
            </a:solidFill>
            <a:prstDash val="dash"/>
          </a:ln>
        </p:spPr>
      </p:sp>
      <p:sp>
        <p:nvSpPr>
          <p:cNvPr id="299" name="Editable reference text: (a) Equivalent conditioning">
            <a:extLst>
              <a:ext uri="{FF2B5EF4-FFF2-40B4-BE49-F238E27FC236}">
                <ns2:creationId id="{1B84D783-61B4-4D69-9090-A3B9A8E7AB08}"/>
              </a:ext>
            </a:extLst>
          </p:cNvPr>
          <p:cNvSpPr>
            <a:spLocks noGrp="1"/>
          </p:cNvSpPr>
          <p:nvPr/>
        </p:nvSpPr>
        <p:spPr>
          <a:xfrm>
            <a:off x="229214" y="805297"/>
            <a:ext cx="3160131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Equivalent conditioning</a:t>
            </a:r>
          </a:p>
        </p:txBody>
      </p:sp>
      <p:sp>
        <p:nvSpPr>
          <p:cNvPr id="300" name="Editable reference text: Reparameterize activations and weights (no change ">
            <a:extLst>
              <a:ext uri="{FF2B5EF4-FFF2-40B4-BE49-F238E27FC236}">
                <ns2:creationId id="{B3F5A710-12B3-404F-8F2D-5EE3D45A9BD2}"/>
              </a:ext>
            </a:extLst>
          </p:cNvPr>
          <p:cNvSpPr>
            <a:spLocks noGrp="1"/>
          </p:cNvSpPr>
          <p:nvPr/>
        </p:nvSpPr>
        <p:spPr>
          <a:xfrm>
            <a:off x="229214" y="1015973"/>
            <a:ext cx="3160131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Reparameterize activations and weights (no change before quantization)</a:t>
            </a:r>
          </a:p>
        </p:txBody>
      </p:sp>
      <p:sp>
        <p:nvSpPr>
          <p:cNvPr id="301" name="Editable reference text: (b) Action-sensitive weight VQ">
            <a:extLst>
              <a:ext uri="{FF2B5EF4-FFF2-40B4-BE49-F238E27FC236}">
                <ns2:creationId id="{E1E14E9F-BFE6-40E0-8544-F99EE2C357A9}"/>
              </a:ext>
            </a:extLst>
          </p:cNvPr>
          <p:cNvSpPr>
            <a:spLocks noGrp="1"/>
          </p:cNvSpPr>
          <p:nvPr/>
        </p:nvSpPr>
        <p:spPr>
          <a:xfrm>
            <a:off x="3585656" y="805297"/>
            <a:ext cx="3112250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Action-sensitive weight VQ</a:t>
            </a:r>
          </a:p>
        </p:txBody>
      </p:sp>
      <p:sp>
        <p:nvSpPr>
          <p:cNvPr id="302" name="Editable reference text: Quantize transformed weights with an action-aware ">
            <a:extLst>
              <a:ext uri="{FF2B5EF4-FFF2-40B4-BE49-F238E27FC236}">
                <ns2:creationId id="{8DFD6D6E-50E5-4479-AF41-61B017176983}"/>
              </a:ext>
            </a:extLst>
          </p:cNvPr>
          <p:cNvSpPr>
            <a:spLocks noGrp="1"/>
          </p:cNvSpPr>
          <p:nvPr/>
        </p:nvSpPr>
        <p:spPr>
          <a:xfrm>
            <a:off x="3585656" y="1015973"/>
            <a:ext cx="32080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 transformed weights with an action-aware metric</a:t>
            </a:r>
          </a:p>
        </p:txBody>
      </p:sp>
      <p:sp>
        <p:nvSpPr>
          <p:cNvPr id="303" name="Editable reference text: (c) Action inference">
            <a:extLst>
              <a:ext uri="{FF2B5EF4-FFF2-40B4-BE49-F238E27FC236}">
                <ns2:creationId id="{73707A7D-528D-4331-8DA9-D0EAFA75CEEF}"/>
              </a:ext>
            </a:extLst>
          </p:cNvPr>
          <p:cNvSpPr>
            <a:spLocks noGrp="1"/>
          </p:cNvSpPr>
          <p:nvPr/>
        </p:nvSpPr>
        <p:spPr>
          <a:xfrm>
            <a:off x="6985191" y="805297"/>
            <a:ext cx="1963112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Action inference</a:t>
            </a:r>
          </a:p>
        </p:txBody>
      </p:sp>
      <p:sp>
        <p:nvSpPr>
          <p:cNvPr id="304" name="Editable reference text: Quantized weights for low-bit inference">
            <a:extLst>
              <a:ext uri="{FF2B5EF4-FFF2-40B4-BE49-F238E27FC236}">
                <ns2:creationId id="{89DD76CF-25BF-4536-9F23-4A248BE2DD8A}"/>
              </a:ext>
            </a:extLst>
          </p:cNvPr>
          <p:cNvSpPr>
            <a:spLocks noGrp="1"/>
          </p:cNvSpPr>
          <p:nvPr/>
        </p:nvSpPr>
        <p:spPr>
          <a:xfrm>
            <a:off x="6985191" y="1015973"/>
            <a:ext cx="19631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for low-bit inference</a:t>
            </a:r>
          </a:p>
        </p:txBody>
      </p:sp>
      <p:sp>
        <p:nvSpPr>
          <p:cNvPr id="305" name="Editable reference text: Activations  X ∈ ℝᵀˣᵈ">
            <a:extLst>
              <a:ext uri="{FF2B5EF4-FFF2-40B4-BE49-F238E27FC236}">
                <ns2:creationId id="{86BA2479-1A5D-4398-89C6-59B0C3F2CF73}"/>
              </a:ext>
            </a:extLst>
          </p:cNvPr>
          <p:cNvSpPr>
            <a:spLocks noGrp="1"/>
          </p:cNvSpPr>
          <p:nvPr/>
        </p:nvSpPr>
        <p:spPr>
          <a:xfrm>
            <a:off x="267518" y="1312834"/>
            <a:ext cx="1613582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Activations  X ∈ ℝᵀˣᵈ</a:t>
            </a:r>
          </a:p>
        </p:txBody>
      </p:sp>
      <p:sp>
        <p:nvSpPr>
          <p:cNvPr id="306" name="Editable reference text: outlier&#10;channels">
            <a:extLst>
              <a:ext uri="{FF2B5EF4-FFF2-40B4-BE49-F238E27FC236}">
                <ns2:creationId id="{31679E0E-BE84-454D-BC1C-FBA84322CAF2}"/>
              </a:ext>
            </a:extLst>
          </p:cNvPr>
          <p:cNvSpPr>
            <a:spLocks noGrp="1"/>
          </p:cNvSpPr>
          <p:nvPr/>
        </p:nvSpPr>
        <p:spPr>
          <a:xfrm>
            <a:off x="870816" y="1456476"/>
            <a:ext cx="488384" cy="20588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outlier</a:t>
            </a:r>
          </a:p>
          <a:p>
            <a:pPr algn="ctr">
              <a:def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channels</a:t>
            </a:r>
          </a:p>
        </p:txBody>
      </p:sp>
      <p:sp>
        <p:nvSpPr>
          <p:cNvPr id="307" name="Reference line">
            <a:extLst>
              <a:ext uri="{FF2B5EF4-FFF2-40B4-BE49-F238E27FC236}">
                <ns2:creationId id="{DB872E0A-B7A1-4D74-8F91-AECF02A0F004}"/>
              </a:ext>
            </a:extLst>
          </p:cNvPr>
          <p:cNvSpPr>
            <a:spLocks noGrp="1"/>
          </p:cNvSpPr>
          <p:nvPr/>
        </p:nvSpPr>
        <p:spPr>
          <a:xfrm flipH="0" flipV="0">
            <a:off x="856452" y="1719820"/>
            <a:ext cx="95" cy="28728"/>
          </a:xfrm>
          <a:prstGeom prst="line">
            <a:avLst/>
          </a:prstGeom>
          <a:noFill/>
          <a:ln w="7182">
            <a:solidFill>
              <a:srgbClr val="A7600C"/>
            </a:solidFill>
            <a:prstDash val="solid"/>
          </a:ln>
        </p:spPr>
      </p:sp>
      <p:sp>
        <p:nvSpPr>
          <p:cNvPr id="308" name="Reference line">
            <a:extLst>
              <a:ext uri="{FF2B5EF4-FFF2-40B4-BE49-F238E27FC236}">
                <ns2:creationId id="{D51A09BE-5647-4299-BBEE-8DF636939D8F}"/>
              </a:ext>
            </a:extLst>
          </p:cNvPr>
          <p:cNvSpPr>
            <a:spLocks noGrp="1"/>
          </p:cNvSpPr>
          <p:nvPr/>
        </p:nvSpPr>
        <p:spPr>
          <a:xfrm flipH="0" flipV="0">
            <a:off x="856452" y="1700668"/>
            <a:ext cx="296861" cy="95"/>
          </a:xfrm>
          <a:prstGeom prst="line">
            <a:avLst/>
          </a:prstGeom>
          <a:noFill/>
          <a:ln w="7182">
            <a:solidFill>
              <a:srgbClr val="A7600C"/>
            </a:solidFill>
            <a:prstDash val="dash"/>
          </a:ln>
        </p:spPr>
      </p:sp>
      <p:sp>
        <p:nvSpPr>
          <p:cNvPr id="309" name="Reference line">
            <a:extLst>
              <a:ext uri="{FF2B5EF4-FFF2-40B4-BE49-F238E27FC236}">
                <ns2:creationId id="{5A465FD4-891D-48AD-A8FA-D29E3264A958}"/>
              </a:ext>
            </a:extLst>
          </p:cNvPr>
          <p:cNvSpPr>
            <a:spLocks noGrp="1"/>
          </p:cNvSpPr>
          <p:nvPr/>
        </p:nvSpPr>
        <p:spPr>
          <a:xfrm flipH="0" flipV="0">
            <a:off x="1153313" y="1700668"/>
            <a:ext cx="95" cy="47881"/>
          </a:xfrm>
          <a:prstGeom prst="line">
            <a:avLst/>
          </a:prstGeom>
          <a:noFill/>
          <a:ln w="7182">
            <a:solidFill>
              <a:srgbClr val="A7600C"/>
            </a:solidFill>
            <a:prstDash val="solid"/>
          </a:ln>
        </p:spPr>
      </p:sp>
      <p:sp>
        <p:nvSpPr>
          <p:cNvPr id="310" name="Editable reference element">
            <a:extLst>
              <a:ext uri="{FF2B5EF4-FFF2-40B4-BE49-F238E27FC236}">
                <ns2:creationId id="{E86CDEDD-556B-44BC-A078-A21A4C3FDB4B}"/>
              </a:ext>
            </a:extLst>
          </p:cNvPr>
          <p:cNvSpPr>
            <a:spLocks noGrp="1"/>
          </p:cNvSpPr>
          <p:nvPr/>
        </p:nvSpPr>
        <p:spPr>
          <a:xfrm>
            <a:off x="468618" y="1758125"/>
            <a:ext cx="97814" cy="90973"/>
          </a:xfrm>
          <a:prstGeom prst="rect">
            <a:avLst/>
          </a:prstGeom>
          <a:solidFill>
            <a:srgbClr val="D9E5F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1" name="Editable reference element">
            <a:extLst>
              <a:ext uri="{FF2B5EF4-FFF2-40B4-BE49-F238E27FC236}">
                <ns2:creationId id="{5FF66ACF-8102-4043-91B8-A241F9238B23}"/>
              </a:ext>
            </a:extLst>
          </p:cNvPr>
          <p:cNvSpPr>
            <a:spLocks noGrp="1"/>
          </p:cNvSpPr>
          <p:nvPr/>
        </p:nvSpPr>
        <p:spPr>
          <a:xfrm>
            <a:off x="566431" y="1758125"/>
            <a:ext cx="97814" cy="90973"/>
          </a:xfrm>
          <a:prstGeom prst="rect">
            <a:avLst/>
          </a:prstGeom>
          <a:solidFill>
            <a:srgbClr val="DFE9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2" name="Editable reference element">
            <a:extLst>
              <a:ext uri="{FF2B5EF4-FFF2-40B4-BE49-F238E27FC236}">
                <ns2:creationId id="{5A46BAD8-817A-4811-B0BF-AE6462760674}"/>
              </a:ext>
            </a:extLst>
          </p:cNvPr>
          <p:cNvSpPr>
            <a:spLocks noGrp="1"/>
          </p:cNvSpPr>
          <p:nvPr/>
        </p:nvSpPr>
        <p:spPr>
          <a:xfrm>
            <a:off x="664245" y="1758125"/>
            <a:ext cx="97814" cy="90973"/>
          </a:xfrm>
          <a:prstGeom prst="rect">
            <a:avLst/>
          </a:prstGeom>
          <a:solidFill>
            <a:srgbClr val="96B5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3" name="Editable reference element">
            <a:extLst>
              <a:ext uri="{FF2B5EF4-FFF2-40B4-BE49-F238E27FC236}">
                <ns2:creationId id="{BF101679-54C8-4CD6-A2B2-BBCAAA55961D}"/>
              </a:ext>
            </a:extLst>
          </p:cNvPr>
          <p:cNvSpPr>
            <a:spLocks noGrp="1"/>
          </p:cNvSpPr>
          <p:nvPr/>
        </p:nvSpPr>
        <p:spPr>
          <a:xfrm>
            <a:off x="762058" y="1758125"/>
            <a:ext cx="97814" cy="90973"/>
          </a:xfrm>
          <a:prstGeom prst="rect">
            <a:avLst/>
          </a:prstGeom>
          <a:solidFill>
            <a:srgbClr val="F0F5F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4" name="Editable reference element">
            <a:extLst>
              <a:ext uri="{FF2B5EF4-FFF2-40B4-BE49-F238E27FC236}">
                <ns2:creationId id="{911A6D73-7AFC-4DF7-B523-D8727F30B39A}"/>
              </a:ext>
            </a:extLst>
          </p:cNvPr>
          <p:cNvSpPr>
            <a:spLocks noGrp="1"/>
          </p:cNvSpPr>
          <p:nvPr/>
        </p:nvSpPr>
        <p:spPr>
          <a:xfrm>
            <a:off x="859872" y="1758125"/>
            <a:ext cx="97814" cy="90973"/>
          </a:xfrm>
          <a:prstGeom prst="rect">
            <a:avLst/>
          </a:prstGeom>
          <a:solidFill>
            <a:srgbClr val="ECD7A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5" name="Editable reference element">
            <a:extLst>
              <a:ext uri="{FF2B5EF4-FFF2-40B4-BE49-F238E27FC236}">
                <ns2:creationId id="{D7E20A34-04C2-4FE3-BD77-D488AA5C670E}"/>
              </a:ext>
            </a:extLst>
          </p:cNvPr>
          <p:cNvSpPr>
            <a:spLocks noGrp="1"/>
          </p:cNvSpPr>
          <p:nvPr/>
        </p:nvSpPr>
        <p:spPr>
          <a:xfrm>
            <a:off x="957686" y="1758125"/>
            <a:ext cx="97814" cy="90973"/>
          </a:xfrm>
          <a:prstGeom prst="rect">
            <a:avLst/>
          </a:prstGeom>
          <a:solidFill>
            <a:srgbClr val="DCDCD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6" name="Editable reference element">
            <a:extLst>
              <a:ext uri="{FF2B5EF4-FFF2-40B4-BE49-F238E27FC236}">
                <ns2:creationId id="{E31227E8-0CC9-4A81-A7F1-7D3C6D704861}"/>
              </a:ext>
            </a:extLst>
          </p:cNvPr>
          <p:cNvSpPr>
            <a:spLocks noGrp="1"/>
          </p:cNvSpPr>
          <p:nvPr/>
        </p:nvSpPr>
        <p:spPr>
          <a:xfrm>
            <a:off x="1055499" y="1758125"/>
            <a:ext cx="97814" cy="90973"/>
          </a:xfrm>
          <a:prstGeom prst="rect">
            <a:avLst/>
          </a:prstGeom>
          <a:solidFill>
            <a:srgbClr val="EEDBB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7" name="Editable reference element">
            <a:extLst>
              <a:ext uri="{FF2B5EF4-FFF2-40B4-BE49-F238E27FC236}">
                <ns2:creationId id="{67CFCA75-46A5-46CA-BC79-C9D3E7B07BCD}"/>
              </a:ext>
            </a:extLst>
          </p:cNvPr>
          <p:cNvSpPr>
            <a:spLocks noGrp="1"/>
          </p:cNvSpPr>
          <p:nvPr/>
        </p:nvSpPr>
        <p:spPr>
          <a:xfrm>
            <a:off x="468618" y="1849098"/>
            <a:ext cx="97814" cy="90973"/>
          </a:xfrm>
          <a:prstGeom prst="rect">
            <a:avLst/>
          </a:prstGeom>
          <a:solidFill>
            <a:srgbClr val="BBD0E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8" name="Editable reference element">
            <a:extLst>
              <a:ext uri="{FF2B5EF4-FFF2-40B4-BE49-F238E27FC236}">
                <ns2:creationId id="{7214A16A-F633-44CB-9B5A-D9B07FFFA98D}"/>
              </a:ext>
            </a:extLst>
          </p:cNvPr>
          <p:cNvSpPr>
            <a:spLocks noGrp="1"/>
          </p:cNvSpPr>
          <p:nvPr/>
        </p:nvSpPr>
        <p:spPr>
          <a:xfrm>
            <a:off x="566431" y="1849098"/>
            <a:ext cx="97814" cy="90973"/>
          </a:xfrm>
          <a:prstGeom prst="rect">
            <a:avLst/>
          </a:prstGeom>
          <a:solidFill>
            <a:srgbClr val="D7E2F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19" name="Editable reference element">
            <a:extLst>
              <a:ext uri="{FF2B5EF4-FFF2-40B4-BE49-F238E27FC236}">
                <ns2:creationId id="{3D9E5B47-8E42-47FA-9AE2-B3038588E679}"/>
              </a:ext>
            </a:extLst>
          </p:cNvPr>
          <p:cNvSpPr>
            <a:spLocks noGrp="1"/>
          </p:cNvSpPr>
          <p:nvPr/>
        </p:nvSpPr>
        <p:spPr>
          <a:xfrm>
            <a:off x="664245" y="1849098"/>
            <a:ext cx="97814" cy="90973"/>
          </a:xfrm>
          <a:prstGeom prst="rect">
            <a:avLst/>
          </a:prstGeom>
          <a:solidFill>
            <a:srgbClr val="A7C2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0" name="Editable reference element">
            <a:extLst>
              <a:ext uri="{FF2B5EF4-FFF2-40B4-BE49-F238E27FC236}">
                <ns2:creationId id="{A56D01A2-38BD-468C-9195-DF9214A9CA06}"/>
              </a:ext>
            </a:extLst>
          </p:cNvPr>
          <p:cNvSpPr>
            <a:spLocks noGrp="1"/>
          </p:cNvSpPr>
          <p:nvPr/>
        </p:nvSpPr>
        <p:spPr>
          <a:xfrm>
            <a:off x="762058" y="1849098"/>
            <a:ext cx="97814" cy="90973"/>
          </a:xfrm>
          <a:prstGeom prst="rect">
            <a:avLst/>
          </a:prstGeom>
          <a:solidFill>
            <a:srgbClr val="E7EFF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1" name="Editable reference element">
            <a:extLst>
              <a:ext uri="{FF2B5EF4-FFF2-40B4-BE49-F238E27FC236}">
                <ns2:creationId id="{D0519175-D624-45C3-A6D2-CDED2E0D96D1}"/>
              </a:ext>
            </a:extLst>
          </p:cNvPr>
          <p:cNvSpPr>
            <a:spLocks noGrp="1"/>
          </p:cNvSpPr>
          <p:nvPr/>
        </p:nvSpPr>
        <p:spPr>
          <a:xfrm>
            <a:off x="859872" y="1849098"/>
            <a:ext cx="97814" cy="90973"/>
          </a:xfrm>
          <a:prstGeom prst="rect">
            <a:avLst/>
          </a:prstGeom>
          <a:solidFill>
            <a:srgbClr val="EADDB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2" name="Editable reference element">
            <a:extLst>
              <a:ext uri="{FF2B5EF4-FFF2-40B4-BE49-F238E27FC236}">
                <ns2:creationId id="{B0F70065-16A3-4C52-89D8-0210DE052DD1}"/>
              </a:ext>
            </a:extLst>
          </p:cNvPr>
          <p:cNvSpPr>
            <a:spLocks noGrp="1"/>
          </p:cNvSpPr>
          <p:nvPr/>
        </p:nvSpPr>
        <p:spPr>
          <a:xfrm>
            <a:off x="957686" y="1849098"/>
            <a:ext cx="97814" cy="90973"/>
          </a:xfrm>
          <a:prstGeom prst="rect">
            <a:avLst/>
          </a:prstGeom>
          <a:solidFill>
            <a:srgbClr val="D9D8D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3" name="Editable reference element">
            <a:extLst>
              <a:ext uri="{FF2B5EF4-FFF2-40B4-BE49-F238E27FC236}">
                <ns2:creationId id="{6A7FDC9E-D623-4F4D-8804-FCF36E419D12}"/>
              </a:ext>
            </a:extLst>
          </p:cNvPr>
          <p:cNvSpPr>
            <a:spLocks noGrp="1"/>
          </p:cNvSpPr>
          <p:nvPr/>
        </p:nvSpPr>
        <p:spPr>
          <a:xfrm>
            <a:off x="1055499" y="1849098"/>
            <a:ext cx="97814" cy="90973"/>
          </a:xfrm>
          <a:prstGeom prst="rect">
            <a:avLst/>
          </a:prstGeom>
          <a:solidFill>
            <a:srgbClr val="E8D8B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4" name="Editable reference element">
            <a:extLst>
              <a:ext uri="{FF2B5EF4-FFF2-40B4-BE49-F238E27FC236}">
                <ns2:creationId id="{B57007BB-DCDA-4CEA-97FF-B508C00D54A8}"/>
              </a:ext>
            </a:extLst>
          </p:cNvPr>
          <p:cNvSpPr>
            <a:spLocks noGrp="1"/>
          </p:cNvSpPr>
          <p:nvPr/>
        </p:nvSpPr>
        <p:spPr>
          <a:xfrm>
            <a:off x="468618" y="1940072"/>
            <a:ext cx="97814" cy="90973"/>
          </a:xfrm>
          <a:prstGeom prst="rect">
            <a:avLst/>
          </a:prstGeom>
          <a:solidFill>
            <a:srgbClr val="D0DE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5" name="Editable reference element">
            <a:extLst>
              <a:ext uri="{FF2B5EF4-FFF2-40B4-BE49-F238E27FC236}">
                <ns2:creationId id="{69D76E51-A82A-480C-910F-379025CD6A58}"/>
              </a:ext>
            </a:extLst>
          </p:cNvPr>
          <p:cNvSpPr>
            <a:spLocks noGrp="1"/>
          </p:cNvSpPr>
          <p:nvPr/>
        </p:nvSpPr>
        <p:spPr>
          <a:xfrm>
            <a:off x="566431" y="1940072"/>
            <a:ext cx="97814" cy="90973"/>
          </a:xfrm>
          <a:prstGeom prst="rect">
            <a:avLst/>
          </a:prstGeom>
          <a:solidFill>
            <a:srgbClr val="E1EA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6" name="Editable reference element">
            <a:extLst>
              <a:ext uri="{FF2B5EF4-FFF2-40B4-BE49-F238E27FC236}">
                <ns2:creationId id="{4629409A-FD28-437A-B352-787E490684C1}"/>
              </a:ext>
            </a:extLst>
          </p:cNvPr>
          <p:cNvSpPr>
            <a:spLocks noGrp="1"/>
          </p:cNvSpPr>
          <p:nvPr/>
        </p:nvSpPr>
        <p:spPr>
          <a:xfrm>
            <a:off x="664245" y="1940072"/>
            <a:ext cx="97814" cy="90973"/>
          </a:xfrm>
          <a:prstGeom prst="rect">
            <a:avLst/>
          </a:prstGeom>
          <a:solidFill>
            <a:srgbClr val="B4CBE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7" name="Editable reference element">
            <a:extLst>
              <a:ext uri="{FF2B5EF4-FFF2-40B4-BE49-F238E27FC236}">
                <ns2:creationId id="{201190CD-92CF-4CD5-9316-EF2CE9176C55}"/>
              </a:ext>
            </a:extLst>
          </p:cNvPr>
          <p:cNvSpPr>
            <a:spLocks noGrp="1"/>
          </p:cNvSpPr>
          <p:nvPr/>
        </p:nvSpPr>
        <p:spPr>
          <a:xfrm>
            <a:off x="762058" y="1940072"/>
            <a:ext cx="97814" cy="90973"/>
          </a:xfrm>
          <a:prstGeom prst="rect">
            <a:avLst/>
          </a:prstGeom>
          <a:solidFill>
            <a:srgbClr val="E8EEF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8" name="Editable reference element">
            <a:extLst>
              <a:ext uri="{FF2B5EF4-FFF2-40B4-BE49-F238E27FC236}">
                <ns2:creationId id="{0308B935-F576-46DB-8F00-CB7D17193DC4}"/>
              </a:ext>
            </a:extLst>
          </p:cNvPr>
          <p:cNvSpPr>
            <a:spLocks noGrp="1"/>
          </p:cNvSpPr>
          <p:nvPr/>
        </p:nvSpPr>
        <p:spPr>
          <a:xfrm>
            <a:off x="859872" y="1940072"/>
            <a:ext cx="97814" cy="90973"/>
          </a:xfrm>
          <a:prstGeom prst="rect">
            <a:avLst/>
          </a:prstGeom>
          <a:solidFill>
            <a:srgbClr val="F0E1B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29" name="Editable reference element">
            <a:extLst>
              <a:ext uri="{FF2B5EF4-FFF2-40B4-BE49-F238E27FC236}">
                <ns2:creationId id="{CABE46BA-D94B-435C-B4C1-A630076F437E}"/>
              </a:ext>
            </a:extLst>
          </p:cNvPr>
          <p:cNvSpPr>
            <a:spLocks noGrp="1"/>
          </p:cNvSpPr>
          <p:nvPr/>
        </p:nvSpPr>
        <p:spPr>
          <a:xfrm>
            <a:off x="957686" y="1940072"/>
            <a:ext cx="97814" cy="90973"/>
          </a:xfrm>
          <a:prstGeom prst="rect">
            <a:avLst/>
          </a:prstGeom>
          <a:solidFill>
            <a:srgbClr val="D6D4D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0" name="Editable reference element">
            <a:extLst>
              <a:ext uri="{FF2B5EF4-FFF2-40B4-BE49-F238E27FC236}">
                <ns2:creationId id="{94B4210E-AFA7-469D-9D79-D392F834A5E0}"/>
              </a:ext>
            </a:extLst>
          </p:cNvPr>
          <p:cNvSpPr>
            <a:spLocks noGrp="1"/>
          </p:cNvSpPr>
          <p:nvPr/>
        </p:nvSpPr>
        <p:spPr>
          <a:xfrm>
            <a:off x="1055499" y="1940072"/>
            <a:ext cx="97814" cy="90973"/>
          </a:xfrm>
          <a:prstGeom prst="rect">
            <a:avLst/>
          </a:prstGeom>
          <a:solidFill>
            <a:srgbClr val="F0E0B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1" name="Editable reference element">
            <a:extLst>
              <a:ext uri="{FF2B5EF4-FFF2-40B4-BE49-F238E27FC236}">
                <ns2:creationId id="{F3341DCC-B4F4-4710-BD18-C87F868C7C51}"/>
              </a:ext>
            </a:extLst>
          </p:cNvPr>
          <p:cNvSpPr>
            <a:spLocks noGrp="1"/>
          </p:cNvSpPr>
          <p:nvPr/>
        </p:nvSpPr>
        <p:spPr>
          <a:xfrm>
            <a:off x="468618" y="2031045"/>
            <a:ext cx="97814" cy="90973"/>
          </a:xfrm>
          <a:prstGeom prst="rect">
            <a:avLst/>
          </a:prstGeom>
          <a:solidFill>
            <a:srgbClr val="DCE6F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2" name="Editable reference element">
            <a:extLst>
              <a:ext uri="{FF2B5EF4-FFF2-40B4-BE49-F238E27FC236}">
                <ns2:creationId id="{284B4BB0-CB32-4BCC-8C4E-BEA3DB9FC67D}"/>
              </a:ext>
            </a:extLst>
          </p:cNvPr>
          <p:cNvSpPr>
            <a:spLocks noGrp="1"/>
          </p:cNvSpPr>
          <p:nvPr/>
        </p:nvSpPr>
        <p:spPr>
          <a:xfrm>
            <a:off x="566431" y="2031045"/>
            <a:ext cx="97814" cy="90973"/>
          </a:xfrm>
          <a:prstGeom prst="rect">
            <a:avLst/>
          </a:prstGeom>
          <a:solidFill>
            <a:srgbClr val="E5ED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3" name="Editable reference element">
            <a:extLst>
              <a:ext uri="{FF2B5EF4-FFF2-40B4-BE49-F238E27FC236}">
                <ns2:creationId id="{BDCB9D4B-24C3-4283-BAFF-9FC06C87DD18}"/>
              </a:ext>
            </a:extLst>
          </p:cNvPr>
          <p:cNvSpPr>
            <a:spLocks noGrp="1"/>
          </p:cNvSpPr>
          <p:nvPr/>
        </p:nvSpPr>
        <p:spPr>
          <a:xfrm>
            <a:off x="664245" y="2031045"/>
            <a:ext cx="97814" cy="90973"/>
          </a:xfrm>
          <a:prstGeom prst="rect">
            <a:avLst/>
          </a:prstGeom>
          <a:solidFill>
            <a:srgbClr val="C3D5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4" name="Editable reference element">
            <a:extLst>
              <a:ext uri="{FF2B5EF4-FFF2-40B4-BE49-F238E27FC236}">
                <ns2:creationId id="{BD7A5027-46BC-454B-9C48-92E702B5B563}"/>
              </a:ext>
            </a:extLst>
          </p:cNvPr>
          <p:cNvSpPr>
            <a:spLocks noGrp="1"/>
          </p:cNvSpPr>
          <p:nvPr/>
        </p:nvSpPr>
        <p:spPr>
          <a:xfrm>
            <a:off x="762058" y="2031045"/>
            <a:ext cx="97814" cy="90973"/>
          </a:xfrm>
          <a:prstGeom prst="rect">
            <a:avLst/>
          </a:prstGeom>
          <a:solidFill>
            <a:srgbClr val="DEE7E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5" name="Editable reference element">
            <a:extLst>
              <a:ext uri="{FF2B5EF4-FFF2-40B4-BE49-F238E27FC236}">
                <ns2:creationId id="{389EE179-670D-4C0D-89A8-A4D3EAFE89C7}"/>
              </a:ext>
            </a:extLst>
          </p:cNvPr>
          <p:cNvSpPr>
            <a:spLocks noGrp="1"/>
          </p:cNvSpPr>
          <p:nvPr/>
        </p:nvSpPr>
        <p:spPr>
          <a:xfrm>
            <a:off x="859872" y="2031045"/>
            <a:ext cx="97814" cy="90973"/>
          </a:xfrm>
          <a:prstGeom prst="rect">
            <a:avLst/>
          </a:prstGeom>
          <a:solidFill>
            <a:srgbClr val="F1E1C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6" name="Editable reference element">
            <a:extLst>
              <a:ext uri="{FF2B5EF4-FFF2-40B4-BE49-F238E27FC236}">
                <ns2:creationId id="{C8B48FBC-7F7A-4160-8B2D-7633526FA1BC}"/>
              </a:ext>
            </a:extLst>
          </p:cNvPr>
          <p:cNvSpPr>
            <a:spLocks noGrp="1"/>
          </p:cNvSpPr>
          <p:nvPr/>
        </p:nvSpPr>
        <p:spPr>
          <a:xfrm>
            <a:off x="957686" y="2031045"/>
            <a:ext cx="97814" cy="90973"/>
          </a:xfrm>
          <a:prstGeom prst="rect">
            <a:avLst/>
          </a:prstGeom>
          <a:solidFill>
            <a:srgbClr val="D7D6D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7" name="Editable reference element">
            <a:extLst>
              <a:ext uri="{FF2B5EF4-FFF2-40B4-BE49-F238E27FC236}">
                <ns2:creationId id="{1EF94A00-B129-4108-9AA1-F235FE46F373}"/>
              </a:ext>
            </a:extLst>
          </p:cNvPr>
          <p:cNvSpPr>
            <a:spLocks noGrp="1"/>
          </p:cNvSpPr>
          <p:nvPr/>
        </p:nvSpPr>
        <p:spPr>
          <a:xfrm>
            <a:off x="1055499" y="2031045"/>
            <a:ext cx="97814" cy="90973"/>
          </a:xfrm>
          <a:prstGeom prst="rect">
            <a:avLst/>
          </a:prstGeom>
          <a:solidFill>
            <a:srgbClr val="F1E2B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8" name="Editable reference element">
            <a:extLst>
              <a:ext uri="{FF2B5EF4-FFF2-40B4-BE49-F238E27FC236}">
                <ns2:creationId id="{3739E812-2DDC-40BD-8359-B440E70D86FD}"/>
              </a:ext>
            </a:extLst>
          </p:cNvPr>
          <p:cNvSpPr>
            <a:spLocks noGrp="1"/>
          </p:cNvSpPr>
          <p:nvPr/>
        </p:nvSpPr>
        <p:spPr>
          <a:xfrm>
            <a:off x="468618" y="2122019"/>
            <a:ext cx="97814" cy="90973"/>
          </a:xfrm>
          <a:prstGeom prst="rect">
            <a:avLst/>
          </a:prstGeom>
          <a:solidFill>
            <a:srgbClr val="DFE8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39" name="Editable reference element">
            <a:extLst>
              <a:ext uri="{FF2B5EF4-FFF2-40B4-BE49-F238E27FC236}">
                <ns2:creationId id="{C3ABAA43-6C6D-4650-B5DD-2F19AC0700F7}"/>
              </a:ext>
            </a:extLst>
          </p:cNvPr>
          <p:cNvSpPr>
            <a:spLocks noGrp="1"/>
          </p:cNvSpPr>
          <p:nvPr/>
        </p:nvSpPr>
        <p:spPr>
          <a:xfrm>
            <a:off x="566431" y="2122019"/>
            <a:ext cx="97814" cy="90973"/>
          </a:xfrm>
          <a:prstGeom prst="rect">
            <a:avLst/>
          </a:prstGeom>
          <a:solidFill>
            <a:srgbClr val="E4EC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0" name="Editable reference element">
            <a:extLst>
              <a:ext uri="{FF2B5EF4-FFF2-40B4-BE49-F238E27FC236}">
                <ns2:creationId id="{9394EF69-9C91-40DF-8C8B-8DC6EC1792D7}"/>
              </a:ext>
            </a:extLst>
          </p:cNvPr>
          <p:cNvSpPr>
            <a:spLocks noGrp="1"/>
          </p:cNvSpPr>
          <p:nvPr/>
        </p:nvSpPr>
        <p:spPr>
          <a:xfrm>
            <a:off x="664245" y="2122019"/>
            <a:ext cx="97814" cy="90973"/>
          </a:xfrm>
          <a:prstGeom prst="rect">
            <a:avLst/>
          </a:prstGeom>
          <a:solidFill>
            <a:srgbClr val="BFD2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1" name="Editable reference element">
            <a:extLst>
              <a:ext uri="{FF2B5EF4-FFF2-40B4-BE49-F238E27FC236}">
                <ns2:creationId id="{2B285B44-826B-4D23-9A0B-564083F37FDC}"/>
              </a:ext>
            </a:extLst>
          </p:cNvPr>
          <p:cNvSpPr>
            <a:spLocks noGrp="1"/>
          </p:cNvSpPr>
          <p:nvPr/>
        </p:nvSpPr>
        <p:spPr>
          <a:xfrm>
            <a:off x="762058" y="2122019"/>
            <a:ext cx="97814" cy="90973"/>
          </a:xfrm>
          <a:prstGeom prst="rect">
            <a:avLst/>
          </a:prstGeom>
          <a:solidFill>
            <a:srgbClr val="E3ECF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2" name="Editable reference element">
            <a:extLst>
              <a:ext uri="{FF2B5EF4-FFF2-40B4-BE49-F238E27FC236}">
                <ns2:creationId id="{6E2EEE68-AAE1-410B-9A54-5AF7CA43BD2E}"/>
              </a:ext>
            </a:extLst>
          </p:cNvPr>
          <p:cNvSpPr>
            <a:spLocks noGrp="1"/>
          </p:cNvSpPr>
          <p:nvPr/>
        </p:nvSpPr>
        <p:spPr>
          <a:xfrm>
            <a:off x="859872" y="2122019"/>
            <a:ext cx="97814" cy="90973"/>
          </a:xfrm>
          <a:prstGeom prst="rect">
            <a:avLst/>
          </a:prstGeom>
          <a:solidFill>
            <a:srgbClr val="F1DFB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3" name="Editable reference element">
            <a:extLst>
              <a:ext uri="{FF2B5EF4-FFF2-40B4-BE49-F238E27FC236}">
                <ns2:creationId id="{60FA4850-EB05-41E2-9A20-540859B425D6}"/>
              </a:ext>
            </a:extLst>
          </p:cNvPr>
          <p:cNvSpPr>
            <a:spLocks noGrp="1"/>
          </p:cNvSpPr>
          <p:nvPr/>
        </p:nvSpPr>
        <p:spPr>
          <a:xfrm>
            <a:off x="957686" y="2122019"/>
            <a:ext cx="97814" cy="90973"/>
          </a:xfrm>
          <a:prstGeom prst="rect">
            <a:avLst/>
          </a:prstGeom>
          <a:solidFill>
            <a:srgbClr val="E3E1E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4" name="Editable reference element">
            <a:extLst>
              <a:ext uri="{FF2B5EF4-FFF2-40B4-BE49-F238E27FC236}">
                <ns2:creationId id="{2A6ED491-96B9-425F-B74E-4D3E90FED538}"/>
              </a:ext>
            </a:extLst>
          </p:cNvPr>
          <p:cNvSpPr>
            <a:spLocks noGrp="1"/>
          </p:cNvSpPr>
          <p:nvPr/>
        </p:nvSpPr>
        <p:spPr>
          <a:xfrm>
            <a:off x="1055499" y="2122019"/>
            <a:ext cx="97814" cy="90973"/>
          </a:xfrm>
          <a:prstGeom prst="rect">
            <a:avLst/>
          </a:prstGeom>
          <a:solidFill>
            <a:srgbClr val="F3E3C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5" name="Editable reference element">
            <a:extLst>
              <a:ext uri="{FF2B5EF4-FFF2-40B4-BE49-F238E27FC236}">
                <ns2:creationId id="{578E9A74-3906-4CAC-9F47-9131BE0A353D}"/>
              </a:ext>
            </a:extLst>
          </p:cNvPr>
          <p:cNvSpPr>
            <a:spLocks noGrp="1"/>
          </p:cNvSpPr>
          <p:nvPr/>
        </p:nvSpPr>
        <p:spPr>
          <a:xfrm>
            <a:off x="468618" y="2212992"/>
            <a:ext cx="97814" cy="90973"/>
          </a:xfrm>
          <a:prstGeom prst="rect">
            <a:avLst/>
          </a:prstGeom>
          <a:solidFill>
            <a:srgbClr val="CCDB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6" name="Editable reference element">
            <a:extLst>
              <a:ext uri="{FF2B5EF4-FFF2-40B4-BE49-F238E27FC236}">
                <ns2:creationId id="{161AE137-4DAF-49C4-B057-381ED8394BDD}"/>
              </a:ext>
            </a:extLst>
          </p:cNvPr>
          <p:cNvSpPr>
            <a:spLocks noGrp="1"/>
          </p:cNvSpPr>
          <p:nvPr/>
        </p:nvSpPr>
        <p:spPr>
          <a:xfrm>
            <a:off x="566431" y="2212992"/>
            <a:ext cx="97814" cy="90973"/>
          </a:xfrm>
          <a:prstGeom prst="rect">
            <a:avLst/>
          </a:prstGeom>
          <a:solidFill>
            <a:srgbClr val="C3D5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7" name="Editable reference element">
            <a:extLst>
              <a:ext uri="{FF2B5EF4-FFF2-40B4-BE49-F238E27FC236}">
                <ns2:creationId id="{3AB69FD5-76DB-4FDE-A0F9-A0B9F65C4AC6}"/>
              </a:ext>
            </a:extLst>
          </p:cNvPr>
          <p:cNvSpPr>
            <a:spLocks noGrp="1"/>
          </p:cNvSpPr>
          <p:nvPr/>
        </p:nvSpPr>
        <p:spPr>
          <a:xfrm>
            <a:off x="664245" y="2212992"/>
            <a:ext cx="97814" cy="90973"/>
          </a:xfrm>
          <a:prstGeom prst="rect">
            <a:avLst/>
          </a:prstGeom>
          <a:solidFill>
            <a:srgbClr val="92B2E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8" name="Editable reference element">
            <a:extLst>
              <a:ext uri="{FF2B5EF4-FFF2-40B4-BE49-F238E27FC236}">
                <ns2:creationId id="{3F0DCED3-1E49-4985-8691-AB08323DA9FC}"/>
              </a:ext>
            </a:extLst>
          </p:cNvPr>
          <p:cNvSpPr>
            <a:spLocks noGrp="1"/>
          </p:cNvSpPr>
          <p:nvPr/>
        </p:nvSpPr>
        <p:spPr>
          <a:xfrm>
            <a:off x="762058" y="2212992"/>
            <a:ext cx="97814" cy="90973"/>
          </a:xfrm>
          <a:prstGeom prst="rect">
            <a:avLst/>
          </a:prstGeom>
          <a:solidFill>
            <a:srgbClr val="EFF4F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49" name="Editable reference element">
            <a:extLst>
              <a:ext uri="{FF2B5EF4-FFF2-40B4-BE49-F238E27FC236}">
                <ns2:creationId id="{5C74B13E-AE90-40CE-9FF3-7C8744A29174}"/>
              </a:ext>
            </a:extLst>
          </p:cNvPr>
          <p:cNvSpPr>
            <a:spLocks noGrp="1"/>
          </p:cNvSpPr>
          <p:nvPr/>
        </p:nvSpPr>
        <p:spPr>
          <a:xfrm>
            <a:off x="859872" y="2212992"/>
            <a:ext cx="97814" cy="90973"/>
          </a:xfrm>
          <a:prstGeom prst="rect">
            <a:avLst/>
          </a:prstGeom>
          <a:solidFill>
            <a:srgbClr val="EEC46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50" name="Editable reference element">
            <a:extLst>
              <a:ext uri="{FF2B5EF4-FFF2-40B4-BE49-F238E27FC236}">
                <ns2:creationId id="{4EA10BF9-5A62-4345-90BF-65592EFFA4EC}"/>
              </a:ext>
            </a:extLst>
          </p:cNvPr>
          <p:cNvSpPr>
            <a:spLocks noGrp="1"/>
          </p:cNvSpPr>
          <p:nvPr/>
        </p:nvSpPr>
        <p:spPr>
          <a:xfrm>
            <a:off x="957686" y="2212992"/>
            <a:ext cx="97814" cy="90973"/>
          </a:xfrm>
          <a:prstGeom prst="rect">
            <a:avLst/>
          </a:prstGeom>
          <a:solidFill>
            <a:srgbClr val="EEECE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51" name="Editable reference element">
            <a:extLst>
              <a:ext uri="{FF2B5EF4-FFF2-40B4-BE49-F238E27FC236}">
                <ns2:creationId id="{2A51506F-7EE4-4DEC-8FE4-73A576BFF5FB}"/>
              </a:ext>
            </a:extLst>
          </p:cNvPr>
          <p:cNvSpPr>
            <a:spLocks noGrp="1"/>
          </p:cNvSpPr>
          <p:nvPr/>
        </p:nvSpPr>
        <p:spPr>
          <a:xfrm>
            <a:off x="1055499" y="2212992"/>
            <a:ext cx="97814" cy="90973"/>
          </a:xfrm>
          <a:prstGeom prst="rect">
            <a:avLst/>
          </a:prstGeom>
          <a:solidFill>
            <a:srgbClr val="EFD09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52" name="Editable reference element">
            <a:extLst>
              <a:ext uri="{FF2B5EF4-FFF2-40B4-BE49-F238E27FC236}">
                <ns2:creationId id="{AC7EE744-7470-4A58-AC95-920D483135C1}"/>
              </a:ext>
            </a:extLst>
          </p:cNvPr>
          <p:cNvSpPr>
            <a:spLocks noGrp="1"/>
          </p:cNvSpPr>
          <p:nvPr/>
        </p:nvSpPr>
        <p:spPr>
          <a:xfrm>
            <a:off x="468618" y="1758125"/>
            <a:ext cx="684695" cy="545841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353" name="Reference line">
            <a:extLst>
              <a:ext uri="{FF2B5EF4-FFF2-40B4-BE49-F238E27FC236}">
                <ns2:creationId id="{A8E46AAC-B290-410B-9862-116845FDFEEF}"/>
              </a:ext>
            </a:extLst>
          </p:cNvPr>
          <p:cNvSpPr>
            <a:spLocks noGrp="1"/>
          </p:cNvSpPr>
          <p:nvPr/>
        </p:nvSpPr>
        <p:spPr>
          <a:xfrm flipH="0" flipV="0">
            <a:off x="401585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354" name="Reference arrowhead">
            <a:extLst>
              <a:ext uri="{FF2B5EF4-FFF2-40B4-BE49-F238E27FC236}">
                <ns2:creationId id="{6B81F1FE-F326-44F2-8589-756B148C8750}"/>
              </a:ext>
            </a:extLst>
          </p:cNvPr>
          <p:cNvSpPr>
            <a:spLocks noGrp="1"/>
          </p:cNvSpPr>
          <p:nvPr/>
        </p:nvSpPr>
        <p:spPr>
          <a:xfrm rot="10800000">
            <a:off x="387220" y="228960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355" name="Reference line">
            <a:extLst>
              <a:ext uri="{FF2B5EF4-FFF2-40B4-BE49-F238E27FC236}">
                <ns2:creationId id="{8CE7300F-9841-4648-95EB-38A613456BC2}"/>
              </a:ext>
            </a:extLst>
          </p:cNvPr>
          <p:cNvSpPr>
            <a:spLocks noGrp="1"/>
          </p:cNvSpPr>
          <p:nvPr/>
        </p:nvSpPr>
        <p:spPr>
          <a:xfrm flipH="0" flipV="1">
            <a:off x="401585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356" name="Reference arrowhead">
            <a:extLst>
              <a:ext uri="{FF2B5EF4-FFF2-40B4-BE49-F238E27FC236}">
                <ns2:creationId id="{082C6101-D4C3-4CC9-AB08-0290170F9485}"/>
              </a:ext>
            </a:extLst>
          </p:cNvPr>
          <p:cNvSpPr>
            <a:spLocks noGrp="1"/>
          </p:cNvSpPr>
          <p:nvPr/>
        </p:nvSpPr>
        <p:spPr>
          <a:xfrm rot="0">
            <a:off x="387220" y="175333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357" name="Editable reference text: T (tokens)">
            <a:extLst>
              <a:ext uri="{FF2B5EF4-FFF2-40B4-BE49-F238E27FC236}">
                <ns2:creationId id="{25C149E9-2CD3-4CAA-B16D-0BDF018DBFA7}"/>
              </a:ext>
            </a:extLst>
          </p:cNvPr>
          <p:cNvSpPr>
            <a:spLocks noGrp="1"/>
          </p:cNvSpPr>
          <p:nvPr/>
        </p:nvSpPr>
        <p:spPr>
          <a:xfrm rot="16200000">
            <a:off x="128664" y="1949648"/>
            <a:ext cx="53147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 (tokens)</a:t>
            </a:r>
          </a:p>
        </p:txBody>
      </p:sp>
      <p:sp>
        <p:nvSpPr>
          <p:cNvPr id="358" name="Reference line">
            <a:extLst>
              <a:ext uri="{FF2B5EF4-FFF2-40B4-BE49-F238E27FC236}">
                <ns2:creationId id="{40E83504-D47C-4C39-B6B1-A0F7405C98A1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2370999"/>
            <a:ext cx="684695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359" name="Reference arrowhead">
            <a:extLst>
              <a:ext uri="{FF2B5EF4-FFF2-40B4-BE49-F238E27FC236}">
                <ns2:creationId id="{E9C9F593-D237-47F2-9BCE-0BC7EA1EFAB7}"/>
              </a:ext>
            </a:extLst>
          </p:cNvPr>
          <p:cNvSpPr>
            <a:spLocks noGrp="1"/>
          </p:cNvSpPr>
          <p:nvPr/>
        </p:nvSpPr>
        <p:spPr>
          <a:xfrm rot="5400000">
            <a:off x="1122190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360" name="Reference line">
            <a:extLst>
              <a:ext uri="{FF2B5EF4-FFF2-40B4-BE49-F238E27FC236}">
                <ns2:creationId id="{D9E35E65-66A2-4C68-936B-5AE2873B7457}"/>
              </a:ext>
            </a:extLst>
          </p:cNvPr>
          <p:cNvSpPr>
            <a:spLocks noGrp="1"/>
          </p:cNvSpPr>
          <p:nvPr/>
        </p:nvSpPr>
        <p:spPr>
          <a:xfrm flipH="1" flipV="0">
            <a:off x="468618" y="2370999"/>
            <a:ext cx="684695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361" name="Reference arrowhead">
            <a:extLst>
              <a:ext uri="{FF2B5EF4-FFF2-40B4-BE49-F238E27FC236}">
                <ns2:creationId id="{EE4721CF-5845-42F7-BF6C-6298EA54D248}"/>
              </a:ext>
            </a:extLst>
          </p:cNvPr>
          <p:cNvSpPr>
            <a:spLocks noGrp="1"/>
          </p:cNvSpPr>
          <p:nvPr/>
        </p:nvSpPr>
        <p:spPr>
          <a:xfrm rot="16200000">
            <a:off x="471012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362" name="Editable reference text: d (channels)">
            <a:extLst>
              <a:ext uri="{FF2B5EF4-FFF2-40B4-BE49-F238E27FC236}">
                <ns2:creationId id="{A78EB374-1E0E-4A91-A9EA-09B8F8A67632}"/>
              </a:ext>
            </a:extLst>
          </p:cNvPr>
          <p:cNvSpPr>
            <a:spLocks noGrp="1"/>
          </p:cNvSpPr>
          <p:nvPr/>
        </p:nvSpPr>
        <p:spPr>
          <a:xfrm>
            <a:off x="569167" y="2404515"/>
            <a:ext cx="723000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(channels)</a:t>
            </a:r>
          </a:p>
        </p:txBody>
      </p:sp>
      <p:sp>
        <p:nvSpPr>
          <p:cNvPr id="363" name="Editable reference text: ⋯">
            <a:extLst>
              <a:ext uri="{FF2B5EF4-FFF2-40B4-BE49-F238E27FC236}">
                <ns2:creationId id="{02B187E3-AE3B-49DC-98A1-12EE28A1919F}"/>
              </a:ext>
            </a:extLst>
          </p:cNvPr>
          <p:cNvSpPr>
            <a:spLocks noGrp="1"/>
          </p:cNvSpPr>
          <p:nvPr/>
        </p:nvSpPr>
        <p:spPr>
          <a:xfrm>
            <a:off x="1191617" y="194007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364" name="Editable reference element">
            <a:extLst>
              <a:ext uri="{FF2B5EF4-FFF2-40B4-BE49-F238E27FC236}">
                <ns2:creationId id="{D6FE3F6E-B7BF-4AF8-8820-4D96834F3A9B}"/>
              </a:ext>
            </a:extLst>
          </p:cNvPr>
          <p:cNvSpPr>
            <a:spLocks noGrp="1"/>
          </p:cNvSpPr>
          <p:nvPr/>
        </p:nvSpPr>
        <p:spPr>
          <a:xfrm>
            <a:off x="1354412" y="1806005"/>
            <a:ext cx="833125" cy="426139"/>
          </a:xfrm>
          <a:prstGeom prst="rect">
            <a:avLst/>
          </a:prstGeom>
          <a:solidFill>
            <a:srgbClr val="EDF4FD"/>
          </a:solidFill>
          <a:ln w="6703">
            <a:solidFill>
              <a:srgbClr val="7DA6D3"/>
            </a:solidFill>
            <a:prstDash val="solid"/>
          </a:ln>
        </p:spPr>
      </p:sp>
      <p:sp>
        <p:nvSpPr>
          <p:cNvPr id="365" name="Editable reference text: Scale + Hadamard">
            <a:extLst>
              <a:ext uri="{FF2B5EF4-FFF2-40B4-BE49-F238E27FC236}">
                <ns2:creationId id="{A436DA49-8DA3-40FC-B4E7-5AF6E88FFAD7}"/>
              </a:ext>
            </a:extLst>
          </p:cNvPr>
          <p:cNvSpPr>
            <a:spLocks noGrp="1"/>
          </p:cNvSpPr>
          <p:nvPr/>
        </p:nvSpPr>
        <p:spPr>
          <a:xfrm>
            <a:off x="1426233" y="1877827"/>
            <a:ext cx="71821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Scale + Hadamard</a:t>
            </a:r>
          </a:p>
        </p:txBody>
      </p:sp>
      <p:sp>
        <p:nvSpPr>
          <p:cNvPr id="366" name="Editable reference text: X′ = XD⁻¹H">
            <a:extLst>
              <a:ext uri="{FF2B5EF4-FFF2-40B4-BE49-F238E27FC236}">
                <ns2:creationId id="{CC0F8ECA-756A-4277-B6E8-B7DCAA6366F6}"/>
              </a:ext>
            </a:extLst>
          </p:cNvPr>
          <p:cNvSpPr>
            <a:spLocks noGrp="1"/>
          </p:cNvSpPr>
          <p:nvPr/>
        </p:nvSpPr>
        <p:spPr>
          <a:xfrm>
            <a:off x="1450174" y="2035833"/>
            <a:ext cx="71342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= XD⁻¹H</a:t>
            </a:r>
          </a:p>
        </p:txBody>
      </p:sp>
      <p:sp>
        <p:nvSpPr>
          <p:cNvPr id="367" name="Reference line">
            <a:extLst>
              <a:ext uri="{FF2B5EF4-FFF2-40B4-BE49-F238E27FC236}">
                <ns2:creationId id="{133F0BE6-95AB-4835-AD17-CD48D40CACC4}"/>
              </a:ext>
            </a:extLst>
          </p:cNvPr>
          <p:cNvSpPr>
            <a:spLocks noGrp="1"/>
          </p:cNvSpPr>
          <p:nvPr/>
        </p:nvSpPr>
        <p:spPr>
          <a:xfrm flipH="0" flipV="0">
            <a:off x="2192326" y="2026257"/>
            <a:ext cx="134066" cy="95"/>
          </a:xfrm>
          <a:prstGeom prst="line">
            <a:avLst/>
          </a:prstGeom>
          <a:noFill/>
          <a:ln w="19152">
            <a:solidFill>
              <a:srgbClr val="7DA6D3"/>
            </a:solidFill>
            <a:prstDash val="solid"/>
          </a:ln>
        </p:spPr>
      </p:sp>
      <p:sp>
        <p:nvSpPr>
          <p:cNvPr id="368" name="Reference arrowhead">
            <a:extLst>
              <a:ext uri="{FF2B5EF4-FFF2-40B4-BE49-F238E27FC236}">
                <ns2:creationId id="{2D157A21-29A5-46A0-BE40-CB16237A79DE}"/>
              </a:ext>
            </a:extLst>
          </p:cNvPr>
          <p:cNvSpPr>
            <a:spLocks noGrp="1"/>
          </p:cNvSpPr>
          <p:nvPr/>
        </p:nvSpPr>
        <p:spPr>
          <a:xfrm rot="5400000">
            <a:off x="2256486" y="1987952"/>
            <a:ext cx="63203" cy="76609"/>
          </a:xfrm>
          <a:prstGeom prst="triangle">
            <a:avLst/>
          </a:prstGeom>
          <a:solidFill>
            <a:srgbClr val="7DA6D3"/>
          </a:solidFill>
          <a:ln w="0">
            <a:noFill/>
            <a:prstDash val="solid"/>
          </a:ln>
        </p:spPr>
      </p:sp>
      <p:sp>
        <p:nvSpPr>
          <p:cNvPr id="369" name="Editable reference text: Conditioned activations">
            <a:extLst>
              <a:ext uri="{FF2B5EF4-FFF2-40B4-BE49-F238E27FC236}">
                <ns2:creationId id="{3048CC27-6067-457E-A71D-C33CC33FB7FA}"/>
              </a:ext>
            </a:extLst>
          </p:cNvPr>
          <p:cNvSpPr>
            <a:spLocks noGrp="1"/>
          </p:cNvSpPr>
          <p:nvPr/>
        </p:nvSpPr>
        <p:spPr>
          <a:xfrm>
            <a:off x="2173173" y="1312834"/>
            <a:ext cx="1240112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Conditioned activations</a:t>
            </a:r>
          </a:p>
        </p:txBody>
      </p:sp>
      <p:sp>
        <p:nvSpPr>
          <p:cNvPr id="370" name="Editable reference text: X′ ∈ ℝᵀˣᵈ">
            <a:extLst>
              <a:ext uri="{FF2B5EF4-FFF2-40B4-BE49-F238E27FC236}">
                <ns2:creationId id="{4B7D7276-D4E4-4DEE-89E4-61DF4FD72752}"/>
              </a:ext>
            </a:extLst>
          </p:cNvPr>
          <p:cNvSpPr>
            <a:spLocks noGrp="1"/>
          </p:cNvSpPr>
          <p:nvPr/>
        </p:nvSpPr>
        <p:spPr>
          <a:xfrm>
            <a:off x="2173173" y="1456476"/>
            <a:ext cx="1168291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 ∈ ℝᵀˣᵈ</a:t>
            </a:r>
          </a:p>
        </p:txBody>
      </p:sp>
      <p:sp>
        <p:nvSpPr>
          <p:cNvPr id="371" name="Editable reference element">
            <a:extLst>
              <a:ext uri="{FF2B5EF4-FFF2-40B4-BE49-F238E27FC236}">
                <ns2:creationId id="{889EB5B7-AED0-4B00-86CD-6410ECB2EDC7}"/>
              </a:ext>
            </a:extLst>
          </p:cNvPr>
          <p:cNvSpPr>
            <a:spLocks noGrp="1"/>
          </p:cNvSpPr>
          <p:nvPr/>
        </p:nvSpPr>
        <p:spPr>
          <a:xfrm>
            <a:off x="2527491" y="1758125"/>
            <a:ext cx="88921" cy="90973"/>
          </a:xfrm>
          <a:prstGeom prst="rect">
            <a:avLst/>
          </a:prstGeom>
          <a:solidFill>
            <a:srgbClr val="99B6D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2" name="Editable reference element">
            <a:extLst>
              <a:ext uri="{FF2B5EF4-FFF2-40B4-BE49-F238E27FC236}">
                <ns2:creationId id="{6F771CA8-5DF1-42EA-9455-94E4F9F79340}"/>
              </a:ext>
            </a:extLst>
          </p:cNvPr>
          <p:cNvSpPr>
            <a:spLocks noGrp="1"/>
          </p:cNvSpPr>
          <p:nvPr/>
        </p:nvSpPr>
        <p:spPr>
          <a:xfrm>
            <a:off x="2616412" y="1758125"/>
            <a:ext cx="88921" cy="90973"/>
          </a:xfrm>
          <a:prstGeom prst="rect">
            <a:avLst/>
          </a:prstGeom>
          <a:solidFill>
            <a:srgbClr val="D4E1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3" name="Editable reference element">
            <a:extLst>
              <a:ext uri="{FF2B5EF4-FFF2-40B4-BE49-F238E27FC236}">
                <ns2:creationId id="{707256D2-B721-4548-9FE4-20E80BBFE5E1}"/>
              </a:ext>
            </a:extLst>
          </p:cNvPr>
          <p:cNvSpPr>
            <a:spLocks noGrp="1"/>
          </p:cNvSpPr>
          <p:nvPr/>
        </p:nvSpPr>
        <p:spPr>
          <a:xfrm>
            <a:off x="2705334" y="1758125"/>
            <a:ext cx="88921" cy="90973"/>
          </a:xfrm>
          <a:prstGeom prst="rect">
            <a:avLst/>
          </a:prstGeom>
          <a:solidFill>
            <a:srgbClr val="E8EF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4" name="Editable reference element">
            <a:extLst>
              <a:ext uri="{FF2B5EF4-FFF2-40B4-BE49-F238E27FC236}">
                <ns2:creationId id="{EC8A9385-7411-43A8-8FCA-1A6495E9F423}"/>
              </a:ext>
            </a:extLst>
          </p:cNvPr>
          <p:cNvSpPr>
            <a:spLocks noGrp="1"/>
          </p:cNvSpPr>
          <p:nvPr/>
        </p:nvSpPr>
        <p:spPr>
          <a:xfrm>
            <a:off x="2794255" y="1758125"/>
            <a:ext cx="88921" cy="90973"/>
          </a:xfrm>
          <a:prstGeom prst="rect">
            <a:avLst/>
          </a:prstGeom>
          <a:solidFill>
            <a:srgbClr val="B5CAE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5" name="Editable reference element">
            <a:extLst>
              <a:ext uri="{FF2B5EF4-FFF2-40B4-BE49-F238E27FC236}">
                <ns2:creationId id="{FE562577-2671-463D-AD89-C21AF431D9FE}"/>
              </a:ext>
            </a:extLst>
          </p:cNvPr>
          <p:cNvSpPr>
            <a:spLocks noGrp="1"/>
          </p:cNvSpPr>
          <p:nvPr/>
        </p:nvSpPr>
        <p:spPr>
          <a:xfrm>
            <a:off x="2883177" y="1758125"/>
            <a:ext cx="88921" cy="90973"/>
          </a:xfrm>
          <a:prstGeom prst="rect">
            <a:avLst/>
          </a:prstGeom>
          <a:solidFill>
            <a:srgbClr val="A0BA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6" name="Editable reference element">
            <a:extLst>
              <a:ext uri="{FF2B5EF4-FFF2-40B4-BE49-F238E27FC236}">
                <ns2:creationId id="{574347D7-22DF-4890-81DE-322D5E855134}"/>
              </a:ext>
            </a:extLst>
          </p:cNvPr>
          <p:cNvSpPr>
            <a:spLocks noGrp="1"/>
          </p:cNvSpPr>
          <p:nvPr/>
        </p:nvSpPr>
        <p:spPr>
          <a:xfrm>
            <a:off x="2972098" y="1758125"/>
            <a:ext cx="88921" cy="90973"/>
          </a:xfrm>
          <a:prstGeom prst="rect">
            <a:avLst/>
          </a:prstGeom>
          <a:solidFill>
            <a:srgbClr val="BDD0E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7" name="Editable reference element">
            <a:extLst>
              <a:ext uri="{FF2B5EF4-FFF2-40B4-BE49-F238E27FC236}">
                <ns2:creationId id="{44DFA73B-0EC1-49B2-99F0-9AFE1A31DBD9}"/>
              </a:ext>
            </a:extLst>
          </p:cNvPr>
          <p:cNvSpPr>
            <a:spLocks noGrp="1"/>
          </p:cNvSpPr>
          <p:nvPr/>
        </p:nvSpPr>
        <p:spPr>
          <a:xfrm>
            <a:off x="3061020" y="1758125"/>
            <a:ext cx="88921" cy="90973"/>
          </a:xfrm>
          <a:prstGeom prst="rect">
            <a:avLst/>
          </a:prstGeom>
          <a:solidFill>
            <a:srgbClr val="EDF2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8" name="Editable reference element">
            <a:extLst>
              <a:ext uri="{FF2B5EF4-FFF2-40B4-BE49-F238E27FC236}">
                <ns2:creationId id="{D7B205E8-CC25-44CC-A2D0-E9560DCFA846}"/>
              </a:ext>
            </a:extLst>
          </p:cNvPr>
          <p:cNvSpPr>
            <a:spLocks noGrp="1"/>
          </p:cNvSpPr>
          <p:nvPr/>
        </p:nvSpPr>
        <p:spPr>
          <a:xfrm>
            <a:off x="2527491" y="1849098"/>
            <a:ext cx="88921" cy="90973"/>
          </a:xfrm>
          <a:prstGeom prst="rect">
            <a:avLst/>
          </a:prstGeom>
          <a:solidFill>
            <a:srgbClr val="CEDC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79" name="Editable reference element">
            <a:extLst>
              <a:ext uri="{FF2B5EF4-FFF2-40B4-BE49-F238E27FC236}">
                <ns2:creationId id="{C78A9306-1BC5-4F60-BBD5-190AE4460E7A}"/>
              </a:ext>
            </a:extLst>
          </p:cNvPr>
          <p:cNvSpPr>
            <a:spLocks noGrp="1"/>
          </p:cNvSpPr>
          <p:nvPr/>
        </p:nvSpPr>
        <p:spPr>
          <a:xfrm>
            <a:off x="2616412" y="1849098"/>
            <a:ext cx="88921" cy="90973"/>
          </a:xfrm>
          <a:prstGeom prst="rect">
            <a:avLst/>
          </a:prstGeom>
          <a:solidFill>
            <a:srgbClr val="7DA0D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0" name="Editable reference element">
            <a:extLst>
              <a:ext uri="{FF2B5EF4-FFF2-40B4-BE49-F238E27FC236}">
                <ns2:creationId id="{C93C5D57-26ED-4DA1-9339-5AB57F67AACF}"/>
              </a:ext>
            </a:extLst>
          </p:cNvPr>
          <p:cNvSpPr>
            <a:spLocks noGrp="1"/>
          </p:cNvSpPr>
          <p:nvPr/>
        </p:nvSpPr>
        <p:spPr>
          <a:xfrm>
            <a:off x="2705334" y="1849098"/>
            <a:ext cx="88921" cy="90973"/>
          </a:xfrm>
          <a:prstGeom prst="rect">
            <a:avLst/>
          </a:prstGeom>
          <a:solidFill>
            <a:srgbClr val="E2EAF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1" name="Editable reference element">
            <a:extLst>
              <a:ext uri="{FF2B5EF4-FFF2-40B4-BE49-F238E27FC236}">
                <ns2:creationId id="{C452C9DC-16CD-4D00-89FD-E37FF6C44F87}"/>
              </a:ext>
            </a:extLst>
          </p:cNvPr>
          <p:cNvSpPr>
            <a:spLocks noGrp="1"/>
          </p:cNvSpPr>
          <p:nvPr/>
        </p:nvSpPr>
        <p:spPr>
          <a:xfrm>
            <a:off x="2794255" y="1849098"/>
            <a:ext cx="88921" cy="90973"/>
          </a:xfrm>
          <a:prstGeom prst="rect">
            <a:avLst/>
          </a:prstGeom>
          <a:solidFill>
            <a:srgbClr val="D5E2F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2" name="Editable reference element">
            <a:extLst>
              <a:ext uri="{FF2B5EF4-FFF2-40B4-BE49-F238E27FC236}">
                <ns2:creationId id="{0F358590-6DE8-47DB-A654-5224E9325FC4}"/>
              </a:ext>
            </a:extLst>
          </p:cNvPr>
          <p:cNvSpPr>
            <a:spLocks noGrp="1"/>
          </p:cNvSpPr>
          <p:nvPr/>
        </p:nvSpPr>
        <p:spPr>
          <a:xfrm>
            <a:off x="2883177" y="1849098"/>
            <a:ext cx="88921" cy="90973"/>
          </a:xfrm>
          <a:prstGeom prst="rect">
            <a:avLst/>
          </a:prstGeom>
          <a:solidFill>
            <a:srgbClr val="8EAE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3" name="Editable reference element">
            <a:extLst>
              <a:ext uri="{FF2B5EF4-FFF2-40B4-BE49-F238E27FC236}">
                <ns2:creationId id="{EDF7DF4B-BDE8-4C62-9585-3383EE2242BC}"/>
              </a:ext>
            </a:extLst>
          </p:cNvPr>
          <p:cNvSpPr>
            <a:spLocks noGrp="1"/>
          </p:cNvSpPr>
          <p:nvPr/>
        </p:nvSpPr>
        <p:spPr>
          <a:xfrm>
            <a:off x="2972098" y="1849098"/>
            <a:ext cx="88921" cy="90973"/>
          </a:xfrm>
          <a:prstGeom prst="rect">
            <a:avLst/>
          </a:prstGeom>
          <a:solidFill>
            <a:srgbClr val="E6EE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4" name="Editable reference element">
            <a:extLst>
              <a:ext uri="{FF2B5EF4-FFF2-40B4-BE49-F238E27FC236}">
                <ns2:creationId id="{CB51633A-F693-4237-96B5-9A46B2ED412C}"/>
              </a:ext>
            </a:extLst>
          </p:cNvPr>
          <p:cNvSpPr>
            <a:spLocks noGrp="1"/>
          </p:cNvSpPr>
          <p:nvPr/>
        </p:nvSpPr>
        <p:spPr>
          <a:xfrm>
            <a:off x="3061020" y="1849098"/>
            <a:ext cx="88921" cy="90973"/>
          </a:xfrm>
          <a:prstGeom prst="rect">
            <a:avLst/>
          </a:prstGeom>
          <a:solidFill>
            <a:srgbClr val="CBDB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5" name="Editable reference element">
            <a:extLst>
              <a:ext uri="{FF2B5EF4-FFF2-40B4-BE49-F238E27FC236}">
                <ns2:creationId id="{A094B9B3-8251-45C6-8B82-D534A4A131EB}"/>
              </a:ext>
            </a:extLst>
          </p:cNvPr>
          <p:cNvSpPr>
            <a:spLocks noGrp="1"/>
          </p:cNvSpPr>
          <p:nvPr/>
        </p:nvSpPr>
        <p:spPr>
          <a:xfrm>
            <a:off x="2527491" y="1940072"/>
            <a:ext cx="88921" cy="90973"/>
          </a:xfrm>
          <a:prstGeom prst="rect">
            <a:avLst/>
          </a:prstGeom>
          <a:solidFill>
            <a:srgbClr val="D4E0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6" name="Editable reference element">
            <a:extLst>
              <a:ext uri="{FF2B5EF4-FFF2-40B4-BE49-F238E27FC236}">
                <ns2:creationId id="{F0BA4EA1-80DC-4EDC-BDAB-D617D298FA37}"/>
              </a:ext>
            </a:extLst>
          </p:cNvPr>
          <p:cNvSpPr>
            <a:spLocks noGrp="1"/>
          </p:cNvSpPr>
          <p:nvPr/>
        </p:nvSpPr>
        <p:spPr>
          <a:xfrm>
            <a:off x="2616412" y="1940072"/>
            <a:ext cx="88921" cy="90973"/>
          </a:xfrm>
          <a:prstGeom prst="rect">
            <a:avLst/>
          </a:prstGeom>
          <a:solidFill>
            <a:srgbClr val="C6D7E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7" name="Editable reference element">
            <a:extLst>
              <a:ext uri="{FF2B5EF4-FFF2-40B4-BE49-F238E27FC236}">
                <ns2:creationId id="{44E75981-FB4D-4DBD-96C5-BE0159F8F186}"/>
              </a:ext>
            </a:extLst>
          </p:cNvPr>
          <p:cNvSpPr>
            <a:spLocks noGrp="1"/>
          </p:cNvSpPr>
          <p:nvPr/>
        </p:nvSpPr>
        <p:spPr>
          <a:xfrm>
            <a:off x="2705334" y="1940072"/>
            <a:ext cx="88921" cy="90973"/>
          </a:xfrm>
          <a:prstGeom prst="rect">
            <a:avLst/>
          </a:prstGeom>
          <a:solidFill>
            <a:srgbClr val="E4EC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8" name="Editable reference element">
            <a:extLst>
              <a:ext uri="{FF2B5EF4-FFF2-40B4-BE49-F238E27FC236}">
                <ns2:creationId id="{8DC8E0AA-2D0F-49C6-BCC0-943F9A6395EB}"/>
              </a:ext>
            </a:extLst>
          </p:cNvPr>
          <p:cNvSpPr>
            <a:spLocks noGrp="1"/>
          </p:cNvSpPr>
          <p:nvPr/>
        </p:nvSpPr>
        <p:spPr>
          <a:xfrm>
            <a:off x="2794255" y="1940072"/>
            <a:ext cx="88921" cy="90973"/>
          </a:xfrm>
          <a:prstGeom prst="rect">
            <a:avLst/>
          </a:prstGeom>
          <a:solidFill>
            <a:srgbClr val="D6E2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89" name="Editable reference element">
            <a:extLst>
              <a:ext uri="{FF2B5EF4-FFF2-40B4-BE49-F238E27FC236}">
                <ns2:creationId id="{E7C3DBDE-B529-4B12-944A-FE9BDB2D01CB}"/>
              </a:ext>
            </a:extLst>
          </p:cNvPr>
          <p:cNvSpPr>
            <a:spLocks noGrp="1"/>
          </p:cNvSpPr>
          <p:nvPr/>
        </p:nvSpPr>
        <p:spPr>
          <a:xfrm>
            <a:off x="2883177" y="1940072"/>
            <a:ext cx="88921" cy="90973"/>
          </a:xfrm>
          <a:prstGeom prst="rect">
            <a:avLst/>
          </a:prstGeom>
          <a:solidFill>
            <a:srgbClr val="B7CCE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0" name="Editable reference element">
            <a:extLst>
              <a:ext uri="{FF2B5EF4-FFF2-40B4-BE49-F238E27FC236}">
                <ns2:creationId id="{E2D2731A-86BE-4D91-A5EC-29A4189C7007}"/>
              </a:ext>
            </a:extLst>
          </p:cNvPr>
          <p:cNvSpPr>
            <a:spLocks noGrp="1"/>
          </p:cNvSpPr>
          <p:nvPr/>
        </p:nvSpPr>
        <p:spPr>
          <a:xfrm>
            <a:off x="2972098" y="1940072"/>
            <a:ext cx="88921" cy="90973"/>
          </a:xfrm>
          <a:prstGeom prst="rect">
            <a:avLst/>
          </a:prstGeom>
          <a:solidFill>
            <a:srgbClr val="E3EB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1" name="Editable reference element">
            <a:extLst>
              <a:ext uri="{FF2B5EF4-FFF2-40B4-BE49-F238E27FC236}">
                <ns2:creationId id="{8321A84B-0FCB-4845-8257-6AFD421800C7}"/>
              </a:ext>
            </a:extLst>
          </p:cNvPr>
          <p:cNvSpPr>
            <a:spLocks noGrp="1"/>
          </p:cNvSpPr>
          <p:nvPr/>
        </p:nvSpPr>
        <p:spPr>
          <a:xfrm>
            <a:off x="3061020" y="1940072"/>
            <a:ext cx="88921" cy="90973"/>
          </a:xfrm>
          <a:prstGeom prst="rect">
            <a:avLst/>
          </a:prstGeom>
          <a:solidFill>
            <a:srgbClr val="CDDB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2" name="Editable reference element">
            <a:extLst>
              <a:ext uri="{FF2B5EF4-FFF2-40B4-BE49-F238E27FC236}">
                <ns2:creationId id="{5535728D-476A-471A-82C9-4E871C59F2C8}"/>
              </a:ext>
            </a:extLst>
          </p:cNvPr>
          <p:cNvSpPr>
            <a:spLocks noGrp="1"/>
          </p:cNvSpPr>
          <p:nvPr/>
        </p:nvSpPr>
        <p:spPr>
          <a:xfrm>
            <a:off x="2527491" y="2031045"/>
            <a:ext cx="88921" cy="90973"/>
          </a:xfrm>
          <a:prstGeom prst="rect">
            <a:avLst/>
          </a:prstGeom>
          <a:solidFill>
            <a:srgbClr val="DFE9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3" name="Editable reference element">
            <a:extLst>
              <a:ext uri="{FF2B5EF4-FFF2-40B4-BE49-F238E27FC236}">
                <ns2:creationId id="{3760059A-7C5A-4A5E-B57C-73139AF09522}"/>
              </a:ext>
            </a:extLst>
          </p:cNvPr>
          <p:cNvSpPr>
            <a:spLocks noGrp="1"/>
          </p:cNvSpPr>
          <p:nvPr/>
        </p:nvSpPr>
        <p:spPr>
          <a:xfrm>
            <a:off x="2616412" y="2031045"/>
            <a:ext cx="88921" cy="90973"/>
          </a:xfrm>
          <a:prstGeom prst="rect">
            <a:avLst/>
          </a:prstGeom>
          <a:solidFill>
            <a:srgbClr val="7CA2D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4" name="Editable reference element">
            <a:extLst>
              <a:ext uri="{FF2B5EF4-FFF2-40B4-BE49-F238E27FC236}">
                <ns2:creationId id="{30257926-EE83-4680-AF0B-A1A5B4764E70}"/>
              </a:ext>
            </a:extLst>
          </p:cNvPr>
          <p:cNvSpPr>
            <a:spLocks noGrp="1"/>
          </p:cNvSpPr>
          <p:nvPr/>
        </p:nvSpPr>
        <p:spPr>
          <a:xfrm>
            <a:off x="2705334" y="2031045"/>
            <a:ext cx="88921" cy="90973"/>
          </a:xfrm>
          <a:prstGeom prst="rect">
            <a:avLst/>
          </a:prstGeom>
          <a:solidFill>
            <a:srgbClr val="EBF0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5" name="Editable reference element">
            <a:extLst>
              <a:ext uri="{FF2B5EF4-FFF2-40B4-BE49-F238E27FC236}">
                <ns2:creationId id="{3A813174-BF2D-4445-9FDB-6B40AB262AAD}"/>
              </a:ext>
            </a:extLst>
          </p:cNvPr>
          <p:cNvSpPr>
            <a:spLocks noGrp="1"/>
          </p:cNvSpPr>
          <p:nvPr/>
        </p:nvSpPr>
        <p:spPr>
          <a:xfrm>
            <a:off x="2794255" y="2031045"/>
            <a:ext cx="88921" cy="90973"/>
          </a:xfrm>
          <a:prstGeom prst="rect">
            <a:avLst/>
          </a:prstGeom>
          <a:solidFill>
            <a:srgbClr val="DEE7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6" name="Editable reference element">
            <a:extLst>
              <a:ext uri="{FF2B5EF4-FFF2-40B4-BE49-F238E27FC236}">
                <ns2:creationId id="{63F76EDE-18B4-41D4-B916-6C82742BAC80}"/>
              </a:ext>
            </a:extLst>
          </p:cNvPr>
          <p:cNvSpPr>
            <a:spLocks noGrp="1"/>
          </p:cNvSpPr>
          <p:nvPr/>
        </p:nvSpPr>
        <p:spPr>
          <a:xfrm>
            <a:off x="2883177" y="2031045"/>
            <a:ext cx="88921" cy="90973"/>
          </a:xfrm>
          <a:prstGeom prst="rect">
            <a:avLst/>
          </a:prstGeom>
          <a:solidFill>
            <a:srgbClr val="C2D5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7" name="Editable reference element">
            <a:extLst>
              <a:ext uri="{FF2B5EF4-FFF2-40B4-BE49-F238E27FC236}">
                <ns2:creationId id="{CE3E848A-DCC2-454E-9C0A-D8A1FD1E0ECA}"/>
              </a:ext>
            </a:extLst>
          </p:cNvPr>
          <p:cNvSpPr>
            <a:spLocks noGrp="1"/>
          </p:cNvSpPr>
          <p:nvPr/>
        </p:nvSpPr>
        <p:spPr>
          <a:xfrm>
            <a:off x="2972098" y="2031045"/>
            <a:ext cx="88921" cy="90973"/>
          </a:xfrm>
          <a:prstGeom prst="rect">
            <a:avLst/>
          </a:prstGeom>
          <a:solidFill>
            <a:srgbClr val="D6E1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8" name="Editable reference element">
            <a:extLst>
              <a:ext uri="{FF2B5EF4-FFF2-40B4-BE49-F238E27FC236}">
                <ns2:creationId id="{5EF644A9-D761-4D51-89DF-B2BD7B47EC0D}"/>
              </a:ext>
            </a:extLst>
          </p:cNvPr>
          <p:cNvSpPr>
            <a:spLocks noGrp="1"/>
          </p:cNvSpPr>
          <p:nvPr/>
        </p:nvSpPr>
        <p:spPr>
          <a:xfrm>
            <a:off x="3061020" y="2031045"/>
            <a:ext cx="88921" cy="90973"/>
          </a:xfrm>
          <a:prstGeom prst="rect">
            <a:avLst/>
          </a:prstGeom>
          <a:solidFill>
            <a:srgbClr val="E1EA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399" name="Editable reference element">
            <a:extLst>
              <a:ext uri="{FF2B5EF4-FFF2-40B4-BE49-F238E27FC236}">
                <ns2:creationId id="{FBA57A7D-3375-4A0C-991F-6AC0373AEF13}"/>
              </a:ext>
            </a:extLst>
          </p:cNvPr>
          <p:cNvSpPr>
            <a:spLocks noGrp="1"/>
          </p:cNvSpPr>
          <p:nvPr/>
        </p:nvSpPr>
        <p:spPr>
          <a:xfrm>
            <a:off x="2527491" y="2122019"/>
            <a:ext cx="88921" cy="90973"/>
          </a:xfrm>
          <a:prstGeom prst="rect">
            <a:avLst/>
          </a:prstGeom>
          <a:solidFill>
            <a:srgbClr val="C8D8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0" name="Editable reference element">
            <a:extLst>
              <a:ext uri="{FF2B5EF4-FFF2-40B4-BE49-F238E27FC236}">
                <ns2:creationId id="{23F25CB8-FF61-420B-A4A7-7D07F58C94C1}"/>
              </a:ext>
            </a:extLst>
          </p:cNvPr>
          <p:cNvSpPr>
            <a:spLocks noGrp="1"/>
          </p:cNvSpPr>
          <p:nvPr/>
        </p:nvSpPr>
        <p:spPr>
          <a:xfrm>
            <a:off x="2616412" y="2122019"/>
            <a:ext cx="88921" cy="90973"/>
          </a:xfrm>
          <a:prstGeom prst="rect">
            <a:avLst/>
          </a:prstGeom>
          <a:solidFill>
            <a:srgbClr val="D0DD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1" name="Editable reference element">
            <a:extLst>
              <a:ext uri="{FF2B5EF4-FFF2-40B4-BE49-F238E27FC236}">
                <ns2:creationId id="{6B72220E-2F54-4C68-968A-C7150BEB2671}"/>
              </a:ext>
            </a:extLst>
          </p:cNvPr>
          <p:cNvSpPr>
            <a:spLocks noGrp="1"/>
          </p:cNvSpPr>
          <p:nvPr/>
        </p:nvSpPr>
        <p:spPr>
          <a:xfrm>
            <a:off x="2705334" y="2122019"/>
            <a:ext cx="88921" cy="90973"/>
          </a:xfrm>
          <a:prstGeom prst="rect">
            <a:avLst/>
          </a:prstGeom>
          <a:solidFill>
            <a:srgbClr val="E8EF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2" name="Editable reference element">
            <a:extLst>
              <a:ext uri="{FF2B5EF4-FFF2-40B4-BE49-F238E27FC236}">
                <ns2:creationId id="{5EB89A48-A68F-4698-92B4-FD534BCC345B}"/>
              </a:ext>
            </a:extLst>
          </p:cNvPr>
          <p:cNvSpPr>
            <a:spLocks noGrp="1"/>
          </p:cNvSpPr>
          <p:nvPr/>
        </p:nvSpPr>
        <p:spPr>
          <a:xfrm>
            <a:off x="2794255" y="2122019"/>
            <a:ext cx="88921" cy="90973"/>
          </a:xfrm>
          <a:prstGeom prst="rect">
            <a:avLst/>
          </a:prstGeom>
          <a:solidFill>
            <a:srgbClr val="91B0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3" name="Editable reference element">
            <a:extLst>
              <a:ext uri="{FF2B5EF4-FFF2-40B4-BE49-F238E27FC236}">
                <ns2:creationId id="{03B8A25E-67C9-473D-8154-A842AE3F63EB}"/>
              </a:ext>
            </a:extLst>
          </p:cNvPr>
          <p:cNvSpPr>
            <a:spLocks noGrp="1"/>
          </p:cNvSpPr>
          <p:nvPr/>
        </p:nvSpPr>
        <p:spPr>
          <a:xfrm>
            <a:off x="2883177" y="2122019"/>
            <a:ext cx="88921" cy="90973"/>
          </a:xfrm>
          <a:prstGeom prst="rect">
            <a:avLst/>
          </a:prstGeom>
          <a:solidFill>
            <a:srgbClr val="C6D7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4" name="Editable reference element">
            <a:extLst>
              <a:ext uri="{FF2B5EF4-FFF2-40B4-BE49-F238E27FC236}">
                <ns2:creationId id="{8E2BE3A8-0BE2-4032-8883-33EA0EAF142B}"/>
              </a:ext>
            </a:extLst>
          </p:cNvPr>
          <p:cNvSpPr>
            <a:spLocks noGrp="1"/>
          </p:cNvSpPr>
          <p:nvPr/>
        </p:nvSpPr>
        <p:spPr>
          <a:xfrm>
            <a:off x="2972098" y="2122019"/>
            <a:ext cx="88921" cy="90973"/>
          </a:xfrm>
          <a:prstGeom prst="rect">
            <a:avLst/>
          </a:prstGeom>
          <a:solidFill>
            <a:srgbClr val="D5E1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5" name="Editable reference element">
            <a:extLst>
              <a:ext uri="{FF2B5EF4-FFF2-40B4-BE49-F238E27FC236}">
                <ns2:creationId id="{5F41B7C5-3628-4D57-A4D6-8DB29FF5357D}"/>
              </a:ext>
            </a:extLst>
          </p:cNvPr>
          <p:cNvSpPr>
            <a:spLocks noGrp="1"/>
          </p:cNvSpPr>
          <p:nvPr/>
        </p:nvSpPr>
        <p:spPr>
          <a:xfrm>
            <a:off x="3061020" y="2122019"/>
            <a:ext cx="88921" cy="90973"/>
          </a:xfrm>
          <a:prstGeom prst="rect">
            <a:avLst/>
          </a:prstGeom>
          <a:solidFill>
            <a:srgbClr val="87A9D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6" name="Editable reference element">
            <a:extLst>
              <a:ext uri="{FF2B5EF4-FFF2-40B4-BE49-F238E27FC236}">
                <ns2:creationId id="{3F4B06D6-19A8-4397-AA04-B9AC9DDFAF25}"/>
              </a:ext>
            </a:extLst>
          </p:cNvPr>
          <p:cNvSpPr>
            <a:spLocks noGrp="1"/>
          </p:cNvSpPr>
          <p:nvPr/>
        </p:nvSpPr>
        <p:spPr>
          <a:xfrm>
            <a:off x="2527491" y="2212992"/>
            <a:ext cx="88921" cy="90973"/>
          </a:xfrm>
          <a:prstGeom prst="rect">
            <a:avLst/>
          </a:prstGeom>
          <a:solidFill>
            <a:srgbClr val="A3BD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7" name="Editable reference element">
            <a:extLst>
              <a:ext uri="{FF2B5EF4-FFF2-40B4-BE49-F238E27FC236}">
                <ns2:creationId id="{67CCBAF3-4DED-440F-9732-76134A8AC77E}"/>
              </a:ext>
            </a:extLst>
          </p:cNvPr>
          <p:cNvSpPr>
            <a:spLocks noGrp="1"/>
          </p:cNvSpPr>
          <p:nvPr/>
        </p:nvSpPr>
        <p:spPr>
          <a:xfrm>
            <a:off x="2616412" y="2212992"/>
            <a:ext cx="88921" cy="90973"/>
          </a:xfrm>
          <a:prstGeom prst="rect">
            <a:avLst/>
          </a:prstGeom>
          <a:solidFill>
            <a:srgbClr val="E0E9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8" name="Editable reference element">
            <a:extLst>
              <a:ext uri="{FF2B5EF4-FFF2-40B4-BE49-F238E27FC236}">
                <ns2:creationId id="{8A3E5AD5-AAE6-4309-BD65-BD5A2B3F1463}"/>
              </a:ext>
            </a:extLst>
          </p:cNvPr>
          <p:cNvSpPr>
            <a:spLocks noGrp="1"/>
          </p:cNvSpPr>
          <p:nvPr/>
        </p:nvSpPr>
        <p:spPr>
          <a:xfrm>
            <a:off x="2705334" y="2212992"/>
            <a:ext cx="88921" cy="90973"/>
          </a:xfrm>
          <a:prstGeom prst="rect">
            <a:avLst/>
          </a:prstGeom>
          <a:solidFill>
            <a:srgbClr val="E3EAF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09" name="Editable reference element">
            <a:extLst>
              <a:ext uri="{FF2B5EF4-FFF2-40B4-BE49-F238E27FC236}">
                <ns2:creationId id="{C0E40EFD-BBFA-405F-A0E4-56D3C73A12DE}"/>
              </a:ext>
            </a:extLst>
          </p:cNvPr>
          <p:cNvSpPr>
            <a:spLocks noGrp="1"/>
          </p:cNvSpPr>
          <p:nvPr/>
        </p:nvSpPr>
        <p:spPr>
          <a:xfrm>
            <a:off x="2794255" y="2212992"/>
            <a:ext cx="88921" cy="90973"/>
          </a:xfrm>
          <a:prstGeom prst="rect">
            <a:avLst/>
          </a:prstGeom>
          <a:solidFill>
            <a:srgbClr val="C1D3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10" name="Editable reference element">
            <a:extLst>
              <a:ext uri="{FF2B5EF4-FFF2-40B4-BE49-F238E27FC236}">
                <ns2:creationId id="{D118F949-F486-4F72-BF60-93E756E823A5}"/>
              </a:ext>
            </a:extLst>
          </p:cNvPr>
          <p:cNvSpPr>
            <a:spLocks noGrp="1"/>
          </p:cNvSpPr>
          <p:nvPr/>
        </p:nvSpPr>
        <p:spPr>
          <a:xfrm>
            <a:off x="2883177" y="2212992"/>
            <a:ext cx="88921" cy="90973"/>
          </a:xfrm>
          <a:prstGeom prst="rect">
            <a:avLst/>
          </a:prstGeom>
          <a:solidFill>
            <a:srgbClr val="749AD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11" name="Editable reference element">
            <a:extLst>
              <a:ext uri="{FF2B5EF4-FFF2-40B4-BE49-F238E27FC236}">
                <ns2:creationId id="{2F3B66E6-0196-4CD1-92A1-B28BFE9BE84E}"/>
              </a:ext>
            </a:extLst>
          </p:cNvPr>
          <p:cNvSpPr>
            <a:spLocks noGrp="1"/>
          </p:cNvSpPr>
          <p:nvPr/>
        </p:nvSpPr>
        <p:spPr>
          <a:xfrm>
            <a:off x="2972098" y="2212992"/>
            <a:ext cx="88921" cy="90973"/>
          </a:xfrm>
          <a:prstGeom prst="rect">
            <a:avLst/>
          </a:prstGeom>
          <a:solidFill>
            <a:srgbClr val="C9D8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12" name="Editable reference element">
            <a:extLst>
              <a:ext uri="{FF2B5EF4-FFF2-40B4-BE49-F238E27FC236}">
                <ns2:creationId id="{F23C391C-1184-43E9-A7D8-FD16EFFC27D9}"/>
              </a:ext>
            </a:extLst>
          </p:cNvPr>
          <p:cNvSpPr>
            <a:spLocks noGrp="1"/>
          </p:cNvSpPr>
          <p:nvPr/>
        </p:nvSpPr>
        <p:spPr>
          <a:xfrm>
            <a:off x="3061020" y="2212992"/>
            <a:ext cx="88921" cy="90973"/>
          </a:xfrm>
          <a:prstGeom prst="rect">
            <a:avLst/>
          </a:prstGeom>
          <a:solidFill>
            <a:srgbClr val="C9D9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13" name="Editable reference element">
            <a:extLst>
              <a:ext uri="{FF2B5EF4-FFF2-40B4-BE49-F238E27FC236}">
                <ns2:creationId id="{6F5D92D4-FC88-4C7B-94FF-AAB73D63B89D}"/>
              </a:ext>
            </a:extLst>
          </p:cNvPr>
          <p:cNvSpPr>
            <a:spLocks noGrp="1"/>
          </p:cNvSpPr>
          <p:nvPr/>
        </p:nvSpPr>
        <p:spPr>
          <a:xfrm>
            <a:off x="2527491" y="1758125"/>
            <a:ext cx="622450" cy="545841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414" name="Reference line">
            <a:extLst>
              <a:ext uri="{FF2B5EF4-FFF2-40B4-BE49-F238E27FC236}">
                <ns2:creationId id="{BDEB4A72-D27F-48A1-BAE8-DE19F18B0DCE}"/>
              </a:ext>
            </a:extLst>
          </p:cNvPr>
          <p:cNvSpPr>
            <a:spLocks noGrp="1"/>
          </p:cNvSpPr>
          <p:nvPr/>
        </p:nvSpPr>
        <p:spPr>
          <a:xfrm flipH="0" flipV="0">
            <a:off x="2455670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15" name="Reference arrowhead">
            <a:extLst>
              <a:ext uri="{FF2B5EF4-FFF2-40B4-BE49-F238E27FC236}">
                <ns2:creationId id="{60B250DA-920A-4CBD-B105-0BCF01FDD57D}"/>
              </a:ext>
            </a:extLst>
          </p:cNvPr>
          <p:cNvSpPr>
            <a:spLocks noGrp="1"/>
          </p:cNvSpPr>
          <p:nvPr/>
        </p:nvSpPr>
        <p:spPr>
          <a:xfrm rot="10800000">
            <a:off x="2441306" y="228960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16" name="Reference line">
            <a:extLst>
              <a:ext uri="{FF2B5EF4-FFF2-40B4-BE49-F238E27FC236}">
                <ns2:creationId id="{E9073AD1-B4C9-4CC9-BA74-5A07718AAC93}"/>
              </a:ext>
            </a:extLst>
          </p:cNvPr>
          <p:cNvSpPr>
            <a:spLocks noGrp="1"/>
          </p:cNvSpPr>
          <p:nvPr/>
        </p:nvSpPr>
        <p:spPr>
          <a:xfrm flipH="0" flipV="1">
            <a:off x="2455670" y="1753337"/>
            <a:ext cx="95" cy="56978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17" name="Reference arrowhead">
            <a:extLst>
              <a:ext uri="{FF2B5EF4-FFF2-40B4-BE49-F238E27FC236}">
                <ns2:creationId id="{4BC806D0-B2B3-40CC-9BF2-16B5EF98EC9D}"/>
              </a:ext>
            </a:extLst>
          </p:cNvPr>
          <p:cNvSpPr>
            <a:spLocks noGrp="1"/>
          </p:cNvSpPr>
          <p:nvPr/>
        </p:nvSpPr>
        <p:spPr>
          <a:xfrm rot="0">
            <a:off x="2441306" y="175333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18" name="Editable reference text: T">
            <a:extLst>
              <a:ext uri="{FF2B5EF4-FFF2-40B4-BE49-F238E27FC236}">
                <ns2:creationId id="{EE38A6F5-09BF-4F9F-B281-03E13D4C3FFC}"/>
              </a:ext>
            </a:extLst>
          </p:cNvPr>
          <p:cNvSpPr>
            <a:spLocks noGrp="1"/>
          </p:cNvSpPr>
          <p:nvPr/>
        </p:nvSpPr>
        <p:spPr>
          <a:xfrm>
            <a:off x="2331180" y="2045409"/>
            <a:ext cx="9576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419" name="Reference line">
            <a:extLst>
              <a:ext uri="{FF2B5EF4-FFF2-40B4-BE49-F238E27FC236}">
                <ns2:creationId id="{C5CD6644-4169-495B-A79E-3ECC407074A6}"/>
              </a:ext>
            </a:extLst>
          </p:cNvPr>
          <p:cNvSpPr>
            <a:spLocks noGrp="1"/>
          </p:cNvSpPr>
          <p:nvPr/>
        </p:nvSpPr>
        <p:spPr>
          <a:xfrm flipH="0" flipV="0">
            <a:off x="2527491" y="2370999"/>
            <a:ext cx="622450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20" name="Reference arrowhead">
            <a:extLst>
              <a:ext uri="{FF2B5EF4-FFF2-40B4-BE49-F238E27FC236}">
                <ns2:creationId id="{07DF4ECA-6C0F-4D20-A962-74FAA274C18A}"/>
              </a:ext>
            </a:extLst>
          </p:cNvPr>
          <p:cNvSpPr>
            <a:spLocks noGrp="1"/>
          </p:cNvSpPr>
          <p:nvPr/>
        </p:nvSpPr>
        <p:spPr>
          <a:xfrm rot="5400000">
            <a:off x="3118819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21" name="Reference line">
            <a:extLst>
              <a:ext uri="{FF2B5EF4-FFF2-40B4-BE49-F238E27FC236}">
                <ns2:creationId id="{1D91A907-3CAC-440B-AE9D-18853A5935E1}"/>
              </a:ext>
            </a:extLst>
          </p:cNvPr>
          <p:cNvSpPr>
            <a:spLocks noGrp="1"/>
          </p:cNvSpPr>
          <p:nvPr/>
        </p:nvSpPr>
        <p:spPr>
          <a:xfrm flipH="1" flipV="0">
            <a:off x="2527491" y="2370999"/>
            <a:ext cx="622450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22" name="Reference arrowhead">
            <a:extLst>
              <a:ext uri="{FF2B5EF4-FFF2-40B4-BE49-F238E27FC236}">
                <ns2:creationId id="{E724CDC3-2939-428F-BE5F-2FDC7C5FE419}"/>
              </a:ext>
            </a:extLst>
          </p:cNvPr>
          <p:cNvSpPr>
            <a:spLocks noGrp="1"/>
          </p:cNvSpPr>
          <p:nvPr/>
        </p:nvSpPr>
        <p:spPr>
          <a:xfrm rot="16200000">
            <a:off x="2529885" y="235424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23" name="Editable reference text: d">
            <a:extLst>
              <a:ext uri="{FF2B5EF4-FFF2-40B4-BE49-F238E27FC236}">
                <ns2:creationId id="{25F9D154-63D5-4316-9A6E-D5D912718E21}"/>
              </a:ext>
            </a:extLst>
          </p:cNvPr>
          <p:cNvSpPr>
            <a:spLocks noGrp="1"/>
          </p:cNvSpPr>
          <p:nvPr/>
        </p:nvSpPr>
        <p:spPr>
          <a:xfrm>
            <a:off x="2675921" y="2404515"/>
            <a:ext cx="272920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24" name="Editable reference text: ⋯">
            <a:extLst>
              <a:ext uri="{FF2B5EF4-FFF2-40B4-BE49-F238E27FC236}">
                <ns2:creationId id="{031483AD-4BA0-432E-B74F-2BD2D4156B65}"/>
              </a:ext>
            </a:extLst>
          </p:cNvPr>
          <p:cNvSpPr>
            <a:spLocks noGrp="1"/>
          </p:cNvSpPr>
          <p:nvPr/>
        </p:nvSpPr>
        <p:spPr>
          <a:xfrm>
            <a:off x="3188246" y="194007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425" name="Editable reference text: Weights  W ∈ ℝⁿˣᵈ">
            <a:extLst>
              <a:ext uri="{FF2B5EF4-FFF2-40B4-BE49-F238E27FC236}">
                <ns2:creationId id="{759A8EC9-CDE6-440D-B658-324913AFF3B4}"/>
              </a:ext>
            </a:extLst>
          </p:cNvPr>
          <p:cNvSpPr>
            <a:spLocks noGrp="1"/>
          </p:cNvSpPr>
          <p:nvPr/>
        </p:nvSpPr>
        <p:spPr>
          <a:xfrm>
            <a:off x="267518" y="2725316"/>
            <a:ext cx="1771589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Weights  W ∈ ℝⁿˣᵈ</a:t>
            </a:r>
          </a:p>
        </p:txBody>
      </p:sp>
      <p:sp>
        <p:nvSpPr>
          <p:cNvPr id="426" name="Editable reference element">
            <a:extLst>
              <a:ext uri="{FF2B5EF4-FFF2-40B4-BE49-F238E27FC236}">
                <ns2:creationId id="{B31CF031-2F35-4406-A5BF-6F2E10CFE374}"/>
              </a:ext>
            </a:extLst>
          </p:cNvPr>
          <p:cNvSpPr>
            <a:spLocks noGrp="1"/>
          </p:cNvSpPr>
          <p:nvPr/>
        </p:nvSpPr>
        <p:spPr>
          <a:xfrm>
            <a:off x="468618" y="3041329"/>
            <a:ext cx="86784" cy="90973"/>
          </a:xfrm>
          <a:prstGeom prst="rect">
            <a:avLst/>
          </a:prstGeom>
          <a:solidFill>
            <a:srgbClr val="FBE5B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27" name="Editable reference element">
            <a:extLst>
              <a:ext uri="{FF2B5EF4-FFF2-40B4-BE49-F238E27FC236}">
                <ns2:creationId id="{974305DA-61FD-4DE4-8DFA-B7A41E19EFA3}"/>
              </a:ext>
            </a:extLst>
          </p:cNvPr>
          <p:cNvSpPr>
            <a:spLocks noGrp="1"/>
          </p:cNvSpPr>
          <p:nvPr/>
        </p:nvSpPr>
        <p:spPr>
          <a:xfrm>
            <a:off x="555402" y="3041329"/>
            <a:ext cx="86784" cy="90973"/>
          </a:xfrm>
          <a:prstGeom prst="rect">
            <a:avLst/>
          </a:prstGeom>
          <a:solidFill>
            <a:srgbClr val="FCEAC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28" name="Editable reference element">
            <a:extLst>
              <a:ext uri="{FF2B5EF4-FFF2-40B4-BE49-F238E27FC236}">
                <ns2:creationId id="{077D7691-0CCF-459B-B414-ACC03C8B0CD4}"/>
              </a:ext>
            </a:extLst>
          </p:cNvPr>
          <p:cNvSpPr>
            <a:spLocks noGrp="1"/>
          </p:cNvSpPr>
          <p:nvPr/>
        </p:nvSpPr>
        <p:spPr>
          <a:xfrm>
            <a:off x="642186" y="3041329"/>
            <a:ext cx="86784" cy="90973"/>
          </a:xfrm>
          <a:prstGeom prst="rect">
            <a:avLst/>
          </a:prstGeom>
          <a:solidFill>
            <a:srgbClr val="FBDDA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29" name="Editable reference element">
            <a:extLst>
              <a:ext uri="{FF2B5EF4-FFF2-40B4-BE49-F238E27FC236}">
                <ns2:creationId id="{6DEFC752-71A8-4AD7-AA95-5F403B783C25}"/>
              </a:ext>
            </a:extLst>
          </p:cNvPr>
          <p:cNvSpPr>
            <a:spLocks noGrp="1"/>
          </p:cNvSpPr>
          <p:nvPr/>
        </p:nvSpPr>
        <p:spPr>
          <a:xfrm>
            <a:off x="728969" y="3041329"/>
            <a:ext cx="86784" cy="90973"/>
          </a:xfrm>
          <a:prstGeom prst="rect">
            <a:avLst/>
          </a:prstGeom>
          <a:solidFill>
            <a:srgbClr val="F6CD8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0" name="Editable reference element">
            <a:extLst>
              <a:ext uri="{FF2B5EF4-FFF2-40B4-BE49-F238E27FC236}">
                <ns2:creationId id="{6CDEF8F6-69FB-4147-BFFF-8E71C2F5F65F}"/>
              </a:ext>
            </a:extLst>
          </p:cNvPr>
          <p:cNvSpPr>
            <a:spLocks noGrp="1"/>
          </p:cNvSpPr>
          <p:nvPr/>
        </p:nvSpPr>
        <p:spPr>
          <a:xfrm>
            <a:off x="815753" y="3041329"/>
            <a:ext cx="86784" cy="90973"/>
          </a:xfrm>
          <a:prstGeom prst="rect">
            <a:avLst/>
          </a:prstGeom>
          <a:solidFill>
            <a:srgbClr val="F5C77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1" name="Editable reference element">
            <a:extLst>
              <a:ext uri="{FF2B5EF4-FFF2-40B4-BE49-F238E27FC236}">
                <ns2:creationId id="{DCFAE85F-8103-458D-A274-D6A5DE1AC8A4}"/>
              </a:ext>
            </a:extLst>
          </p:cNvPr>
          <p:cNvSpPr>
            <a:spLocks noGrp="1"/>
          </p:cNvSpPr>
          <p:nvPr/>
        </p:nvSpPr>
        <p:spPr>
          <a:xfrm>
            <a:off x="902537" y="3041329"/>
            <a:ext cx="86784" cy="90973"/>
          </a:xfrm>
          <a:prstGeom prst="rect">
            <a:avLst/>
          </a:prstGeom>
          <a:solidFill>
            <a:srgbClr val="FDE9C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2" name="Editable reference element">
            <a:extLst>
              <a:ext uri="{FF2B5EF4-FFF2-40B4-BE49-F238E27FC236}">
                <ns2:creationId id="{3042C66C-86C5-41E6-8B7D-4BF5F2581088}"/>
              </a:ext>
            </a:extLst>
          </p:cNvPr>
          <p:cNvSpPr>
            <a:spLocks noGrp="1"/>
          </p:cNvSpPr>
          <p:nvPr/>
        </p:nvSpPr>
        <p:spPr>
          <a:xfrm>
            <a:off x="989321" y="3041329"/>
            <a:ext cx="86784" cy="90973"/>
          </a:xfrm>
          <a:prstGeom prst="rect">
            <a:avLst/>
          </a:prstGeom>
          <a:solidFill>
            <a:srgbClr val="FDF3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3" name="Editable reference element">
            <a:extLst>
              <a:ext uri="{FF2B5EF4-FFF2-40B4-BE49-F238E27FC236}">
                <ns2:creationId id="{CE262508-0ECA-43FD-B2C5-2B3F30FFA9A7}"/>
              </a:ext>
            </a:extLst>
          </p:cNvPr>
          <p:cNvSpPr>
            <a:spLocks noGrp="1"/>
          </p:cNvSpPr>
          <p:nvPr/>
        </p:nvSpPr>
        <p:spPr>
          <a:xfrm>
            <a:off x="1076105" y="3041329"/>
            <a:ext cx="86784" cy="90973"/>
          </a:xfrm>
          <a:prstGeom prst="rect">
            <a:avLst/>
          </a:prstGeom>
          <a:solidFill>
            <a:srgbClr val="FBDFA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4" name="Editable reference element">
            <a:extLst>
              <a:ext uri="{FF2B5EF4-FFF2-40B4-BE49-F238E27FC236}">
                <ns2:creationId id="{AAB500CA-7CA2-4A59-8150-213A35278AD6}"/>
              </a:ext>
            </a:extLst>
          </p:cNvPr>
          <p:cNvSpPr>
            <a:spLocks noGrp="1"/>
          </p:cNvSpPr>
          <p:nvPr/>
        </p:nvSpPr>
        <p:spPr>
          <a:xfrm>
            <a:off x="468618" y="3132303"/>
            <a:ext cx="86784" cy="90973"/>
          </a:xfrm>
          <a:prstGeom prst="rect">
            <a:avLst/>
          </a:prstGeom>
          <a:solidFill>
            <a:srgbClr val="F0CF9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5" name="Editable reference element">
            <a:extLst>
              <a:ext uri="{FF2B5EF4-FFF2-40B4-BE49-F238E27FC236}">
                <ns2:creationId id="{6770FB3D-C21E-4CE0-B720-A163FF4EEB10}"/>
              </a:ext>
            </a:extLst>
          </p:cNvPr>
          <p:cNvSpPr>
            <a:spLocks noGrp="1"/>
          </p:cNvSpPr>
          <p:nvPr/>
        </p:nvSpPr>
        <p:spPr>
          <a:xfrm>
            <a:off x="555402" y="3132303"/>
            <a:ext cx="86784" cy="90973"/>
          </a:xfrm>
          <a:prstGeom prst="rect">
            <a:avLst/>
          </a:prstGeom>
          <a:solidFill>
            <a:srgbClr val="F3DAA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6" name="Editable reference element">
            <a:extLst>
              <a:ext uri="{FF2B5EF4-FFF2-40B4-BE49-F238E27FC236}">
                <ns2:creationId id="{B5520498-6D32-45D4-B192-4A2C0DA788FE}"/>
              </a:ext>
            </a:extLst>
          </p:cNvPr>
          <p:cNvSpPr>
            <a:spLocks noGrp="1"/>
          </p:cNvSpPr>
          <p:nvPr/>
        </p:nvSpPr>
        <p:spPr>
          <a:xfrm>
            <a:off x="642186" y="3132303"/>
            <a:ext cx="86784" cy="90973"/>
          </a:xfrm>
          <a:prstGeom prst="rect">
            <a:avLst/>
          </a:prstGeom>
          <a:solidFill>
            <a:srgbClr val="FBE6C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7" name="Editable reference element">
            <a:extLst>
              <a:ext uri="{FF2B5EF4-FFF2-40B4-BE49-F238E27FC236}">
                <ns2:creationId id="{54627399-2B53-4593-9ED2-BD7119E366E1}"/>
              </a:ext>
            </a:extLst>
          </p:cNvPr>
          <p:cNvSpPr>
            <a:spLocks noGrp="1"/>
          </p:cNvSpPr>
          <p:nvPr/>
        </p:nvSpPr>
        <p:spPr>
          <a:xfrm>
            <a:off x="728969" y="3132303"/>
            <a:ext cx="86784" cy="90973"/>
          </a:xfrm>
          <a:prstGeom prst="rect">
            <a:avLst/>
          </a:prstGeom>
          <a:solidFill>
            <a:srgbClr val="F9D9A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8" name="Editable reference element">
            <a:extLst>
              <a:ext uri="{FF2B5EF4-FFF2-40B4-BE49-F238E27FC236}">
                <ns2:creationId id="{B5170670-2C7A-4D50-A821-63ED4DDAF641}"/>
              </a:ext>
            </a:extLst>
          </p:cNvPr>
          <p:cNvSpPr>
            <a:spLocks noGrp="1"/>
          </p:cNvSpPr>
          <p:nvPr/>
        </p:nvSpPr>
        <p:spPr>
          <a:xfrm>
            <a:off x="815753" y="3132303"/>
            <a:ext cx="86784" cy="90973"/>
          </a:xfrm>
          <a:prstGeom prst="rect">
            <a:avLst/>
          </a:prstGeom>
          <a:solidFill>
            <a:srgbClr val="F5D49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39" name="Editable reference element">
            <a:extLst>
              <a:ext uri="{FF2B5EF4-FFF2-40B4-BE49-F238E27FC236}">
                <ns2:creationId id="{0858B63F-93D6-4E53-A66C-73B59FF59D21}"/>
              </a:ext>
            </a:extLst>
          </p:cNvPr>
          <p:cNvSpPr>
            <a:spLocks noGrp="1"/>
          </p:cNvSpPr>
          <p:nvPr/>
        </p:nvSpPr>
        <p:spPr>
          <a:xfrm>
            <a:off x="902537" y="3132303"/>
            <a:ext cx="86784" cy="90973"/>
          </a:xfrm>
          <a:prstGeom prst="rect">
            <a:avLst/>
          </a:prstGeom>
          <a:solidFill>
            <a:srgbClr val="EFBE6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0" name="Editable reference element">
            <a:extLst>
              <a:ext uri="{FF2B5EF4-FFF2-40B4-BE49-F238E27FC236}">
                <ns2:creationId id="{56522AF9-12FB-4B0B-8D1A-66556A32DD0F}"/>
              </a:ext>
            </a:extLst>
          </p:cNvPr>
          <p:cNvSpPr>
            <a:spLocks noGrp="1"/>
          </p:cNvSpPr>
          <p:nvPr/>
        </p:nvSpPr>
        <p:spPr>
          <a:xfrm>
            <a:off x="989321" y="3132303"/>
            <a:ext cx="86784" cy="90973"/>
          </a:xfrm>
          <a:prstGeom prst="rect">
            <a:avLst/>
          </a:prstGeom>
          <a:solidFill>
            <a:srgbClr val="F9E2B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1" name="Editable reference element">
            <a:extLst>
              <a:ext uri="{FF2B5EF4-FFF2-40B4-BE49-F238E27FC236}">
                <ns2:creationId id="{AED46A4E-F58F-47E0-A9C0-4CB222C5BFC2}"/>
              </a:ext>
            </a:extLst>
          </p:cNvPr>
          <p:cNvSpPr>
            <a:spLocks noGrp="1"/>
          </p:cNvSpPr>
          <p:nvPr/>
        </p:nvSpPr>
        <p:spPr>
          <a:xfrm>
            <a:off x="1076105" y="3132303"/>
            <a:ext cx="86784" cy="90973"/>
          </a:xfrm>
          <a:prstGeom prst="rect">
            <a:avLst/>
          </a:prstGeom>
          <a:solidFill>
            <a:srgbClr val="F4CA7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2" name="Editable reference element">
            <a:extLst>
              <a:ext uri="{FF2B5EF4-FFF2-40B4-BE49-F238E27FC236}">
                <ns2:creationId id="{3661D8EB-AAC8-42CF-B017-1B4B8748D3DC}"/>
              </a:ext>
            </a:extLst>
          </p:cNvPr>
          <p:cNvSpPr>
            <a:spLocks noGrp="1"/>
          </p:cNvSpPr>
          <p:nvPr/>
        </p:nvSpPr>
        <p:spPr>
          <a:xfrm>
            <a:off x="468618" y="3223276"/>
            <a:ext cx="86784" cy="90973"/>
          </a:xfrm>
          <a:prstGeom prst="rect">
            <a:avLst/>
          </a:prstGeom>
          <a:solidFill>
            <a:srgbClr val="F6D29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3" name="Editable reference element">
            <a:extLst>
              <a:ext uri="{FF2B5EF4-FFF2-40B4-BE49-F238E27FC236}">
                <ns2:creationId id="{534495B0-CA59-4786-8918-2138AC86E09A}"/>
              </a:ext>
            </a:extLst>
          </p:cNvPr>
          <p:cNvSpPr>
            <a:spLocks noGrp="1"/>
          </p:cNvSpPr>
          <p:nvPr/>
        </p:nvSpPr>
        <p:spPr>
          <a:xfrm>
            <a:off x="555402" y="3223276"/>
            <a:ext cx="86784" cy="90973"/>
          </a:xfrm>
          <a:prstGeom prst="rect">
            <a:avLst/>
          </a:prstGeom>
          <a:solidFill>
            <a:srgbClr val="F3C46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4" name="Editable reference element">
            <a:extLst>
              <a:ext uri="{FF2B5EF4-FFF2-40B4-BE49-F238E27FC236}">
                <ns2:creationId id="{D3E5CF4A-6D6F-4D13-8586-384EE8328E3A}"/>
              </a:ext>
            </a:extLst>
          </p:cNvPr>
          <p:cNvSpPr>
            <a:spLocks noGrp="1"/>
          </p:cNvSpPr>
          <p:nvPr/>
        </p:nvSpPr>
        <p:spPr>
          <a:xfrm>
            <a:off x="642186" y="3223276"/>
            <a:ext cx="86784" cy="90973"/>
          </a:xfrm>
          <a:prstGeom prst="rect">
            <a:avLst/>
          </a:prstGeom>
          <a:solidFill>
            <a:srgbClr val="F5D29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5" name="Editable reference element">
            <a:extLst>
              <a:ext uri="{FF2B5EF4-FFF2-40B4-BE49-F238E27FC236}">
                <ns2:creationId id="{2AC9E994-C8C7-4147-97E6-BAE3C6C78240}"/>
              </a:ext>
            </a:extLst>
          </p:cNvPr>
          <p:cNvSpPr>
            <a:spLocks noGrp="1"/>
          </p:cNvSpPr>
          <p:nvPr/>
        </p:nvSpPr>
        <p:spPr>
          <a:xfrm>
            <a:off x="728969" y="3223276"/>
            <a:ext cx="86784" cy="90973"/>
          </a:xfrm>
          <a:prstGeom prst="rect">
            <a:avLst/>
          </a:prstGeom>
          <a:solidFill>
            <a:srgbClr val="F7D8A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6" name="Editable reference element">
            <a:extLst>
              <a:ext uri="{FF2B5EF4-FFF2-40B4-BE49-F238E27FC236}">
                <ns2:creationId id="{A571BCD8-06A9-4F7E-A739-07E66E4FF1AE}"/>
              </a:ext>
            </a:extLst>
          </p:cNvPr>
          <p:cNvSpPr>
            <a:spLocks noGrp="1"/>
          </p:cNvSpPr>
          <p:nvPr/>
        </p:nvSpPr>
        <p:spPr>
          <a:xfrm>
            <a:off x="815753" y="3223276"/>
            <a:ext cx="86784" cy="90973"/>
          </a:xfrm>
          <a:prstGeom prst="rect">
            <a:avLst/>
          </a:prstGeom>
          <a:solidFill>
            <a:srgbClr val="FAE1B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7" name="Editable reference element">
            <a:extLst>
              <a:ext uri="{FF2B5EF4-FFF2-40B4-BE49-F238E27FC236}">
                <ns2:creationId id="{06736E8A-0587-47D9-BEBD-0C557BCE9278}"/>
              </a:ext>
            </a:extLst>
          </p:cNvPr>
          <p:cNvSpPr>
            <a:spLocks noGrp="1"/>
          </p:cNvSpPr>
          <p:nvPr/>
        </p:nvSpPr>
        <p:spPr>
          <a:xfrm>
            <a:off x="902537" y="3223276"/>
            <a:ext cx="86784" cy="90973"/>
          </a:xfrm>
          <a:prstGeom prst="rect">
            <a:avLst/>
          </a:prstGeom>
          <a:solidFill>
            <a:srgbClr val="F4CB8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8" name="Editable reference element">
            <a:extLst>
              <a:ext uri="{FF2B5EF4-FFF2-40B4-BE49-F238E27FC236}">
                <ns2:creationId id="{60EC890C-AFE8-4FF1-9B07-E5627CDA87AC}"/>
              </a:ext>
            </a:extLst>
          </p:cNvPr>
          <p:cNvSpPr>
            <a:spLocks noGrp="1"/>
          </p:cNvSpPr>
          <p:nvPr/>
        </p:nvSpPr>
        <p:spPr>
          <a:xfrm>
            <a:off x="989321" y="3223276"/>
            <a:ext cx="86784" cy="90973"/>
          </a:xfrm>
          <a:prstGeom prst="rect">
            <a:avLst/>
          </a:prstGeom>
          <a:solidFill>
            <a:srgbClr val="FBDAA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49" name="Editable reference element">
            <a:extLst>
              <a:ext uri="{FF2B5EF4-FFF2-40B4-BE49-F238E27FC236}">
                <ns2:creationId id="{CF0EAFAA-119A-4D76-A991-4023A8374E1C}"/>
              </a:ext>
            </a:extLst>
          </p:cNvPr>
          <p:cNvSpPr>
            <a:spLocks noGrp="1"/>
          </p:cNvSpPr>
          <p:nvPr/>
        </p:nvSpPr>
        <p:spPr>
          <a:xfrm>
            <a:off x="1076105" y="3223276"/>
            <a:ext cx="86784" cy="90973"/>
          </a:xfrm>
          <a:prstGeom prst="rect">
            <a:avLst/>
          </a:prstGeom>
          <a:solidFill>
            <a:srgbClr val="F9DBA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0" name="Editable reference element">
            <a:extLst>
              <a:ext uri="{FF2B5EF4-FFF2-40B4-BE49-F238E27FC236}">
                <ns2:creationId id="{D61D8FC5-FD52-472E-9FF3-4C86A65C958A}"/>
              </a:ext>
            </a:extLst>
          </p:cNvPr>
          <p:cNvSpPr>
            <a:spLocks noGrp="1"/>
          </p:cNvSpPr>
          <p:nvPr/>
        </p:nvSpPr>
        <p:spPr>
          <a:xfrm>
            <a:off x="468618" y="3314250"/>
            <a:ext cx="86784" cy="90973"/>
          </a:xfrm>
          <a:prstGeom prst="rect">
            <a:avLst/>
          </a:prstGeom>
          <a:solidFill>
            <a:srgbClr val="FCEBD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1" name="Editable reference element">
            <a:extLst>
              <a:ext uri="{FF2B5EF4-FFF2-40B4-BE49-F238E27FC236}">
                <ns2:creationId id="{70BAADC1-BEE6-4714-812F-C03B30BF83D0}"/>
              </a:ext>
            </a:extLst>
          </p:cNvPr>
          <p:cNvSpPr>
            <a:spLocks noGrp="1"/>
          </p:cNvSpPr>
          <p:nvPr/>
        </p:nvSpPr>
        <p:spPr>
          <a:xfrm>
            <a:off x="555402" y="3314250"/>
            <a:ext cx="86784" cy="90973"/>
          </a:xfrm>
          <a:prstGeom prst="rect">
            <a:avLst/>
          </a:prstGeom>
          <a:solidFill>
            <a:srgbClr val="FDECD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2" name="Editable reference element">
            <a:extLst>
              <a:ext uri="{FF2B5EF4-FFF2-40B4-BE49-F238E27FC236}">
                <ns2:creationId id="{DCC3C0DE-73F5-4DA5-BCA5-79E1A8B0304B}"/>
              </a:ext>
            </a:extLst>
          </p:cNvPr>
          <p:cNvSpPr>
            <a:spLocks noGrp="1"/>
          </p:cNvSpPr>
          <p:nvPr/>
        </p:nvSpPr>
        <p:spPr>
          <a:xfrm>
            <a:off x="642186" y="3314250"/>
            <a:ext cx="86784" cy="90973"/>
          </a:xfrm>
          <a:prstGeom prst="rect">
            <a:avLst/>
          </a:prstGeom>
          <a:solidFill>
            <a:srgbClr val="F7D08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3" name="Editable reference element">
            <a:extLst>
              <a:ext uri="{FF2B5EF4-FFF2-40B4-BE49-F238E27FC236}">
                <ns2:creationId id="{7E97DD20-DB38-42E6-9767-05D25BB1299C}"/>
              </a:ext>
            </a:extLst>
          </p:cNvPr>
          <p:cNvSpPr>
            <a:spLocks noGrp="1"/>
          </p:cNvSpPr>
          <p:nvPr/>
        </p:nvSpPr>
        <p:spPr>
          <a:xfrm>
            <a:off x="728969" y="3314250"/>
            <a:ext cx="86784" cy="90973"/>
          </a:xfrm>
          <a:prstGeom prst="rect">
            <a:avLst/>
          </a:prstGeom>
          <a:solidFill>
            <a:srgbClr val="FEF3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4" name="Editable reference element">
            <a:extLst>
              <a:ext uri="{FF2B5EF4-FFF2-40B4-BE49-F238E27FC236}">
                <ns2:creationId id="{554B8F5F-9FEA-4987-97A8-E32AE86195DE}"/>
              </a:ext>
            </a:extLst>
          </p:cNvPr>
          <p:cNvSpPr>
            <a:spLocks noGrp="1"/>
          </p:cNvSpPr>
          <p:nvPr/>
        </p:nvSpPr>
        <p:spPr>
          <a:xfrm>
            <a:off x="815753" y="3314250"/>
            <a:ext cx="86784" cy="90973"/>
          </a:xfrm>
          <a:prstGeom prst="rect">
            <a:avLst/>
          </a:prstGeom>
          <a:solidFill>
            <a:srgbClr val="FCECD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5" name="Editable reference element">
            <a:extLst>
              <a:ext uri="{FF2B5EF4-FFF2-40B4-BE49-F238E27FC236}">
                <ns2:creationId id="{1A81149A-C930-4071-99C8-B1496F9CCD85}"/>
              </a:ext>
            </a:extLst>
          </p:cNvPr>
          <p:cNvSpPr>
            <a:spLocks noGrp="1"/>
          </p:cNvSpPr>
          <p:nvPr/>
        </p:nvSpPr>
        <p:spPr>
          <a:xfrm>
            <a:off x="902537" y="3314250"/>
            <a:ext cx="86784" cy="90973"/>
          </a:xfrm>
          <a:prstGeom prst="rect">
            <a:avLst/>
          </a:prstGeom>
          <a:solidFill>
            <a:srgbClr val="FCEBD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6" name="Editable reference element">
            <a:extLst>
              <a:ext uri="{FF2B5EF4-FFF2-40B4-BE49-F238E27FC236}">
                <ns2:creationId id="{8EA35E10-51BD-46C0-B294-81F4DCA132BE}"/>
              </a:ext>
            </a:extLst>
          </p:cNvPr>
          <p:cNvSpPr>
            <a:spLocks noGrp="1"/>
          </p:cNvSpPr>
          <p:nvPr/>
        </p:nvSpPr>
        <p:spPr>
          <a:xfrm>
            <a:off x="989321" y="3314250"/>
            <a:ext cx="86784" cy="90973"/>
          </a:xfrm>
          <a:prstGeom prst="rect">
            <a:avLst/>
          </a:prstGeom>
          <a:solidFill>
            <a:srgbClr val="FCE3B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7" name="Editable reference element">
            <a:extLst>
              <a:ext uri="{FF2B5EF4-FFF2-40B4-BE49-F238E27FC236}">
                <ns2:creationId id="{485C08B8-7407-4594-876D-8641E94C30C9}"/>
              </a:ext>
            </a:extLst>
          </p:cNvPr>
          <p:cNvSpPr>
            <a:spLocks noGrp="1"/>
          </p:cNvSpPr>
          <p:nvPr/>
        </p:nvSpPr>
        <p:spPr>
          <a:xfrm>
            <a:off x="1076105" y="3314250"/>
            <a:ext cx="86784" cy="90973"/>
          </a:xfrm>
          <a:prstGeom prst="rect">
            <a:avLst/>
          </a:prstGeom>
          <a:solidFill>
            <a:srgbClr val="FDEED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8" name="Editable reference element">
            <a:extLst>
              <a:ext uri="{FF2B5EF4-FFF2-40B4-BE49-F238E27FC236}">
                <ns2:creationId id="{7499745A-F50E-4D09-AE3B-315CBA53B1E8}"/>
              </a:ext>
            </a:extLst>
          </p:cNvPr>
          <p:cNvSpPr>
            <a:spLocks noGrp="1"/>
          </p:cNvSpPr>
          <p:nvPr/>
        </p:nvSpPr>
        <p:spPr>
          <a:xfrm>
            <a:off x="468618" y="3405223"/>
            <a:ext cx="86784" cy="90973"/>
          </a:xfrm>
          <a:prstGeom prst="rect">
            <a:avLst/>
          </a:prstGeom>
          <a:solidFill>
            <a:srgbClr val="FAD79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59" name="Editable reference element">
            <a:extLst>
              <a:ext uri="{FF2B5EF4-FFF2-40B4-BE49-F238E27FC236}">
                <ns2:creationId id="{BB3C052A-9035-4CD6-944D-49185B0D7F9E}"/>
              </a:ext>
            </a:extLst>
          </p:cNvPr>
          <p:cNvSpPr>
            <a:spLocks noGrp="1"/>
          </p:cNvSpPr>
          <p:nvPr/>
        </p:nvSpPr>
        <p:spPr>
          <a:xfrm>
            <a:off x="555402" y="3405223"/>
            <a:ext cx="86784" cy="90973"/>
          </a:xfrm>
          <a:prstGeom prst="rect">
            <a:avLst/>
          </a:prstGeom>
          <a:solidFill>
            <a:srgbClr val="FEF0D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0" name="Editable reference element">
            <a:extLst>
              <a:ext uri="{FF2B5EF4-FFF2-40B4-BE49-F238E27FC236}">
                <ns2:creationId id="{9C37DB02-42B6-4090-B2FD-0A02707A4370}"/>
              </a:ext>
            </a:extLst>
          </p:cNvPr>
          <p:cNvSpPr>
            <a:spLocks noGrp="1"/>
          </p:cNvSpPr>
          <p:nvPr/>
        </p:nvSpPr>
        <p:spPr>
          <a:xfrm>
            <a:off x="642186" y="3405223"/>
            <a:ext cx="86784" cy="90973"/>
          </a:xfrm>
          <a:prstGeom prst="rect">
            <a:avLst/>
          </a:prstGeom>
          <a:solidFill>
            <a:srgbClr val="FDECD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1" name="Editable reference element">
            <a:extLst>
              <a:ext uri="{FF2B5EF4-FFF2-40B4-BE49-F238E27FC236}">
                <ns2:creationId id="{99F70895-BF60-416D-9CD7-B7F01F9E0C6E}"/>
              </a:ext>
            </a:extLst>
          </p:cNvPr>
          <p:cNvSpPr>
            <a:spLocks noGrp="1"/>
          </p:cNvSpPr>
          <p:nvPr/>
        </p:nvSpPr>
        <p:spPr>
          <a:xfrm>
            <a:off x="728969" y="3405223"/>
            <a:ext cx="86784" cy="90973"/>
          </a:xfrm>
          <a:prstGeom prst="rect">
            <a:avLst/>
          </a:prstGeom>
          <a:solidFill>
            <a:srgbClr val="FDF4E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2" name="Editable reference element">
            <a:extLst>
              <a:ext uri="{FF2B5EF4-FFF2-40B4-BE49-F238E27FC236}">
                <ns2:creationId id="{910D58E9-C85A-462C-8C72-674FE644BC63}"/>
              </a:ext>
            </a:extLst>
          </p:cNvPr>
          <p:cNvSpPr>
            <a:spLocks noGrp="1"/>
          </p:cNvSpPr>
          <p:nvPr/>
        </p:nvSpPr>
        <p:spPr>
          <a:xfrm>
            <a:off x="815753" y="3405223"/>
            <a:ext cx="86784" cy="90973"/>
          </a:xfrm>
          <a:prstGeom prst="rect">
            <a:avLst/>
          </a:prstGeom>
          <a:solidFill>
            <a:srgbClr val="F6C87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3" name="Editable reference element">
            <a:extLst>
              <a:ext uri="{FF2B5EF4-FFF2-40B4-BE49-F238E27FC236}">
                <ns2:creationId id="{815D07FE-61B0-4F8E-A249-59DDCE4969E9}"/>
              </a:ext>
            </a:extLst>
          </p:cNvPr>
          <p:cNvSpPr>
            <a:spLocks noGrp="1"/>
          </p:cNvSpPr>
          <p:nvPr/>
        </p:nvSpPr>
        <p:spPr>
          <a:xfrm>
            <a:off x="902537" y="3405223"/>
            <a:ext cx="86784" cy="90973"/>
          </a:xfrm>
          <a:prstGeom prst="rect">
            <a:avLst/>
          </a:prstGeom>
          <a:solidFill>
            <a:srgbClr val="FCF0D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4" name="Editable reference element">
            <a:extLst>
              <a:ext uri="{FF2B5EF4-FFF2-40B4-BE49-F238E27FC236}">
                <ns2:creationId id="{7B64B39B-7021-4B75-BC69-C00DD4C14174}"/>
              </a:ext>
            </a:extLst>
          </p:cNvPr>
          <p:cNvSpPr>
            <a:spLocks noGrp="1"/>
          </p:cNvSpPr>
          <p:nvPr/>
        </p:nvSpPr>
        <p:spPr>
          <a:xfrm>
            <a:off x="989321" y="3405223"/>
            <a:ext cx="86784" cy="90973"/>
          </a:xfrm>
          <a:prstGeom prst="rect">
            <a:avLst/>
          </a:prstGeom>
          <a:solidFill>
            <a:srgbClr val="FDF3E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5" name="Editable reference element">
            <a:extLst>
              <a:ext uri="{FF2B5EF4-FFF2-40B4-BE49-F238E27FC236}">
                <ns2:creationId id="{3D147B10-F1F7-46BB-BC6E-702CD8A18D90}"/>
              </a:ext>
            </a:extLst>
          </p:cNvPr>
          <p:cNvSpPr>
            <a:spLocks noGrp="1"/>
          </p:cNvSpPr>
          <p:nvPr/>
        </p:nvSpPr>
        <p:spPr>
          <a:xfrm>
            <a:off x="1076105" y="3405223"/>
            <a:ext cx="86784" cy="90973"/>
          </a:xfrm>
          <a:prstGeom prst="rect">
            <a:avLst/>
          </a:prstGeom>
          <a:solidFill>
            <a:srgbClr val="FBE3B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6" name="Editable reference element">
            <a:extLst>
              <a:ext uri="{FF2B5EF4-FFF2-40B4-BE49-F238E27FC236}">
                <ns2:creationId id="{7300C5AC-35B8-4FE4-BDB6-752877971E57}"/>
              </a:ext>
            </a:extLst>
          </p:cNvPr>
          <p:cNvSpPr>
            <a:spLocks noGrp="1"/>
          </p:cNvSpPr>
          <p:nvPr/>
        </p:nvSpPr>
        <p:spPr>
          <a:xfrm>
            <a:off x="468618" y="3496197"/>
            <a:ext cx="86784" cy="90973"/>
          </a:xfrm>
          <a:prstGeom prst="rect">
            <a:avLst/>
          </a:prstGeom>
          <a:solidFill>
            <a:srgbClr val="FDECD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7" name="Editable reference element">
            <a:extLst>
              <a:ext uri="{FF2B5EF4-FFF2-40B4-BE49-F238E27FC236}">
                <ns2:creationId id="{633F87D3-DE26-4D05-9A3E-998ED54FA14C}"/>
              </a:ext>
            </a:extLst>
          </p:cNvPr>
          <p:cNvSpPr>
            <a:spLocks noGrp="1"/>
          </p:cNvSpPr>
          <p:nvPr/>
        </p:nvSpPr>
        <p:spPr>
          <a:xfrm>
            <a:off x="555402" y="3496197"/>
            <a:ext cx="86784" cy="90973"/>
          </a:xfrm>
          <a:prstGeom prst="rect">
            <a:avLst/>
          </a:prstGeom>
          <a:solidFill>
            <a:srgbClr val="F8D08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8" name="Editable reference element">
            <a:extLst>
              <a:ext uri="{FF2B5EF4-FFF2-40B4-BE49-F238E27FC236}">
                <ns2:creationId id="{D0B6E917-5DB6-48ED-949C-0ECF044945CE}"/>
              </a:ext>
            </a:extLst>
          </p:cNvPr>
          <p:cNvSpPr>
            <a:spLocks noGrp="1"/>
          </p:cNvSpPr>
          <p:nvPr/>
        </p:nvSpPr>
        <p:spPr>
          <a:xfrm>
            <a:off x="642186" y="3496197"/>
            <a:ext cx="86784" cy="90973"/>
          </a:xfrm>
          <a:prstGeom prst="rect">
            <a:avLst/>
          </a:prstGeom>
          <a:solidFill>
            <a:srgbClr val="F6C87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69" name="Editable reference element">
            <a:extLst>
              <a:ext uri="{FF2B5EF4-FFF2-40B4-BE49-F238E27FC236}">
                <ns2:creationId id="{EF81B40E-4CD4-42E8-9840-8B45AFA7B3F1}"/>
              </a:ext>
            </a:extLst>
          </p:cNvPr>
          <p:cNvSpPr>
            <a:spLocks noGrp="1"/>
          </p:cNvSpPr>
          <p:nvPr/>
        </p:nvSpPr>
        <p:spPr>
          <a:xfrm>
            <a:off x="728969" y="3496197"/>
            <a:ext cx="86784" cy="90973"/>
          </a:xfrm>
          <a:prstGeom prst="rect">
            <a:avLst/>
          </a:prstGeom>
          <a:solidFill>
            <a:srgbClr val="FDF1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70" name="Editable reference element">
            <a:extLst>
              <a:ext uri="{FF2B5EF4-FFF2-40B4-BE49-F238E27FC236}">
                <ns2:creationId id="{93986FB6-5F8C-416C-B36F-BD2E02489BB6}"/>
              </a:ext>
            </a:extLst>
          </p:cNvPr>
          <p:cNvSpPr>
            <a:spLocks noGrp="1"/>
          </p:cNvSpPr>
          <p:nvPr/>
        </p:nvSpPr>
        <p:spPr>
          <a:xfrm>
            <a:off x="815753" y="3496197"/>
            <a:ext cx="86784" cy="90973"/>
          </a:xfrm>
          <a:prstGeom prst="rect">
            <a:avLst/>
          </a:prstGeom>
          <a:solidFill>
            <a:srgbClr val="F9D29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71" name="Editable reference element">
            <a:extLst>
              <a:ext uri="{FF2B5EF4-FFF2-40B4-BE49-F238E27FC236}">
                <ns2:creationId id="{E05E5EBF-F359-4095-BD5A-00238F9D6449}"/>
              </a:ext>
            </a:extLst>
          </p:cNvPr>
          <p:cNvSpPr>
            <a:spLocks noGrp="1"/>
          </p:cNvSpPr>
          <p:nvPr/>
        </p:nvSpPr>
        <p:spPr>
          <a:xfrm>
            <a:off x="902537" y="3496197"/>
            <a:ext cx="86784" cy="90973"/>
          </a:xfrm>
          <a:prstGeom prst="rect">
            <a:avLst/>
          </a:prstGeom>
          <a:solidFill>
            <a:srgbClr val="F7CD8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72" name="Editable reference element">
            <a:extLst>
              <a:ext uri="{FF2B5EF4-FFF2-40B4-BE49-F238E27FC236}">
                <ns2:creationId id="{1CE07193-3218-4993-9B77-628C84D287B7}"/>
              </a:ext>
            </a:extLst>
          </p:cNvPr>
          <p:cNvSpPr>
            <a:spLocks noGrp="1"/>
          </p:cNvSpPr>
          <p:nvPr/>
        </p:nvSpPr>
        <p:spPr>
          <a:xfrm>
            <a:off x="989321" y="3496197"/>
            <a:ext cx="86784" cy="90973"/>
          </a:xfrm>
          <a:prstGeom prst="rect">
            <a:avLst/>
          </a:prstGeom>
          <a:solidFill>
            <a:srgbClr val="FCEBC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73" name="Editable reference element">
            <a:extLst>
              <a:ext uri="{FF2B5EF4-FFF2-40B4-BE49-F238E27FC236}">
                <ns2:creationId id="{75A6A8BC-EB25-4B45-85B6-1ECE73559680}"/>
              </a:ext>
            </a:extLst>
          </p:cNvPr>
          <p:cNvSpPr>
            <a:spLocks noGrp="1"/>
          </p:cNvSpPr>
          <p:nvPr/>
        </p:nvSpPr>
        <p:spPr>
          <a:xfrm>
            <a:off x="1076105" y="3496197"/>
            <a:ext cx="86784" cy="90973"/>
          </a:xfrm>
          <a:prstGeom prst="rect">
            <a:avLst/>
          </a:prstGeom>
          <a:solidFill>
            <a:srgbClr val="FBE5C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74" name="Editable reference element">
            <a:extLst>
              <a:ext uri="{FF2B5EF4-FFF2-40B4-BE49-F238E27FC236}">
                <ns2:creationId id="{393F22ED-3B9B-415B-9E25-BAEB9C7E0D00}"/>
              </a:ext>
            </a:extLst>
          </p:cNvPr>
          <p:cNvSpPr>
            <a:spLocks noGrp="1"/>
          </p:cNvSpPr>
          <p:nvPr/>
        </p:nvSpPr>
        <p:spPr>
          <a:xfrm>
            <a:off x="468618" y="3041329"/>
            <a:ext cx="694271" cy="545841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475" name="Reference line">
            <a:extLst>
              <a:ext uri="{FF2B5EF4-FFF2-40B4-BE49-F238E27FC236}">
                <ns2:creationId id="{6DFED4AF-0AC1-4317-A156-22558073EAA1}"/>
              </a:ext>
            </a:extLst>
          </p:cNvPr>
          <p:cNvSpPr>
            <a:spLocks noGrp="1"/>
          </p:cNvSpPr>
          <p:nvPr/>
        </p:nvSpPr>
        <p:spPr>
          <a:xfrm flipH="0" flipV="0">
            <a:off x="401585" y="3041329"/>
            <a:ext cx="95" cy="56020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76" name="Reference arrowhead">
            <a:extLst>
              <a:ext uri="{FF2B5EF4-FFF2-40B4-BE49-F238E27FC236}">
                <ns2:creationId id="{D346DAA1-15CB-4611-9D6E-A28BA799C4A8}"/>
              </a:ext>
            </a:extLst>
          </p:cNvPr>
          <p:cNvSpPr>
            <a:spLocks noGrp="1"/>
          </p:cNvSpPr>
          <p:nvPr/>
        </p:nvSpPr>
        <p:spPr>
          <a:xfrm rot="10800000">
            <a:off x="387220" y="3568018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77" name="Reference line">
            <a:extLst>
              <a:ext uri="{FF2B5EF4-FFF2-40B4-BE49-F238E27FC236}">
                <ns2:creationId id="{6F814234-6F62-456C-B5E7-CA2D221F8E35}"/>
              </a:ext>
            </a:extLst>
          </p:cNvPr>
          <p:cNvSpPr>
            <a:spLocks noGrp="1"/>
          </p:cNvSpPr>
          <p:nvPr/>
        </p:nvSpPr>
        <p:spPr>
          <a:xfrm flipH="0" flipV="1">
            <a:off x="401585" y="3041329"/>
            <a:ext cx="95" cy="56020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78" name="Reference arrowhead">
            <a:extLst>
              <a:ext uri="{FF2B5EF4-FFF2-40B4-BE49-F238E27FC236}">
                <ns2:creationId id="{55D02B11-678E-4947-970B-97A82197CDC5}"/>
              </a:ext>
            </a:extLst>
          </p:cNvPr>
          <p:cNvSpPr>
            <a:spLocks noGrp="1"/>
          </p:cNvSpPr>
          <p:nvPr/>
        </p:nvSpPr>
        <p:spPr>
          <a:xfrm rot="0">
            <a:off x="387220" y="304132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79" name="Editable reference text: n (output dim)">
            <a:extLst>
              <a:ext uri="{FF2B5EF4-FFF2-40B4-BE49-F238E27FC236}">
                <ns2:creationId id="{3A45EC21-AFCD-46B7-99F6-685C615C568E}"/>
              </a:ext>
            </a:extLst>
          </p:cNvPr>
          <p:cNvSpPr>
            <a:spLocks noGrp="1"/>
          </p:cNvSpPr>
          <p:nvPr/>
        </p:nvSpPr>
        <p:spPr>
          <a:xfrm rot="16200000">
            <a:off x="80783" y="3261581"/>
            <a:ext cx="63681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 (output dim)</a:t>
            </a:r>
          </a:p>
        </p:txBody>
      </p:sp>
      <p:sp>
        <p:nvSpPr>
          <p:cNvPr id="480" name="Reference line">
            <a:extLst>
              <a:ext uri="{FF2B5EF4-FFF2-40B4-BE49-F238E27FC236}">
                <ns2:creationId id="{78DB04D8-C515-4A17-8C4F-AB466508AC2D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3649415"/>
            <a:ext cx="69427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81" name="Reference arrowhead">
            <a:extLst>
              <a:ext uri="{FF2B5EF4-FFF2-40B4-BE49-F238E27FC236}">
                <ns2:creationId id="{2FD8F67C-5820-49E1-8E4C-9A488E4FFEF3}"/>
              </a:ext>
            </a:extLst>
          </p:cNvPr>
          <p:cNvSpPr>
            <a:spLocks noGrp="1"/>
          </p:cNvSpPr>
          <p:nvPr/>
        </p:nvSpPr>
        <p:spPr>
          <a:xfrm rot="5400000">
            <a:off x="1131766" y="363265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82" name="Reference line">
            <a:extLst>
              <a:ext uri="{FF2B5EF4-FFF2-40B4-BE49-F238E27FC236}">
                <ns2:creationId id="{B57E4090-E358-4A3F-85F4-392B4F4E1394}"/>
              </a:ext>
            </a:extLst>
          </p:cNvPr>
          <p:cNvSpPr>
            <a:spLocks noGrp="1"/>
          </p:cNvSpPr>
          <p:nvPr/>
        </p:nvSpPr>
        <p:spPr>
          <a:xfrm flipH="1" flipV="0">
            <a:off x="468618" y="3649415"/>
            <a:ext cx="69427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483" name="Reference arrowhead">
            <a:extLst>
              <a:ext uri="{FF2B5EF4-FFF2-40B4-BE49-F238E27FC236}">
                <ns2:creationId id="{20D923E9-80E9-466B-9C33-71847F96DB21}"/>
              </a:ext>
            </a:extLst>
          </p:cNvPr>
          <p:cNvSpPr>
            <a:spLocks noGrp="1"/>
          </p:cNvSpPr>
          <p:nvPr/>
        </p:nvSpPr>
        <p:spPr>
          <a:xfrm rot="16200000">
            <a:off x="471012" y="3632657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484" name="Editable reference text: d (input dim)">
            <a:extLst>
              <a:ext uri="{FF2B5EF4-FFF2-40B4-BE49-F238E27FC236}">
                <ns2:creationId id="{33B85932-72EE-413A-B9E2-EF67F36248DB}"/>
              </a:ext>
            </a:extLst>
          </p:cNvPr>
          <p:cNvSpPr>
            <a:spLocks noGrp="1"/>
          </p:cNvSpPr>
          <p:nvPr/>
        </p:nvSpPr>
        <p:spPr>
          <a:xfrm>
            <a:off x="511710" y="3687720"/>
            <a:ext cx="818761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 (input dim)</a:t>
            </a:r>
          </a:p>
        </p:txBody>
      </p:sp>
      <p:sp>
        <p:nvSpPr>
          <p:cNvPr id="485" name="Reference line">
            <a:extLst>
              <a:ext uri="{FF2B5EF4-FFF2-40B4-BE49-F238E27FC236}">
                <ns2:creationId id="{9863BE37-E730-4911-989C-3829FF9A6124}"/>
              </a:ext>
            </a:extLst>
          </p:cNvPr>
          <p:cNvSpPr>
            <a:spLocks noGrp="1"/>
          </p:cNvSpPr>
          <p:nvPr/>
        </p:nvSpPr>
        <p:spPr>
          <a:xfrm flipH="0" flipV="0">
            <a:off x="1220346" y="3309462"/>
            <a:ext cx="119702" cy="95"/>
          </a:xfrm>
          <a:prstGeom prst="line">
            <a:avLst/>
          </a:prstGeom>
          <a:noFill/>
          <a:ln w="19152">
            <a:solidFill>
              <a:srgbClr val="E7A07D"/>
            </a:solidFill>
            <a:prstDash val="solid"/>
          </a:ln>
        </p:spPr>
      </p:sp>
      <p:sp>
        <p:nvSpPr>
          <p:cNvPr id="486" name="Reference arrowhead">
            <a:extLst>
              <a:ext uri="{FF2B5EF4-FFF2-40B4-BE49-F238E27FC236}">
                <ns2:creationId id="{C00DC092-F34C-4065-806E-A444F84BAC78}"/>
              </a:ext>
            </a:extLst>
          </p:cNvPr>
          <p:cNvSpPr>
            <a:spLocks noGrp="1"/>
          </p:cNvSpPr>
          <p:nvPr/>
        </p:nvSpPr>
        <p:spPr>
          <a:xfrm rot="5400000">
            <a:off x="1270142" y="3271157"/>
            <a:ext cx="63203" cy="76609"/>
          </a:xfrm>
          <a:prstGeom prst="triangle">
            <a:avLst/>
          </a:prstGeom>
          <a:solidFill>
            <a:srgbClr val="E7A07D"/>
          </a:solidFill>
          <a:ln w="0">
            <a:noFill/>
            <a:prstDash val="solid"/>
          </a:ln>
        </p:spPr>
      </p:sp>
      <p:sp>
        <p:nvSpPr>
          <p:cNvPr id="487" name="Editable reference element">
            <a:extLst>
              <a:ext uri="{FF2B5EF4-FFF2-40B4-BE49-F238E27FC236}">
                <ns2:creationId id="{91359C2D-7642-4E71-9E9E-B376355C23FF}"/>
              </a:ext>
            </a:extLst>
          </p:cNvPr>
          <p:cNvSpPr>
            <a:spLocks noGrp="1"/>
          </p:cNvSpPr>
          <p:nvPr/>
        </p:nvSpPr>
        <p:spPr>
          <a:xfrm>
            <a:off x="1354412" y="3089210"/>
            <a:ext cx="833125" cy="430927"/>
          </a:xfrm>
          <a:prstGeom prst="rect">
            <a:avLst/>
          </a:prstGeom>
          <a:solidFill>
            <a:srgbClr val="FFF7EF"/>
          </a:solidFill>
          <a:ln w="7182">
            <a:solidFill>
              <a:srgbClr val="E7A07D"/>
            </a:solidFill>
            <a:prstDash val="solid"/>
          </a:ln>
        </p:spPr>
      </p:sp>
      <p:sp>
        <p:nvSpPr>
          <p:cNvPr id="488" name="Editable reference text: Paired transform">
            <a:extLst>
              <a:ext uri="{FF2B5EF4-FFF2-40B4-BE49-F238E27FC236}">
                <ns2:creationId id="{8DA316E2-F726-409B-B56B-286AEC0C12DA}"/>
              </a:ext>
            </a:extLst>
          </p:cNvPr>
          <p:cNvSpPr>
            <a:spLocks noGrp="1"/>
          </p:cNvSpPr>
          <p:nvPr/>
        </p:nvSpPr>
        <p:spPr>
          <a:xfrm>
            <a:off x="1411869" y="3151455"/>
            <a:ext cx="732576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Paired transform</a:t>
            </a:r>
          </a:p>
        </p:txBody>
      </p:sp>
      <p:sp>
        <p:nvSpPr>
          <p:cNvPr id="489" name="Editable reference text: W′ = WDH">
            <a:extLst>
              <a:ext uri="{FF2B5EF4-FFF2-40B4-BE49-F238E27FC236}">
                <ns2:creationId id="{76081E62-D8CE-43F3-A988-694979558F87}"/>
              </a:ext>
            </a:extLst>
          </p:cNvPr>
          <p:cNvSpPr>
            <a:spLocks noGrp="1"/>
          </p:cNvSpPr>
          <p:nvPr/>
        </p:nvSpPr>
        <p:spPr>
          <a:xfrm>
            <a:off x="1454962" y="3314250"/>
            <a:ext cx="703847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9C420D"/>
                </a:solidFill>
                <a:latin typeface="Times New Roman"/>
                <a:ea typeface="Times New Roman"/>
                <a:cs typeface="Times New Roman"/>
              </a:rPr>
              <a:t>W′ = WDH</a:t>
            </a:r>
          </a:p>
        </p:txBody>
      </p:sp>
      <p:sp>
        <p:nvSpPr>
          <p:cNvPr id="490" name="Reference line">
            <a:extLst>
              <a:ext uri="{FF2B5EF4-FFF2-40B4-BE49-F238E27FC236}">
                <ns2:creationId id="{EBC8F881-5A91-4DE6-879C-305CDF247652}"/>
              </a:ext>
            </a:extLst>
          </p:cNvPr>
          <p:cNvSpPr>
            <a:spLocks noGrp="1"/>
          </p:cNvSpPr>
          <p:nvPr/>
        </p:nvSpPr>
        <p:spPr>
          <a:xfrm flipH="0" flipV="0">
            <a:off x="2192326" y="3309462"/>
            <a:ext cx="134066" cy="95"/>
          </a:xfrm>
          <a:prstGeom prst="line">
            <a:avLst/>
          </a:prstGeom>
          <a:noFill/>
          <a:ln w="19152">
            <a:solidFill>
              <a:srgbClr val="E7A07D"/>
            </a:solidFill>
            <a:prstDash val="solid"/>
          </a:ln>
        </p:spPr>
      </p:sp>
      <p:sp>
        <p:nvSpPr>
          <p:cNvPr id="491" name="Reference arrowhead">
            <a:extLst>
              <a:ext uri="{FF2B5EF4-FFF2-40B4-BE49-F238E27FC236}">
                <ns2:creationId id="{EB4F9B4A-E06C-411A-A274-75E2E3D4BEA5}"/>
              </a:ext>
            </a:extLst>
          </p:cNvPr>
          <p:cNvSpPr>
            <a:spLocks noGrp="1"/>
          </p:cNvSpPr>
          <p:nvPr/>
        </p:nvSpPr>
        <p:spPr>
          <a:xfrm rot="5400000">
            <a:off x="2256486" y="3271157"/>
            <a:ext cx="63203" cy="76609"/>
          </a:xfrm>
          <a:prstGeom prst="triangle">
            <a:avLst/>
          </a:prstGeom>
          <a:solidFill>
            <a:srgbClr val="E7A07D"/>
          </a:solidFill>
          <a:ln w="0">
            <a:noFill/>
            <a:prstDash val="solid"/>
          </a:ln>
        </p:spPr>
      </p:sp>
      <p:sp>
        <p:nvSpPr>
          <p:cNvPr id="492" name="Editable reference text: Transformed weights">
            <a:extLst>
              <a:ext uri="{FF2B5EF4-FFF2-40B4-BE49-F238E27FC236}">
                <ns2:creationId id="{C66D26A8-3F5A-4924-99B0-F35AC865469D}"/>
              </a:ext>
            </a:extLst>
          </p:cNvPr>
          <p:cNvSpPr>
            <a:spLocks noGrp="1"/>
          </p:cNvSpPr>
          <p:nvPr/>
        </p:nvSpPr>
        <p:spPr>
          <a:xfrm>
            <a:off x="2321604" y="2725316"/>
            <a:ext cx="1086894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Transformed weights</a:t>
            </a:r>
          </a:p>
        </p:txBody>
      </p:sp>
      <p:sp>
        <p:nvSpPr>
          <p:cNvPr id="493" name="Editable reference text: W′ ∈ ℝⁿˣᵈ">
            <a:extLst>
              <a:ext uri="{FF2B5EF4-FFF2-40B4-BE49-F238E27FC236}">
                <ns2:creationId id="{4A9F8B2E-9CFD-46F2-95EC-0E247048B37E}"/>
              </a:ext>
            </a:extLst>
          </p:cNvPr>
          <p:cNvSpPr>
            <a:spLocks noGrp="1"/>
          </p:cNvSpPr>
          <p:nvPr/>
        </p:nvSpPr>
        <p:spPr>
          <a:xfrm>
            <a:off x="2321604" y="2864171"/>
            <a:ext cx="991132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W′ ∈ ℝⁿˣᵈ</a:t>
            </a:r>
          </a:p>
        </p:txBody>
      </p:sp>
      <p:sp>
        <p:nvSpPr>
          <p:cNvPr id="494" name="Editable reference element">
            <a:extLst>
              <a:ext uri="{FF2B5EF4-FFF2-40B4-BE49-F238E27FC236}">
                <ns2:creationId id="{016A211B-B48B-4EC5-BFE6-56086FFDE028}"/>
              </a:ext>
            </a:extLst>
          </p:cNvPr>
          <p:cNvSpPr>
            <a:spLocks noGrp="1"/>
          </p:cNvSpPr>
          <p:nvPr/>
        </p:nvSpPr>
        <p:spPr>
          <a:xfrm>
            <a:off x="2517915" y="3065270"/>
            <a:ext cx="83193" cy="100550"/>
          </a:xfrm>
          <a:prstGeom prst="rect">
            <a:avLst/>
          </a:prstGeom>
          <a:solidFill>
            <a:srgbClr val="EBB16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95" name="Editable reference element">
            <a:extLst>
              <a:ext uri="{FF2B5EF4-FFF2-40B4-BE49-F238E27FC236}">
                <ns2:creationId id="{85DCA13A-E386-4A36-AFFC-F8B7177F19C2}"/>
              </a:ext>
            </a:extLst>
          </p:cNvPr>
          <p:cNvSpPr>
            <a:spLocks noGrp="1"/>
          </p:cNvSpPr>
          <p:nvPr/>
        </p:nvSpPr>
        <p:spPr>
          <a:xfrm>
            <a:off x="2601108" y="3065270"/>
            <a:ext cx="83193" cy="100550"/>
          </a:xfrm>
          <a:prstGeom prst="rect">
            <a:avLst/>
          </a:prstGeom>
          <a:solidFill>
            <a:srgbClr val="F7D19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96" name="Editable reference element">
            <a:extLst>
              <a:ext uri="{FF2B5EF4-FFF2-40B4-BE49-F238E27FC236}">
                <ns2:creationId id="{0D8B4812-F849-4F1E-A4DC-095AE3DBA3FB}"/>
              </a:ext>
            </a:extLst>
          </p:cNvPr>
          <p:cNvSpPr>
            <a:spLocks noGrp="1"/>
          </p:cNvSpPr>
          <p:nvPr/>
        </p:nvSpPr>
        <p:spPr>
          <a:xfrm>
            <a:off x="2684301" y="3065270"/>
            <a:ext cx="83193" cy="100550"/>
          </a:xfrm>
          <a:prstGeom prst="rect">
            <a:avLst/>
          </a:prstGeom>
          <a:solidFill>
            <a:srgbClr val="FAE9D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97" name="Editable reference element">
            <a:extLst>
              <a:ext uri="{FF2B5EF4-FFF2-40B4-BE49-F238E27FC236}">
                <ns2:creationId id="{3FF865D0-D466-439E-9420-481B3D9FB4CB}"/>
              </a:ext>
            </a:extLst>
          </p:cNvPr>
          <p:cNvSpPr>
            <a:spLocks noGrp="1"/>
          </p:cNvSpPr>
          <p:nvPr/>
        </p:nvSpPr>
        <p:spPr>
          <a:xfrm>
            <a:off x="2767493" y="3065270"/>
            <a:ext cx="83193" cy="100550"/>
          </a:xfrm>
          <a:prstGeom prst="rect">
            <a:avLst/>
          </a:prstGeom>
          <a:solidFill>
            <a:srgbClr val="FFFFF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98" name="Editable reference element">
            <a:extLst>
              <a:ext uri="{FF2B5EF4-FFF2-40B4-BE49-F238E27FC236}">
                <ns2:creationId id="{46A908F0-656D-4571-A804-2E4436A51A3B}"/>
              </a:ext>
            </a:extLst>
          </p:cNvPr>
          <p:cNvSpPr>
            <a:spLocks noGrp="1"/>
          </p:cNvSpPr>
          <p:nvPr/>
        </p:nvSpPr>
        <p:spPr>
          <a:xfrm>
            <a:off x="2850686" y="3065270"/>
            <a:ext cx="83193" cy="100550"/>
          </a:xfrm>
          <a:prstGeom prst="rect">
            <a:avLst/>
          </a:prstGeom>
          <a:solidFill>
            <a:srgbClr val="E7BF8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499" name="Editable reference element">
            <a:extLst>
              <a:ext uri="{FF2B5EF4-FFF2-40B4-BE49-F238E27FC236}">
                <ns2:creationId id="{CB7A65B3-33B2-429A-8951-B9B8B1996BE9}"/>
              </a:ext>
            </a:extLst>
          </p:cNvPr>
          <p:cNvSpPr>
            <a:spLocks noGrp="1"/>
          </p:cNvSpPr>
          <p:nvPr/>
        </p:nvSpPr>
        <p:spPr>
          <a:xfrm>
            <a:off x="2933879" y="3065270"/>
            <a:ext cx="83193" cy="100550"/>
          </a:xfrm>
          <a:prstGeom prst="rect">
            <a:avLst/>
          </a:prstGeom>
          <a:solidFill>
            <a:srgbClr val="FCEAC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0" name="Editable reference element">
            <a:extLst>
              <a:ext uri="{FF2B5EF4-FFF2-40B4-BE49-F238E27FC236}">
                <ns2:creationId id="{350DF24B-8A4F-451D-8156-5488A616EAA2}"/>
              </a:ext>
            </a:extLst>
          </p:cNvPr>
          <p:cNvSpPr>
            <a:spLocks noGrp="1"/>
          </p:cNvSpPr>
          <p:nvPr/>
        </p:nvSpPr>
        <p:spPr>
          <a:xfrm>
            <a:off x="3017072" y="3065270"/>
            <a:ext cx="83193" cy="100550"/>
          </a:xfrm>
          <a:prstGeom prst="rect">
            <a:avLst/>
          </a:prstGeom>
          <a:solidFill>
            <a:srgbClr val="F6CF9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1" name="Editable reference element">
            <a:extLst>
              <a:ext uri="{FF2B5EF4-FFF2-40B4-BE49-F238E27FC236}">
                <ns2:creationId id="{4B1D82AA-401B-4A50-869E-5908FC0AE01A}"/>
              </a:ext>
            </a:extLst>
          </p:cNvPr>
          <p:cNvSpPr>
            <a:spLocks noGrp="1"/>
          </p:cNvSpPr>
          <p:nvPr/>
        </p:nvSpPr>
        <p:spPr>
          <a:xfrm>
            <a:off x="3100265" y="3065270"/>
            <a:ext cx="83193" cy="100550"/>
          </a:xfrm>
          <a:prstGeom prst="rect">
            <a:avLst/>
          </a:prstGeom>
          <a:solidFill>
            <a:srgbClr val="FDEAC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2" name="Editable reference element">
            <a:extLst>
              <a:ext uri="{FF2B5EF4-FFF2-40B4-BE49-F238E27FC236}">
                <ns2:creationId id="{FF316178-23ED-419A-9B3C-D186C4CAAA1D}"/>
              </a:ext>
            </a:extLst>
          </p:cNvPr>
          <p:cNvSpPr>
            <a:spLocks noGrp="1"/>
          </p:cNvSpPr>
          <p:nvPr/>
        </p:nvSpPr>
        <p:spPr>
          <a:xfrm>
            <a:off x="2517915" y="3165819"/>
            <a:ext cx="83193" cy="100550"/>
          </a:xfrm>
          <a:prstGeom prst="rect">
            <a:avLst/>
          </a:prstGeom>
          <a:solidFill>
            <a:srgbClr val="FDF3E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3" name="Editable reference element">
            <a:extLst>
              <a:ext uri="{FF2B5EF4-FFF2-40B4-BE49-F238E27FC236}">
                <ns2:creationId id="{4D4B321D-DEBD-44EE-86C9-5C21597A28F4}"/>
              </a:ext>
            </a:extLst>
          </p:cNvPr>
          <p:cNvSpPr>
            <a:spLocks noGrp="1"/>
          </p:cNvSpPr>
          <p:nvPr/>
        </p:nvSpPr>
        <p:spPr>
          <a:xfrm>
            <a:off x="2601108" y="3165819"/>
            <a:ext cx="83193" cy="100550"/>
          </a:xfrm>
          <a:prstGeom prst="rect">
            <a:avLst/>
          </a:prstGeom>
          <a:solidFill>
            <a:srgbClr val="FCEBD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4" name="Editable reference element">
            <a:extLst>
              <a:ext uri="{FF2B5EF4-FFF2-40B4-BE49-F238E27FC236}">
                <ns2:creationId id="{CEB6B969-75E2-4945-8D52-BBE26758531F}"/>
              </a:ext>
            </a:extLst>
          </p:cNvPr>
          <p:cNvSpPr>
            <a:spLocks noGrp="1"/>
          </p:cNvSpPr>
          <p:nvPr/>
        </p:nvSpPr>
        <p:spPr>
          <a:xfrm>
            <a:off x="2684301" y="3165819"/>
            <a:ext cx="83193" cy="100550"/>
          </a:xfrm>
          <a:prstGeom prst="rect">
            <a:avLst/>
          </a:prstGeom>
          <a:solidFill>
            <a:srgbClr val="FDF1D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5" name="Editable reference element">
            <a:extLst>
              <a:ext uri="{FF2B5EF4-FFF2-40B4-BE49-F238E27FC236}">
                <ns2:creationId id="{73F51330-C099-4D84-AD18-E4D676BAFB45}"/>
              </a:ext>
            </a:extLst>
          </p:cNvPr>
          <p:cNvSpPr>
            <a:spLocks noGrp="1"/>
          </p:cNvSpPr>
          <p:nvPr/>
        </p:nvSpPr>
        <p:spPr>
          <a:xfrm>
            <a:off x="2767493" y="3165819"/>
            <a:ext cx="83193" cy="100550"/>
          </a:xfrm>
          <a:prstGeom prst="rect">
            <a:avLst/>
          </a:prstGeom>
          <a:solidFill>
            <a:srgbClr val="FDFA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6" name="Editable reference element">
            <a:extLst>
              <a:ext uri="{FF2B5EF4-FFF2-40B4-BE49-F238E27FC236}">
                <ns2:creationId id="{00370A0B-D52B-4C12-9372-8BD1BDC80569}"/>
              </a:ext>
            </a:extLst>
          </p:cNvPr>
          <p:cNvSpPr>
            <a:spLocks noGrp="1"/>
          </p:cNvSpPr>
          <p:nvPr/>
        </p:nvSpPr>
        <p:spPr>
          <a:xfrm>
            <a:off x="2850686" y="3165819"/>
            <a:ext cx="83193" cy="100550"/>
          </a:xfrm>
          <a:prstGeom prst="rect">
            <a:avLst/>
          </a:prstGeom>
          <a:solidFill>
            <a:srgbClr val="EBB87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7" name="Editable reference element">
            <a:extLst>
              <a:ext uri="{FF2B5EF4-FFF2-40B4-BE49-F238E27FC236}">
                <ns2:creationId id="{E3BEAD7F-6F7A-4F43-AACA-651289C2FF6A}"/>
              </a:ext>
            </a:extLst>
          </p:cNvPr>
          <p:cNvSpPr>
            <a:spLocks noGrp="1"/>
          </p:cNvSpPr>
          <p:nvPr/>
        </p:nvSpPr>
        <p:spPr>
          <a:xfrm>
            <a:off x="2933879" y="3165819"/>
            <a:ext cx="83193" cy="100550"/>
          </a:xfrm>
          <a:prstGeom prst="rect">
            <a:avLst/>
          </a:prstGeom>
          <a:solidFill>
            <a:srgbClr val="FAECD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8" name="Editable reference element">
            <a:extLst>
              <a:ext uri="{FF2B5EF4-FFF2-40B4-BE49-F238E27FC236}">
                <ns2:creationId id="{656B9B39-6524-4C5E-AE6F-7BC6F1D7D1AA}"/>
              </a:ext>
            </a:extLst>
          </p:cNvPr>
          <p:cNvSpPr>
            <a:spLocks noGrp="1"/>
          </p:cNvSpPr>
          <p:nvPr/>
        </p:nvSpPr>
        <p:spPr>
          <a:xfrm>
            <a:off x="3017072" y="3165819"/>
            <a:ext cx="83193" cy="100550"/>
          </a:xfrm>
          <a:prstGeom prst="rect">
            <a:avLst/>
          </a:prstGeom>
          <a:solidFill>
            <a:srgbClr val="F9D49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09" name="Editable reference element">
            <a:extLst>
              <a:ext uri="{FF2B5EF4-FFF2-40B4-BE49-F238E27FC236}">
                <ns2:creationId id="{FAA954BB-8EDC-4687-8E87-EC8018F1DF14}"/>
              </a:ext>
            </a:extLst>
          </p:cNvPr>
          <p:cNvSpPr>
            <a:spLocks noGrp="1"/>
          </p:cNvSpPr>
          <p:nvPr/>
        </p:nvSpPr>
        <p:spPr>
          <a:xfrm>
            <a:off x="3100265" y="3165819"/>
            <a:ext cx="83193" cy="100550"/>
          </a:xfrm>
          <a:prstGeom prst="rect">
            <a:avLst/>
          </a:prstGeom>
          <a:solidFill>
            <a:srgbClr val="E69F4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0" name="Editable reference element">
            <a:extLst>
              <a:ext uri="{FF2B5EF4-FFF2-40B4-BE49-F238E27FC236}">
                <ns2:creationId id="{23524386-4C57-4488-AF53-FEB5528A4EB4}"/>
              </a:ext>
            </a:extLst>
          </p:cNvPr>
          <p:cNvSpPr>
            <a:spLocks noGrp="1"/>
          </p:cNvSpPr>
          <p:nvPr/>
        </p:nvSpPr>
        <p:spPr>
          <a:xfrm>
            <a:off x="2517915" y="3266369"/>
            <a:ext cx="83193" cy="100550"/>
          </a:xfrm>
          <a:prstGeom prst="rect">
            <a:avLst/>
          </a:prstGeom>
          <a:solidFill>
            <a:srgbClr val="F5CD9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1" name="Editable reference element">
            <a:extLst>
              <a:ext uri="{FF2B5EF4-FFF2-40B4-BE49-F238E27FC236}">
                <ns2:creationId id="{01998AFD-E1A8-4B7F-8F67-D7109294CF59}"/>
              </a:ext>
            </a:extLst>
          </p:cNvPr>
          <p:cNvSpPr>
            <a:spLocks noGrp="1"/>
          </p:cNvSpPr>
          <p:nvPr/>
        </p:nvSpPr>
        <p:spPr>
          <a:xfrm>
            <a:off x="2601108" y="3266369"/>
            <a:ext cx="83193" cy="100550"/>
          </a:xfrm>
          <a:prstGeom prst="rect">
            <a:avLst/>
          </a:prstGeom>
          <a:solidFill>
            <a:srgbClr val="ECB47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2" name="Editable reference element">
            <a:extLst>
              <a:ext uri="{FF2B5EF4-FFF2-40B4-BE49-F238E27FC236}">
                <ns2:creationId id="{1B7BFF7E-088B-426A-ABAC-E8327D2FC22D}"/>
              </a:ext>
            </a:extLst>
          </p:cNvPr>
          <p:cNvSpPr>
            <a:spLocks noGrp="1"/>
          </p:cNvSpPr>
          <p:nvPr/>
        </p:nvSpPr>
        <p:spPr>
          <a:xfrm>
            <a:off x="2684301" y="3266369"/>
            <a:ext cx="83193" cy="100550"/>
          </a:xfrm>
          <a:prstGeom prst="rect">
            <a:avLst/>
          </a:prstGeom>
          <a:solidFill>
            <a:srgbClr val="FEF6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3" name="Editable reference element">
            <a:extLst>
              <a:ext uri="{FF2B5EF4-FFF2-40B4-BE49-F238E27FC236}">
                <ns2:creationId id="{F6762630-A7A2-4E26-9994-62CE94FDCC0A}"/>
              </a:ext>
            </a:extLst>
          </p:cNvPr>
          <p:cNvSpPr>
            <a:spLocks noGrp="1"/>
          </p:cNvSpPr>
          <p:nvPr/>
        </p:nvSpPr>
        <p:spPr>
          <a:xfrm>
            <a:off x="2767493" y="3266369"/>
            <a:ext cx="83193" cy="100550"/>
          </a:xfrm>
          <a:prstGeom prst="rect">
            <a:avLst/>
          </a:prstGeom>
          <a:solidFill>
            <a:srgbClr val="F8EF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4" name="Editable reference element">
            <a:extLst>
              <a:ext uri="{FF2B5EF4-FFF2-40B4-BE49-F238E27FC236}">
                <ns2:creationId id="{3DADF1C5-CADF-46DC-BD13-E8720328D086}"/>
              </a:ext>
            </a:extLst>
          </p:cNvPr>
          <p:cNvSpPr>
            <a:spLocks noGrp="1"/>
          </p:cNvSpPr>
          <p:nvPr/>
        </p:nvSpPr>
        <p:spPr>
          <a:xfrm>
            <a:off x="2850686" y="3266369"/>
            <a:ext cx="83193" cy="100550"/>
          </a:xfrm>
          <a:prstGeom prst="rect">
            <a:avLst/>
          </a:prstGeom>
          <a:solidFill>
            <a:srgbClr val="F9E6C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5" name="Editable reference element">
            <a:extLst>
              <a:ext uri="{FF2B5EF4-FFF2-40B4-BE49-F238E27FC236}">
                <ns2:creationId id="{2CDE5E82-1670-445A-85A9-F0A558CA3642}"/>
              </a:ext>
            </a:extLst>
          </p:cNvPr>
          <p:cNvSpPr>
            <a:spLocks noGrp="1"/>
          </p:cNvSpPr>
          <p:nvPr/>
        </p:nvSpPr>
        <p:spPr>
          <a:xfrm>
            <a:off x="2933879" y="3266369"/>
            <a:ext cx="83193" cy="100550"/>
          </a:xfrm>
          <a:prstGeom prst="rect">
            <a:avLst/>
          </a:prstGeom>
          <a:solidFill>
            <a:srgbClr val="F5DAA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6" name="Editable reference element">
            <a:extLst>
              <a:ext uri="{FF2B5EF4-FFF2-40B4-BE49-F238E27FC236}">
                <ns2:creationId id="{F43AD6DB-C1C3-4019-A7C3-138BD29A5356}"/>
              </a:ext>
            </a:extLst>
          </p:cNvPr>
          <p:cNvSpPr>
            <a:spLocks noGrp="1"/>
          </p:cNvSpPr>
          <p:nvPr/>
        </p:nvSpPr>
        <p:spPr>
          <a:xfrm>
            <a:off x="3017072" y="3266369"/>
            <a:ext cx="83193" cy="100550"/>
          </a:xfrm>
          <a:prstGeom prst="rect">
            <a:avLst/>
          </a:prstGeom>
          <a:solidFill>
            <a:srgbClr val="E8AB6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7" name="Editable reference element">
            <a:extLst>
              <a:ext uri="{FF2B5EF4-FFF2-40B4-BE49-F238E27FC236}">
                <ns2:creationId id="{BA3C98B5-8548-4EA8-85C5-BDBEE0BC3EA4}"/>
              </a:ext>
            </a:extLst>
          </p:cNvPr>
          <p:cNvSpPr>
            <a:spLocks noGrp="1"/>
          </p:cNvSpPr>
          <p:nvPr/>
        </p:nvSpPr>
        <p:spPr>
          <a:xfrm>
            <a:off x="3100265" y="3266369"/>
            <a:ext cx="83193" cy="100550"/>
          </a:xfrm>
          <a:prstGeom prst="rect">
            <a:avLst/>
          </a:prstGeom>
          <a:solidFill>
            <a:srgbClr val="F8DCA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8" name="Editable reference element">
            <a:extLst>
              <a:ext uri="{FF2B5EF4-FFF2-40B4-BE49-F238E27FC236}">
                <ns2:creationId id="{BB1F242D-6F22-46CD-B10F-7E4B1E8D8743}"/>
              </a:ext>
            </a:extLst>
          </p:cNvPr>
          <p:cNvSpPr>
            <a:spLocks noGrp="1"/>
          </p:cNvSpPr>
          <p:nvPr/>
        </p:nvSpPr>
        <p:spPr>
          <a:xfrm>
            <a:off x="2517915" y="3366919"/>
            <a:ext cx="83193" cy="100550"/>
          </a:xfrm>
          <a:prstGeom prst="rect">
            <a:avLst/>
          </a:prstGeom>
          <a:solidFill>
            <a:srgbClr val="FEEED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19" name="Editable reference element">
            <a:extLst>
              <a:ext uri="{FF2B5EF4-FFF2-40B4-BE49-F238E27FC236}">
                <ns2:creationId id="{F303EA9F-7857-42EE-9260-42939534084C}"/>
              </a:ext>
            </a:extLst>
          </p:cNvPr>
          <p:cNvSpPr>
            <a:spLocks noGrp="1"/>
          </p:cNvSpPr>
          <p:nvPr/>
        </p:nvSpPr>
        <p:spPr>
          <a:xfrm>
            <a:off x="2601108" y="3366919"/>
            <a:ext cx="83193" cy="100550"/>
          </a:xfrm>
          <a:prstGeom prst="rect">
            <a:avLst/>
          </a:prstGeom>
          <a:solidFill>
            <a:srgbClr val="F8D5A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0" name="Editable reference element">
            <a:extLst>
              <a:ext uri="{FF2B5EF4-FFF2-40B4-BE49-F238E27FC236}">
                <ns2:creationId id="{8FC9ECCB-FADF-4934-8DCB-48A96B332BF8}"/>
              </a:ext>
            </a:extLst>
          </p:cNvPr>
          <p:cNvSpPr>
            <a:spLocks noGrp="1"/>
          </p:cNvSpPr>
          <p:nvPr/>
        </p:nvSpPr>
        <p:spPr>
          <a:xfrm>
            <a:off x="2684301" y="3366919"/>
            <a:ext cx="83193" cy="100550"/>
          </a:xfrm>
          <a:prstGeom prst="rect">
            <a:avLst/>
          </a:prstGeom>
          <a:solidFill>
            <a:srgbClr val="FDF8E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1" name="Editable reference element">
            <a:extLst>
              <a:ext uri="{FF2B5EF4-FFF2-40B4-BE49-F238E27FC236}">
                <ns2:creationId id="{17DBCF83-F71F-4627-B618-FAC661F877A1}"/>
              </a:ext>
            </a:extLst>
          </p:cNvPr>
          <p:cNvSpPr>
            <a:spLocks noGrp="1"/>
          </p:cNvSpPr>
          <p:nvPr/>
        </p:nvSpPr>
        <p:spPr>
          <a:xfrm>
            <a:off x="2767493" y="3366919"/>
            <a:ext cx="83193" cy="100550"/>
          </a:xfrm>
          <a:prstGeom prst="rect">
            <a:avLst/>
          </a:prstGeom>
          <a:solidFill>
            <a:srgbClr val="FDF5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2" name="Editable reference element">
            <a:extLst>
              <a:ext uri="{FF2B5EF4-FFF2-40B4-BE49-F238E27FC236}">
                <ns2:creationId id="{AC084D82-4744-47AE-9C75-22232CDC23EE}"/>
              </a:ext>
            </a:extLst>
          </p:cNvPr>
          <p:cNvSpPr>
            <a:spLocks noGrp="1"/>
          </p:cNvSpPr>
          <p:nvPr/>
        </p:nvSpPr>
        <p:spPr>
          <a:xfrm>
            <a:off x="2850686" y="3366919"/>
            <a:ext cx="83193" cy="100550"/>
          </a:xfrm>
          <a:prstGeom prst="rect">
            <a:avLst/>
          </a:prstGeom>
          <a:solidFill>
            <a:srgbClr val="E6AE5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3" name="Editable reference element">
            <a:extLst>
              <a:ext uri="{FF2B5EF4-FFF2-40B4-BE49-F238E27FC236}">
                <ns2:creationId id="{5CDCA1C0-F9CC-493A-A29B-A73207ACBCA4}"/>
              </a:ext>
            </a:extLst>
          </p:cNvPr>
          <p:cNvSpPr>
            <a:spLocks noGrp="1"/>
          </p:cNvSpPr>
          <p:nvPr/>
        </p:nvSpPr>
        <p:spPr>
          <a:xfrm>
            <a:off x="2933879" y="3366919"/>
            <a:ext cx="83193" cy="100550"/>
          </a:xfrm>
          <a:prstGeom prst="rect">
            <a:avLst/>
          </a:prstGeom>
          <a:solidFill>
            <a:srgbClr val="FBF5E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4" name="Editable reference element">
            <a:extLst>
              <a:ext uri="{FF2B5EF4-FFF2-40B4-BE49-F238E27FC236}">
                <ns2:creationId id="{7417B2B1-5037-485B-B4BE-10D3D3D0701E}"/>
              </a:ext>
            </a:extLst>
          </p:cNvPr>
          <p:cNvSpPr>
            <a:spLocks noGrp="1"/>
          </p:cNvSpPr>
          <p:nvPr/>
        </p:nvSpPr>
        <p:spPr>
          <a:xfrm>
            <a:off x="3017072" y="3366919"/>
            <a:ext cx="83193" cy="100550"/>
          </a:xfrm>
          <a:prstGeom prst="rect">
            <a:avLst/>
          </a:prstGeom>
          <a:solidFill>
            <a:srgbClr val="FDEF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5" name="Editable reference element">
            <a:extLst>
              <a:ext uri="{FF2B5EF4-FFF2-40B4-BE49-F238E27FC236}">
                <ns2:creationId id="{2A12AD00-F9BB-4F98-9E5D-2C18DDCEE79F}"/>
              </a:ext>
            </a:extLst>
          </p:cNvPr>
          <p:cNvSpPr>
            <a:spLocks noGrp="1"/>
          </p:cNvSpPr>
          <p:nvPr/>
        </p:nvSpPr>
        <p:spPr>
          <a:xfrm>
            <a:off x="3100265" y="3366919"/>
            <a:ext cx="83193" cy="100550"/>
          </a:xfrm>
          <a:prstGeom prst="rect">
            <a:avLst/>
          </a:prstGeom>
          <a:solidFill>
            <a:srgbClr val="FCE5B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6" name="Editable reference element">
            <a:extLst>
              <a:ext uri="{FF2B5EF4-FFF2-40B4-BE49-F238E27FC236}">
                <ns2:creationId id="{1FE0BDBB-D9AA-423F-9911-108B62A1157F}"/>
              </a:ext>
            </a:extLst>
          </p:cNvPr>
          <p:cNvSpPr>
            <a:spLocks noGrp="1"/>
          </p:cNvSpPr>
          <p:nvPr/>
        </p:nvSpPr>
        <p:spPr>
          <a:xfrm>
            <a:off x="2517915" y="3467468"/>
            <a:ext cx="83193" cy="100550"/>
          </a:xfrm>
          <a:prstGeom prst="rect">
            <a:avLst/>
          </a:prstGeom>
          <a:solidFill>
            <a:srgbClr val="FCE3B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7" name="Editable reference element">
            <a:extLst>
              <a:ext uri="{FF2B5EF4-FFF2-40B4-BE49-F238E27FC236}">
                <ns2:creationId id="{77010D77-55ED-428A-A4EE-F9C01206B5C7}"/>
              </a:ext>
            </a:extLst>
          </p:cNvPr>
          <p:cNvSpPr>
            <a:spLocks noGrp="1"/>
          </p:cNvSpPr>
          <p:nvPr/>
        </p:nvSpPr>
        <p:spPr>
          <a:xfrm>
            <a:off x="2601108" y="3467468"/>
            <a:ext cx="83193" cy="100550"/>
          </a:xfrm>
          <a:prstGeom prst="rect">
            <a:avLst/>
          </a:prstGeom>
          <a:solidFill>
            <a:srgbClr val="EEB46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8" name="Editable reference element">
            <a:extLst>
              <a:ext uri="{FF2B5EF4-FFF2-40B4-BE49-F238E27FC236}">
                <ns2:creationId id="{5FB2607E-5A25-4ACF-A4DD-15421D152577}"/>
              </a:ext>
            </a:extLst>
          </p:cNvPr>
          <p:cNvSpPr>
            <a:spLocks noGrp="1"/>
          </p:cNvSpPr>
          <p:nvPr/>
        </p:nvSpPr>
        <p:spPr>
          <a:xfrm>
            <a:off x="2684301" y="3467468"/>
            <a:ext cx="83193" cy="100550"/>
          </a:xfrm>
          <a:prstGeom prst="rect">
            <a:avLst/>
          </a:prstGeom>
          <a:solidFill>
            <a:srgbClr val="F7F4E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29" name="Editable reference element">
            <a:extLst>
              <a:ext uri="{FF2B5EF4-FFF2-40B4-BE49-F238E27FC236}">
                <ns2:creationId id="{686A5411-2722-45A2-B04D-8B0C5A49F093}"/>
              </a:ext>
            </a:extLst>
          </p:cNvPr>
          <p:cNvSpPr>
            <a:spLocks noGrp="1"/>
          </p:cNvSpPr>
          <p:nvPr/>
        </p:nvSpPr>
        <p:spPr>
          <a:xfrm>
            <a:off x="2767493" y="3467468"/>
            <a:ext cx="83193" cy="100550"/>
          </a:xfrm>
          <a:prstGeom prst="rect">
            <a:avLst/>
          </a:prstGeom>
          <a:solidFill>
            <a:srgbClr val="FFFFF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30" name="Editable reference element">
            <a:extLst>
              <a:ext uri="{FF2B5EF4-FFF2-40B4-BE49-F238E27FC236}">
                <ns2:creationId id="{F61DFC3D-4630-4357-AB52-2ED69D124489}"/>
              </a:ext>
            </a:extLst>
          </p:cNvPr>
          <p:cNvSpPr>
            <a:spLocks noGrp="1"/>
          </p:cNvSpPr>
          <p:nvPr/>
        </p:nvSpPr>
        <p:spPr>
          <a:xfrm>
            <a:off x="2850686" y="3467468"/>
            <a:ext cx="83193" cy="100550"/>
          </a:xfrm>
          <a:prstGeom prst="rect">
            <a:avLst/>
          </a:prstGeom>
          <a:solidFill>
            <a:srgbClr val="E3AE6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31" name="Editable reference element">
            <a:extLst>
              <a:ext uri="{FF2B5EF4-FFF2-40B4-BE49-F238E27FC236}">
                <ns2:creationId id="{9950969C-831F-4328-A4A6-8C4628049071}"/>
              </a:ext>
            </a:extLst>
          </p:cNvPr>
          <p:cNvSpPr>
            <a:spLocks noGrp="1"/>
          </p:cNvSpPr>
          <p:nvPr/>
        </p:nvSpPr>
        <p:spPr>
          <a:xfrm>
            <a:off x="2933879" y="3467468"/>
            <a:ext cx="83193" cy="100550"/>
          </a:xfrm>
          <a:prstGeom prst="rect">
            <a:avLst/>
          </a:prstGeom>
          <a:solidFill>
            <a:srgbClr val="FBECD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32" name="Editable reference element">
            <a:extLst>
              <a:ext uri="{FF2B5EF4-FFF2-40B4-BE49-F238E27FC236}">
                <ns2:creationId id="{78DCD174-EE35-4DE6-BDCA-75162AF53A63}"/>
              </a:ext>
            </a:extLst>
          </p:cNvPr>
          <p:cNvSpPr>
            <a:spLocks noGrp="1"/>
          </p:cNvSpPr>
          <p:nvPr/>
        </p:nvSpPr>
        <p:spPr>
          <a:xfrm>
            <a:off x="3017072" y="3467468"/>
            <a:ext cx="83193" cy="100550"/>
          </a:xfrm>
          <a:prstGeom prst="rect">
            <a:avLst/>
          </a:prstGeom>
          <a:solidFill>
            <a:srgbClr val="EBAE6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33" name="Editable reference element">
            <a:extLst>
              <a:ext uri="{FF2B5EF4-FFF2-40B4-BE49-F238E27FC236}">
                <ns2:creationId id="{FD61288C-139D-404B-8BFE-08F8D0768902}"/>
              </a:ext>
            </a:extLst>
          </p:cNvPr>
          <p:cNvSpPr>
            <a:spLocks noGrp="1"/>
          </p:cNvSpPr>
          <p:nvPr/>
        </p:nvSpPr>
        <p:spPr>
          <a:xfrm>
            <a:off x="3100265" y="3467468"/>
            <a:ext cx="83193" cy="100550"/>
          </a:xfrm>
          <a:prstGeom prst="rect">
            <a:avLst/>
          </a:prstGeom>
          <a:solidFill>
            <a:srgbClr val="FEEED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34" name="Editable reference element">
            <a:extLst>
              <a:ext uri="{FF2B5EF4-FFF2-40B4-BE49-F238E27FC236}">
                <ns2:creationId id="{4100EDD9-6715-4442-86EA-660E76711C0B}"/>
              </a:ext>
            </a:extLst>
          </p:cNvPr>
          <p:cNvSpPr>
            <a:spLocks noGrp="1"/>
          </p:cNvSpPr>
          <p:nvPr/>
        </p:nvSpPr>
        <p:spPr>
          <a:xfrm>
            <a:off x="2517915" y="3065270"/>
            <a:ext cx="665543" cy="502748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535" name="Reference line">
            <a:extLst>
              <a:ext uri="{FF2B5EF4-FFF2-40B4-BE49-F238E27FC236}">
                <ns2:creationId id="{EE5495B6-E7A7-4C4A-8766-BA3A5D4AE49F}"/>
              </a:ext>
            </a:extLst>
          </p:cNvPr>
          <p:cNvSpPr>
            <a:spLocks noGrp="1"/>
          </p:cNvSpPr>
          <p:nvPr/>
        </p:nvSpPr>
        <p:spPr>
          <a:xfrm flipH="0" flipV="0">
            <a:off x="2450882" y="3065270"/>
            <a:ext cx="95" cy="517112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536" name="Reference arrowhead">
            <a:extLst>
              <a:ext uri="{FF2B5EF4-FFF2-40B4-BE49-F238E27FC236}">
                <ns2:creationId id="{2F01EFF6-0113-4CCD-81F2-D5136A22A4C1}"/>
              </a:ext>
            </a:extLst>
          </p:cNvPr>
          <p:cNvSpPr>
            <a:spLocks noGrp="1"/>
          </p:cNvSpPr>
          <p:nvPr/>
        </p:nvSpPr>
        <p:spPr>
          <a:xfrm rot="10800000">
            <a:off x="2436518" y="3548866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537" name="Reference line">
            <a:extLst>
              <a:ext uri="{FF2B5EF4-FFF2-40B4-BE49-F238E27FC236}">
                <ns2:creationId id="{A635E142-A326-4E72-95EB-A4C4A81B1FBB}"/>
              </a:ext>
            </a:extLst>
          </p:cNvPr>
          <p:cNvSpPr>
            <a:spLocks noGrp="1"/>
          </p:cNvSpPr>
          <p:nvPr/>
        </p:nvSpPr>
        <p:spPr>
          <a:xfrm flipH="0" flipV="1">
            <a:off x="2450882" y="3065270"/>
            <a:ext cx="95" cy="517112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538" name="Reference arrowhead">
            <a:extLst>
              <a:ext uri="{FF2B5EF4-FFF2-40B4-BE49-F238E27FC236}">
                <ns2:creationId id="{D1D3F757-CF75-4E91-A95E-70C6F4FEE574}"/>
              </a:ext>
            </a:extLst>
          </p:cNvPr>
          <p:cNvSpPr>
            <a:spLocks noGrp="1"/>
          </p:cNvSpPr>
          <p:nvPr/>
        </p:nvSpPr>
        <p:spPr>
          <a:xfrm rot="0">
            <a:off x="2436518" y="306527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539" name="Editable reference text: n">
            <a:extLst>
              <a:ext uri="{FF2B5EF4-FFF2-40B4-BE49-F238E27FC236}">
                <ns2:creationId id="{D5791005-31F6-4747-9FDA-6B1FF740BD52}"/>
              </a:ext>
            </a:extLst>
          </p:cNvPr>
          <p:cNvSpPr>
            <a:spLocks noGrp="1"/>
          </p:cNvSpPr>
          <p:nvPr/>
        </p:nvSpPr>
        <p:spPr>
          <a:xfrm>
            <a:off x="2321604" y="3285521"/>
            <a:ext cx="110126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540" name="Reference line">
            <a:extLst>
              <a:ext uri="{FF2B5EF4-FFF2-40B4-BE49-F238E27FC236}">
                <ns2:creationId id="{BCCDAA0C-7484-4147-95C4-9D1E9F4CD56B}"/>
              </a:ext>
            </a:extLst>
          </p:cNvPr>
          <p:cNvSpPr>
            <a:spLocks noGrp="1"/>
          </p:cNvSpPr>
          <p:nvPr/>
        </p:nvSpPr>
        <p:spPr>
          <a:xfrm flipH="0" flipV="0">
            <a:off x="2517915" y="3639839"/>
            <a:ext cx="665543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541" name="Reference arrowhead">
            <a:extLst>
              <a:ext uri="{FF2B5EF4-FFF2-40B4-BE49-F238E27FC236}">
                <ns2:creationId id="{499A35BC-BAA7-4FC3-AA87-BC32DD515BC5}"/>
              </a:ext>
            </a:extLst>
          </p:cNvPr>
          <p:cNvSpPr>
            <a:spLocks noGrp="1"/>
          </p:cNvSpPr>
          <p:nvPr/>
        </p:nvSpPr>
        <p:spPr>
          <a:xfrm rot="5400000">
            <a:off x="3152335" y="362308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542" name="Reference line">
            <a:extLst>
              <a:ext uri="{FF2B5EF4-FFF2-40B4-BE49-F238E27FC236}">
                <ns2:creationId id="{D5C522AB-53AF-4B7A-8E60-8ED929AC94EB}"/>
              </a:ext>
            </a:extLst>
          </p:cNvPr>
          <p:cNvSpPr>
            <a:spLocks noGrp="1"/>
          </p:cNvSpPr>
          <p:nvPr/>
        </p:nvSpPr>
        <p:spPr>
          <a:xfrm flipH="1" flipV="0">
            <a:off x="2517915" y="3639839"/>
            <a:ext cx="665543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543" name="Reference arrowhead">
            <a:extLst>
              <a:ext uri="{FF2B5EF4-FFF2-40B4-BE49-F238E27FC236}">
                <ns2:creationId id="{695C094F-595B-487A-9CFD-A89079379F7A}"/>
              </a:ext>
            </a:extLst>
          </p:cNvPr>
          <p:cNvSpPr>
            <a:spLocks noGrp="1"/>
          </p:cNvSpPr>
          <p:nvPr/>
        </p:nvSpPr>
        <p:spPr>
          <a:xfrm rot="16200000">
            <a:off x="2520309" y="3623081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544" name="Editable reference text: d">
            <a:extLst>
              <a:ext uri="{FF2B5EF4-FFF2-40B4-BE49-F238E27FC236}">
                <ns2:creationId id="{81450637-B08D-4AD6-96F3-123494D84138}"/>
              </a:ext>
            </a:extLst>
          </p:cNvPr>
          <p:cNvSpPr>
            <a:spLocks noGrp="1"/>
          </p:cNvSpPr>
          <p:nvPr/>
        </p:nvSpPr>
        <p:spPr>
          <a:xfrm>
            <a:off x="2723802" y="3673356"/>
            <a:ext cx="30643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545" name="Editable reference text: ⋯">
            <a:extLst>
              <a:ext uri="{FF2B5EF4-FFF2-40B4-BE49-F238E27FC236}">
                <ns2:creationId id="{46E508B4-C993-433E-90F7-031FB8135A69}"/>
              </a:ext>
            </a:extLst>
          </p:cNvPr>
          <p:cNvSpPr>
            <a:spLocks noGrp="1"/>
          </p:cNvSpPr>
          <p:nvPr/>
        </p:nvSpPr>
        <p:spPr>
          <a:xfrm>
            <a:off x="3216974" y="3218488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46" name="Editable reference element">
            <a:extLst>
              <a:ext uri="{FF2B5EF4-FFF2-40B4-BE49-F238E27FC236}">
                <ns2:creationId id="{3D60B245-BDC8-46AF-873D-3D39F8E76330}"/>
              </a:ext>
            </a:extLst>
          </p:cNvPr>
          <p:cNvSpPr>
            <a:spLocks noGrp="1"/>
          </p:cNvSpPr>
          <p:nvPr/>
        </p:nvSpPr>
        <p:spPr>
          <a:xfrm>
            <a:off x="229214" y="4003733"/>
            <a:ext cx="3160131" cy="569781"/>
          </a:xfrm>
          <a:prstGeom prst="roundRect">
            <a:avLst>
              <a:gd name="adj" fmla="val 13374"/>
            </a:avLst>
          </a:prstGeom>
          <a:solidFill>
            <a:srgbClr val="F0F4F8"/>
          </a:solidFill>
          <a:ln w="0">
            <a:noFill/>
            <a:prstDash val="solid"/>
          </a:ln>
        </p:spPr>
      </p:sp>
      <p:sp>
        <p:nvSpPr>
          <p:cNvPr id="547" name="Editable reference text: X′W′ᵀ = XWᵀ   when  HHᵀ = I  and D is invertible.">
            <a:extLst>
              <a:ext uri="{FF2B5EF4-FFF2-40B4-BE49-F238E27FC236}">
                <ns2:creationId id="{3CD5D651-0D01-4694-BBEC-51CCF035A752}"/>
              </a:ext>
            </a:extLst>
          </p:cNvPr>
          <p:cNvSpPr>
            <a:spLocks noGrp="1"/>
          </p:cNvSpPr>
          <p:nvPr/>
        </p:nvSpPr>
        <p:spPr>
          <a:xfrm>
            <a:off x="401585" y="4113859"/>
            <a:ext cx="2882423" cy="18194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X′W′ᵀ = XWᵀ   when  HHᵀ = I  and D is invertible.</a:t>
            </a:r>
          </a:p>
        </p:txBody>
      </p:sp>
      <p:sp>
        <p:nvSpPr>
          <p:cNvPr id="548" name="Editable reference text: Row-vector convention:   Y = XWᵀ.">
            <a:extLst>
              <a:ext uri="{FF2B5EF4-FFF2-40B4-BE49-F238E27FC236}">
                <ns2:creationId id="{2BD415E9-27D8-4E7D-AF52-06E6C1069089}"/>
              </a:ext>
            </a:extLst>
          </p:cNvPr>
          <p:cNvSpPr>
            <a:spLocks noGrp="1"/>
          </p:cNvSpPr>
          <p:nvPr/>
        </p:nvSpPr>
        <p:spPr>
          <a:xfrm>
            <a:off x="506922" y="4343686"/>
            <a:ext cx="2729204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Row-vector convention:   Y = XWᵀ.</a:t>
            </a:r>
          </a:p>
        </p:txBody>
      </p:sp>
      <p:sp>
        <p:nvSpPr>
          <p:cNvPr id="549" name="Editable reference text: Row-wise vector quantization (per output row)">
            <a:extLst>
              <a:ext uri="{FF2B5EF4-FFF2-40B4-BE49-F238E27FC236}">
                <ns2:creationId id="{215DE295-339B-4896-926F-FE04580B73F3}"/>
              </a:ext>
            </a:extLst>
          </p:cNvPr>
          <p:cNvSpPr>
            <a:spLocks noGrp="1"/>
          </p:cNvSpPr>
          <p:nvPr/>
        </p:nvSpPr>
        <p:spPr>
          <a:xfrm>
            <a:off x="3609596" y="1269741"/>
            <a:ext cx="3198436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Row-wise vector quantization (per output row)</a:t>
            </a:r>
          </a:p>
        </p:txBody>
      </p:sp>
      <p:sp>
        <p:nvSpPr>
          <p:cNvPr id="550" name="Editable reference text: wᵢ′ ∈ ℝ¹ˣᵈ">
            <a:extLst>
              <a:ext uri="{FF2B5EF4-FFF2-40B4-BE49-F238E27FC236}">
                <ns2:creationId id="{4578EFFD-5BC3-495A-B0B6-18D53EF5B272}"/>
              </a:ext>
            </a:extLst>
          </p:cNvPr>
          <p:cNvSpPr>
            <a:spLocks noGrp="1"/>
          </p:cNvSpPr>
          <p:nvPr/>
        </p:nvSpPr>
        <p:spPr>
          <a:xfrm>
            <a:off x="3810696" y="1456476"/>
            <a:ext cx="1177867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wᵢ′ ∈ ℝ¹ˣᵈ</a:t>
            </a:r>
          </a:p>
        </p:txBody>
      </p:sp>
      <p:sp>
        <p:nvSpPr>
          <p:cNvPr id="551" name="Editable reference element">
            <a:extLst>
              <a:ext uri="{FF2B5EF4-FFF2-40B4-BE49-F238E27FC236}">
                <ns2:creationId id="{112BBEF7-D5E5-4633-9BF9-B3D6929CB9AC}"/>
              </a:ext>
            </a:extLst>
          </p:cNvPr>
          <p:cNvSpPr>
            <a:spLocks noGrp="1"/>
          </p:cNvSpPr>
          <p:nvPr/>
        </p:nvSpPr>
        <p:spPr>
          <a:xfrm>
            <a:off x="3801120" y="1624059"/>
            <a:ext cx="93846" cy="110126"/>
          </a:xfrm>
          <a:prstGeom prst="rect">
            <a:avLst/>
          </a:prstGeom>
          <a:solidFill>
            <a:srgbClr val="FADDA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2" name="Editable reference element">
            <a:extLst>
              <a:ext uri="{FF2B5EF4-FFF2-40B4-BE49-F238E27FC236}">
                <ns2:creationId id="{A25EE467-5C1D-44B3-B9E3-49F31F1E5218}"/>
              </a:ext>
            </a:extLst>
          </p:cNvPr>
          <p:cNvSpPr>
            <a:spLocks noGrp="1"/>
          </p:cNvSpPr>
          <p:nvPr/>
        </p:nvSpPr>
        <p:spPr>
          <a:xfrm>
            <a:off x="3894966" y="1624059"/>
            <a:ext cx="93846" cy="110126"/>
          </a:xfrm>
          <a:prstGeom prst="rect">
            <a:avLst/>
          </a:prstGeom>
          <a:solidFill>
            <a:srgbClr val="FAD99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3" name="Editable reference element">
            <a:extLst>
              <a:ext uri="{FF2B5EF4-FFF2-40B4-BE49-F238E27FC236}">
                <ns2:creationId id="{6F1BB882-E065-4CFE-9638-21F98FC62613}"/>
              </a:ext>
            </a:extLst>
          </p:cNvPr>
          <p:cNvSpPr>
            <a:spLocks noGrp="1"/>
          </p:cNvSpPr>
          <p:nvPr/>
        </p:nvSpPr>
        <p:spPr>
          <a:xfrm>
            <a:off x="3988812" y="1624059"/>
            <a:ext cx="93846" cy="110126"/>
          </a:xfrm>
          <a:prstGeom prst="rect">
            <a:avLst/>
          </a:prstGeom>
          <a:solidFill>
            <a:srgbClr val="FCDDA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4" name="Editable reference element">
            <a:extLst>
              <a:ext uri="{FF2B5EF4-FFF2-40B4-BE49-F238E27FC236}">
                <ns2:creationId id="{54AE8F1B-C346-438A-B27C-2C8A2CD8E5FF}"/>
              </a:ext>
            </a:extLst>
          </p:cNvPr>
          <p:cNvSpPr>
            <a:spLocks noGrp="1"/>
          </p:cNvSpPr>
          <p:nvPr/>
        </p:nvSpPr>
        <p:spPr>
          <a:xfrm>
            <a:off x="4082658" y="1624059"/>
            <a:ext cx="93846" cy="110126"/>
          </a:xfrm>
          <a:prstGeom prst="rect">
            <a:avLst/>
          </a:prstGeom>
          <a:solidFill>
            <a:srgbClr val="FADAA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5" name="Editable reference element">
            <a:extLst>
              <a:ext uri="{FF2B5EF4-FFF2-40B4-BE49-F238E27FC236}">
                <ns2:creationId id="{B6B0269F-333C-4BA1-BF9B-71976E595AC2}"/>
              </a:ext>
            </a:extLst>
          </p:cNvPr>
          <p:cNvSpPr>
            <a:spLocks noGrp="1"/>
          </p:cNvSpPr>
          <p:nvPr/>
        </p:nvSpPr>
        <p:spPr>
          <a:xfrm>
            <a:off x="4176505" y="1624059"/>
            <a:ext cx="93846" cy="110126"/>
          </a:xfrm>
          <a:prstGeom prst="rect">
            <a:avLst/>
          </a:prstGeom>
          <a:solidFill>
            <a:srgbClr val="FBDFA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6" name="Editable reference element">
            <a:extLst>
              <a:ext uri="{FF2B5EF4-FFF2-40B4-BE49-F238E27FC236}">
                <ns2:creationId id="{95912C5E-E804-4409-A475-65A3054A5AD9}"/>
              </a:ext>
            </a:extLst>
          </p:cNvPr>
          <p:cNvSpPr>
            <a:spLocks noGrp="1"/>
          </p:cNvSpPr>
          <p:nvPr/>
        </p:nvSpPr>
        <p:spPr>
          <a:xfrm>
            <a:off x="3801120" y="1624059"/>
            <a:ext cx="469232" cy="110126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557" name="Editable reference element">
            <a:extLst>
              <a:ext uri="{FF2B5EF4-FFF2-40B4-BE49-F238E27FC236}">
                <ns2:creationId id="{B4A41746-6204-4B99-AD13-50CD8AB81165}"/>
              </a:ext>
            </a:extLst>
          </p:cNvPr>
          <p:cNvSpPr>
            <a:spLocks noGrp="1"/>
          </p:cNvSpPr>
          <p:nvPr/>
        </p:nvSpPr>
        <p:spPr>
          <a:xfrm>
            <a:off x="4289503" y="1624059"/>
            <a:ext cx="93846" cy="110126"/>
          </a:xfrm>
          <a:prstGeom prst="rect">
            <a:avLst/>
          </a:prstGeom>
          <a:solidFill>
            <a:srgbClr val="F1A4A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8" name="Editable reference element">
            <a:extLst>
              <a:ext uri="{FF2B5EF4-FFF2-40B4-BE49-F238E27FC236}">
                <ns2:creationId id="{25301E67-6AFC-4B56-AA63-138A28D6E133}"/>
              </a:ext>
            </a:extLst>
          </p:cNvPr>
          <p:cNvSpPr>
            <a:spLocks noGrp="1"/>
          </p:cNvSpPr>
          <p:nvPr/>
        </p:nvSpPr>
        <p:spPr>
          <a:xfrm>
            <a:off x="4383350" y="1624059"/>
            <a:ext cx="93846" cy="110126"/>
          </a:xfrm>
          <a:prstGeom prst="rect">
            <a:avLst/>
          </a:prstGeom>
          <a:solidFill>
            <a:srgbClr val="F2A5A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59" name="Editable reference element">
            <a:extLst>
              <a:ext uri="{FF2B5EF4-FFF2-40B4-BE49-F238E27FC236}">
                <ns2:creationId id="{E5A7577B-4655-4F89-9CDE-79A55388ED3F}"/>
              </a:ext>
            </a:extLst>
          </p:cNvPr>
          <p:cNvSpPr>
            <a:spLocks noGrp="1"/>
          </p:cNvSpPr>
          <p:nvPr/>
        </p:nvSpPr>
        <p:spPr>
          <a:xfrm>
            <a:off x="4477196" y="1624059"/>
            <a:ext cx="93846" cy="110126"/>
          </a:xfrm>
          <a:prstGeom prst="rect">
            <a:avLst/>
          </a:prstGeom>
          <a:solidFill>
            <a:srgbClr val="F3B4B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0" name="Editable reference element">
            <a:extLst>
              <a:ext uri="{FF2B5EF4-FFF2-40B4-BE49-F238E27FC236}">
                <ns2:creationId id="{143BABCA-2BDA-4E3F-85A1-43FE0C1BF5ED}"/>
              </a:ext>
            </a:extLst>
          </p:cNvPr>
          <p:cNvSpPr>
            <a:spLocks noGrp="1"/>
          </p:cNvSpPr>
          <p:nvPr/>
        </p:nvSpPr>
        <p:spPr>
          <a:xfrm>
            <a:off x="4571042" y="1624059"/>
            <a:ext cx="93846" cy="110126"/>
          </a:xfrm>
          <a:prstGeom prst="rect">
            <a:avLst/>
          </a:prstGeom>
          <a:solidFill>
            <a:srgbClr val="F1A9B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1" name="Editable reference element">
            <a:extLst>
              <a:ext uri="{FF2B5EF4-FFF2-40B4-BE49-F238E27FC236}">
                <ns2:creationId id="{13D201CC-0C00-46A9-904B-97035545763B}"/>
              </a:ext>
            </a:extLst>
          </p:cNvPr>
          <p:cNvSpPr>
            <a:spLocks noGrp="1"/>
          </p:cNvSpPr>
          <p:nvPr/>
        </p:nvSpPr>
        <p:spPr>
          <a:xfrm>
            <a:off x="4664889" y="1624059"/>
            <a:ext cx="93846" cy="110126"/>
          </a:xfrm>
          <a:prstGeom prst="rect">
            <a:avLst/>
          </a:prstGeom>
          <a:solidFill>
            <a:srgbClr val="F3A9B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2" name="Editable reference element">
            <a:extLst>
              <a:ext uri="{FF2B5EF4-FFF2-40B4-BE49-F238E27FC236}">
                <ns2:creationId id="{C1456403-2FBB-458F-B52D-E0807B6DBBC1}"/>
              </a:ext>
            </a:extLst>
          </p:cNvPr>
          <p:cNvSpPr>
            <a:spLocks noGrp="1"/>
          </p:cNvSpPr>
          <p:nvPr/>
        </p:nvSpPr>
        <p:spPr>
          <a:xfrm>
            <a:off x="4289503" y="1624059"/>
            <a:ext cx="469232" cy="11012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563" name="Editable reference element">
            <a:extLst>
              <a:ext uri="{FF2B5EF4-FFF2-40B4-BE49-F238E27FC236}">
                <ns2:creationId id="{1E82DA3F-8391-41EC-AF97-1BAC98AC80C7}"/>
              </a:ext>
            </a:extLst>
          </p:cNvPr>
          <p:cNvSpPr>
            <a:spLocks noGrp="1"/>
          </p:cNvSpPr>
          <p:nvPr/>
        </p:nvSpPr>
        <p:spPr>
          <a:xfrm>
            <a:off x="5065172" y="1624059"/>
            <a:ext cx="93846" cy="110126"/>
          </a:xfrm>
          <a:prstGeom prst="rect">
            <a:avLst/>
          </a:prstGeom>
          <a:solidFill>
            <a:srgbClr val="8ACAB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4" name="Editable reference element">
            <a:extLst>
              <a:ext uri="{FF2B5EF4-FFF2-40B4-BE49-F238E27FC236}">
                <ns2:creationId id="{DF85CBA6-4DF7-4BDD-BDA0-C15B7A891BF1}"/>
              </a:ext>
            </a:extLst>
          </p:cNvPr>
          <p:cNvSpPr>
            <a:spLocks noGrp="1"/>
          </p:cNvSpPr>
          <p:nvPr/>
        </p:nvSpPr>
        <p:spPr>
          <a:xfrm>
            <a:off x="5159018" y="1624059"/>
            <a:ext cx="93846" cy="110126"/>
          </a:xfrm>
          <a:prstGeom prst="rect">
            <a:avLst/>
          </a:prstGeom>
          <a:solidFill>
            <a:srgbClr val="8AC8B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5" name="Editable reference element">
            <a:extLst>
              <a:ext uri="{FF2B5EF4-FFF2-40B4-BE49-F238E27FC236}">
                <ns2:creationId id="{65EF58EA-F2EF-4568-AAD5-CFA2FC48F8A6}"/>
              </a:ext>
            </a:extLst>
          </p:cNvPr>
          <p:cNvSpPr>
            <a:spLocks noGrp="1"/>
          </p:cNvSpPr>
          <p:nvPr/>
        </p:nvSpPr>
        <p:spPr>
          <a:xfrm>
            <a:off x="5252865" y="1624059"/>
            <a:ext cx="93846" cy="110126"/>
          </a:xfrm>
          <a:prstGeom prst="rect">
            <a:avLst/>
          </a:prstGeom>
          <a:solidFill>
            <a:srgbClr val="97D0B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6" name="Editable reference element">
            <a:extLst>
              <a:ext uri="{FF2B5EF4-FFF2-40B4-BE49-F238E27FC236}">
                <ns2:creationId id="{5E9895E3-9355-4A9B-845D-5076E10EED57}"/>
              </a:ext>
            </a:extLst>
          </p:cNvPr>
          <p:cNvSpPr>
            <a:spLocks noGrp="1"/>
          </p:cNvSpPr>
          <p:nvPr/>
        </p:nvSpPr>
        <p:spPr>
          <a:xfrm>
            <a:off x="5346711" y="1624059"/>
            <a:ext cx="93846" cy="110126"/>
          </a:xfrm>
          <a:prstGeom prst="rect">
            <a:avLst/>
          </a:prstGeom>
          <a:solidFill>
            <a:srgbClr val="8CCBB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7" name="Editable reference element">
            <a:extLst>
              <a:ext uri="{FF2B5EF4-FFF2-40B4-BE49-F238E27FC236}">
                <ns2:creationId id="{9088D594-305A-4D77-B82E-ED0E1E904129}"/>
              </a:ext>
            </a:extLst>
          </p:cNvPr>
          <p:cNvSpPr>
            <a:spLocks noGrp="1"/>
          </p:cNvSpPr>
          <p:nvPr/>
        </p:nvSpPr>
        <p:spPr>
          <a:xfrm>
            <a:off x="5440557" y="1624059"/>
            <a:ext cx="93846" cy="110126"/>
          </a:xfrm>
          <a:prstGeom prst="rect">
            <a:avLst/>
          </a:prstGeom>
          <a:solidFill>
            <a:srgbClr val="87C8B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68" name="Editable reference element">
            <a:extLst>
              <a:ext uri="{FF2B5EF4-FFF2-40B4-BE49-F238E27FC236}">
                <ns2:creationId id="{A486DE48-6533-4709-B752-8089D1295287}"/>
              </a:ext>
            </a:extLst>
          </p:cNvPr>
          <p:cNvSpPr>
            <a:spLocks noGrp="1"/>
          </p:cNvSpPr>
          <p:nvPr/>
        </p:nvSpPr>
        <p:spPr>
          <a:xfrm>
            <a:off x="5065172" y="1624059"/>
            <a:ext cx="469232" cy="11012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569" name="Editable reference text: ⋯">
            <a:extLst>
              <a:ext uri="{FF2B5EF4-FFF2-40B4-BE49-F238E27FC236}">
                <ns2:creationId id="{C26BBA96-69AD-4AA1-B779-7FF08FAECCB8}"/>
              </a:ext>
            </a:extLst>
          </p:cNvPr>
          <p:cNvSpPr>
            <a:spLocks noGrp="1"/>
          </p:cNvSpPr>
          <p:nvPr/>
        </p:nvSpPr>
        <p:spPr>
          <a:xfrm>
            <a:off x="4844920" y="1580966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570" name="Reference line">
            <a:extLst>
              <a:ext uri="{FF2B5EF4-FFF2-40B4-BE49-F238E27FC236}">
                <ns2:creationId id="{D7F63D21-FEB4-4663-9463-7B383F1C5EC2}"/>
              </a:ext>
            </a:extLst>
          </p:cNvPr>
          <p:cNvSpPr>
            <a:spLocks noGrp="1"/>
          </p:cNvSpPr>
          <p:nvPr/>
        </p:nvSpPr>
        <p:spPr>
          <a:xfrm flipH="0" flipV="0">
            <a:off x="3801120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1" name="Reference line">
            <a:extLst>
              <a:ext uri="{FF2B5EF4-FFF2-40B4-BE49-F238E27FC236}">
                <ns2:creationId id="{5A7A48F4-EA71-4B7C-B12D-197C40932387}"/>
              </a:ext>
            </a:extLst>
          </p:cNvPr>
          <p:cNvSpPr>
            <a:spLocks noGrp="1"/>
          </p:cNvSpPr>
          <p:nvPr/>
        </p:nvSpPr>
        <p:spPr>
          <a:xfrm flipH="0" flipV="0">
            <a:off x="3829848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2" name="Reference line">
            <a:extLst>
              <a:ext uri="{FF2B5EF4-FFF2-40B4-BE49-F238E27FC236}">
                <ns2:creationId id="{5A85B5F9-F789-42D1-BB88-565849953FEB}"/>
              </a:ext>
            </a:extLst>
          </p:cNvPr>
          <p:cNvSpPr>
            <a:spLocks noGrp="1"/>
          </p:cNvSpPr>
          <p:nvPr/>
        </p:nvSpPr>
        <p:spPr>
          <a:xfrm flipH="0" flipV="1">
            <a:off x="4241623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3" name="Editable reference text: block 1">
            <a:extLst>
              <a:ext uri="{FF2B5EF4-FFF2-40B4-BE49-F238E27FC236}">
                <ns2:creationId id="{753472C6-8DAE-4979-ACB9-53A0EB8B23BF}"/>
              </a:ext>
            </a:extLst>
          </p:cNvPr>
          <p:cNvSpPr>
            <a:spLocks noGrp="1"/>
          </p:cNvSpPr>
          <p:nvPr/>
        </p:nvSpPr>
        <p:spPr>
          <a:xfrm>
            <a:off x="3801120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1</a:t>
            </a:r>
          </a:p>
        </p:txBody>
      </p:sp>
      <p:sp>
        <p:nvSpPr>
          <p:cNvPr id="574" name="Reference line">
            <a:extLst>
              <a:ext uri="{FF2B5EF4-FFF2-40B4-BE49-F238E27FC236}">
                <ns2:creationId id="{BF570E52-F3CB-474C-A634-593883FA2443}"/>
              </a:ext>
            </a:extLst>
          </p:cNvPr>
          <p:cNvSpPr>
            <a:spLocks noGrp="1"/>
          </p:cNvSpPr>
          <p:nvPr/>
        </p:nvSpPr>
        <p:spPr>
          <a:xfrm flipH="0" flipV="0">
            <a:off x="4289503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5" name="Reference line">
            <a:extLst>
              <a:ext uri="{FF2B5EF4-FFF2-40B4-BE49-F238E27FC236}">
                <ns2:creationId id="{33D84436-A8A8-408E-BADC-F95414DD9844}"/>
              </a:ext>
            </a:extLst>
          </p:cNvPr>
          <p:cNvSpPr>
            <a:spLocks noGrp="1"/>
          </p:cNvSpPr>
          <p:nvPr/>
        </p:nvSpPr>
        <p:spPr>
          <a:xfrm flipH="0" flipV="0">
            <a:off x="4318232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6" name="Reference line">
            <a:extLst>
              <a:ext uri="{FF2B5EF4-FFF2-40B4-BE49-F238E27FC236}">
                <ns2:creationId id="{10083DE2-70F6-4B7E-A5C9-8F6CCF6B437C}"/>
              </a:ext>
            </a:extLst>
          </p:cNvPr>
          <p:cNvSpPr>
            <a:spLocks noGrp="1"/>
          </p:cNvSpPr>
          <p:nvPr/>
        </p:nvSpPr>
        <p:spPr>
          <a:xfrm flipH="0" flipV="1">
            <a:off x="4730007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7" name="Editable reference text: block 2">
            <a:extLst>
              <a:ext uri="{FF2B5EF4-FFF2-40B4-BE49-F238E27FC236}">
                <ns2:creationId id="{B3525ACD-FC40-439D-AB1E-F6A23A0B0446}"/>
              </a:ext>
            </a:extLst>
          </p:cNvPr>
          <p:cNvSpPr>
            <a:spLocks noGrp="1"/>
          </p:cNvSpPr>
          <p:nvPr/>
        </p:nvSpPr>
        <p:spPr>
          <a:xfrm>
            <a:off x="4289503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2</a:t>
            </a:r>
          </a:p>
        </p:txBody>
      </p:sp>
      <p:sp>
        <p:nvSpPr>
          <p:cNvPr id="578" name="Reference line">
            <a:extLst>
              <a:ext uri="{FF2B5EF4-FFF2-40B4-BE49-F238E27FC236}">
                <ns2:creationId id="{79792BD6-A212-4701-8AF0-D1A5C2B3F57F}"/>
              </a:ext>
            </a:extLst>
          </p:cNvPr>
          <p:cNvSpPr>
            <a:spLocks noGrp="1"/>
          </p:cNvSpPr>
          <p:nvPr/>
        </p:nvSpPr>
        <p:spPr>
          <a:xfrm flipH="0" flipV="0">
            <a:off x="5065172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79" name="Reference line">
            <a:extLst>
              <a:ext uri="{FF2B5EF4-FFF2-40B4-BE49-F238E27FC236}">
                <ns2:creationId id="{E95D3D60-6ECD-4D14-A5EB-FF42B4EE7B7F}"/>
              </a:ext>
            </a:extLst>
          </p:cNvPr>
          <p:cNvSpPr>
            <a:spLocks noGrp="1"/>
          </p:cNvSpPr>
          <p:nvPr/>
        </p:nvSpPr>
        <p:spPr>
          <a:xfrm flipH="0" flipV="0">
            <a:off x="5093900" y="1815582"/>
            <a:ext cx="411775" cy="95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80" name="Reference line">
            <a:extLst>
              <a:ext uri="{FF2B5EF4-FFF2-40B4-BE49-F238E27FC236}">
                <ns2:creationId id="{54D56407-9FFE-4D10-B6D8-B9D76F331832}"/>
              </a:ext>
            </a:extLst>
          </p:cNvPr>
          <p:cNvSpPr>
            <a:spLocks noGrp="1"/>
          </p:cNvSpPr>
          <p:nvPr/>
        </p:nvSpPr>
        <p:spPr>
          <a:xfrm flipH="0" flipV="1">
            <a:off x="5505675" y="1772489"/>
            <a:ext cx="28728" cy="43093"/>
          </a:xfrm>
          <a:prstGeom prst="line">
            <a:avLst/>
          </a:prstGeom>
          <a:noFill/>
          <a:ln w="4788">
            <a:solidFill>
              <a:srgbClr val="0B2255"/>
            </a:solidFill>
            <a:prstDash val="solid"/>
          </a:ln>
        </p:spPr>
      </p:sp>
      <p:sp>
        <p:nvSpPr>
          <p:cNvPr id="581" name="Editable reference text: block K">
            <a:extLst>
              <a:ext uri="{FF2B5EF4-FFF2-40B4-BE49-F238E27FC236}">
                <ns2:creationId id="{E8AAC736-022C-4FCC-B559-60669BEEF245}"/>
              </a:ext>
            </a:extLst>
          </p:cNvPr>
          <p:cNvSpPr>
            <a:spLocks noGrp="1"/>
          </p:cNvSpPr>
          <p:nvPr/>
        </p:nvSpPr>
        <p:spPr>
          <a:xfrm>
            <a:off x="5065172" y="1858674"/>
            <a:ext cx="46923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block K</a:t>
            </a:r>
          </a:p>
        </p:txBody>
      </p:sp>
      <p:sp>
        <p:nvSpPr>
          <p:cNvPr id="582" name="Editable reference text: Split each row into K small vectors">
            <a:extLst>
              <a:ext uri="{FF2B5EF4-FFF2-40B4-BE49-F238E27FC236}">
                <ns2:creationId id="{277F3588-FEA0-43F1-B1EB-E7D897EE6E64}"/>
              </a:ext>
            </a:extLst>
          </p:cNvPr>
          <p:cNvSpPr>
            <a:spLocks noGrp="1"/>
          </p:cNvSpPr>
          <p:nvPr/>
        </p:nvSpPr>
        <p:spPr>
          <a:xfrm>
            <a:off x="3887305" y="1987952"/>
            <a:ext cx="178116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Split each row into K small vectors</a:t>
            </a:r>
          </a:p>
        </p:txBody>
      </p:sp>
      <p:sp>
        <p:nvSpPr>
          <p:cNvPr id="583" name="Reference line">
            <a:extLst>
              <a:ext uri="{FF2B5EF4-FFF2-40B4-BE49-F238E27FC236}">
                <ns2:creationId id="{BBC7EB44-CDE9-4656-896B-0FDA03652803}"/>
              </a:ext>
            </a:extLst>
          </p:cNvPr>
          <p:cNvSpPr>
            <a:spLocks noGrp="1"/>
          </p:cNvSpPr>
          <p:nvPr/>
        </p:nvSpPr>
        <p:spPr>
          <a:xfrm flipH="0" flipV="0">
            <a:off x="4677338" y="2131595"/>
            <a:ext cx="95" cy="119702"/>
          </a:xfrm>
          <a:prstGeom prst="line">
            <a:avLst/>
          </a:prstGeom>
          <a:noFill/>
          <a:ln w="19152">
            <a:solidFill>
              <a:srgbClr val="165689"/>
            </a:solidFill>
            <a:prstDash val="solid"/>
          </a:ln>
        </p:spPr>
      </p:sp>
      <p:sp>
        <p:nvSpPr>
          <p:cNvPr id="584" name="Reference arrowhead">
            <a:extLst>
              <a:ext uri="{FF2B5EF4-FFF2-40B4-BE49-F238E27FC236}">
                <ns2:creationId id="{DEB6673B-1306-4E87-B219-872D82C86506}"/>
              </a:ext>
            </a:extLst>
          </p:cNvPr>
          <p:cNvSpPr>
            <a:spLocks noGrp="1"/>
          </p:cNvSpPr>
          <p:nvPr/>
        </p:nvSpPr>
        <p:spPr>
          <a:xfrm rot="10800000">
            <a:off x="4645736" y="2174687"/>
            <a:ext cx="63203" cy="76609"/>
          </a:xfrm>
          <a:prstGeom prst="triangle">
            <a:avLst/>
          </a:prstGeom>
          <a:solidFill>
            <a:srgbClr val="165689"/>
          </a:solidFill>
          <a:ln w="0">
            <a:noFill/>
            <a:prstDash val="solid"/>
          </a:ln>
        </p:spPr>
      </p:sp>
      <p:sp>
        <p:nvSpPr>
          <p:cNvPr id="585" name="Editable reference element">
            <a:extLst>
              <a:ext uri="{FF2B5EF4-FFF2-40B4-BE49-F238E27FC236}">
                <ns2:creationId id="{69FA1E40-C70F-470A-A13F-D6DDC21E4B39}"/>
              </a:ext>
            </a:extLst>
          </p:cNvPr>
          <p:cNvSpPr>
            <a:spLocks noGrp="1"/>
          </p:cNvSpPr>
          <p:nvPr/>
        </p:nvSpPr>
        <p:spPr>
          <a:xfrm>
            <a:off x="3532987" y="2284813"/>
            <a:ext cx="2245608" cy="1115622"/>
          </a:xfrm>
          <a:prstGeom prst="roundRect">
            <a:avLst>
              <a:gd name="adj" fmla="val 6830"/>
            </a:avLst>
          </a:prstGeom>
          <a:solidFill>
            <a:srgbClr val="EDF7F8"/>
          </a:solidFill>
          <a:ln w="5746">
            <a:solidFill>
              <a:srgbClr val="3E9EAC"/>
            </a:solidFill>
            <a:prstDash val="dash"/>
          </a:ln>
        </p:spPr>
      </p:sp>
      <p:sp>
        <p:nvSpPr>
          <p:cNvPr id="586" name="Editable reference text: Sensitive codebook C + vector indices z">
            <a:extLst>
              <a:ext uri="{FF2B5EF4-FFF2-40B4-BE49-F238E27FC236}">
                <ns2:creationId id="{683A8554-391F-4B83-B2F2-D0412D0C8291}"/>
              </a:ext>
            </a:extLst>
          </p:cNvPr>
          <p:cNvSpPr>
            <a:spLocks noGrp="1"/>
          </p:cNvSpPr>
          <p:nvPr/>
        </p:nvSpPr>
        <p:spPr>
          <a:xfrm>
            <a:off x="3614385" y="2337482"/>
            <a:ext cx="2092390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Sensitive codebook C + vector indices z</a:t>
            </a:r>
          </a:p>
        </p:txBody>
      </p:sp>
      <p:sp>
        <p:nvSpPr>
          <p:cNvPr id="587" name="Editable reference text: w ∈ ℝ¹ˣᵐ">
            <a:extLst>
              <a:ext uri="{FF2B5EF4-FFF2-40B4-BE49-F238E27FC236}">
                <ns2:creationId id="{66F675D0-C414-4B00-9EE5-02417D08D538}"/>
              </a:ext>
            </a:extLst>
          </p:cNvPr>
          <p:cNvSpPr>
            <a:spLocks noGrp="1"/>
          </p:cNvSpPr>
          <p:nvPr/>
        </p:nvSpPr>
        <p:spPr>
          <a:xfrm>
            <a:off x="3623961" y="2720528"/>
            <a:ext cx="593722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w ∈ ℝ¹ˣᵐ</a:t>
            </a:r>
          </a:p>
        </p:txBody>
      </p:sp>
      <p:sp>
        <p:nvSpPr>
          <p:cNvPr id="588" name="Editable reference element">
            <a:extLst>
              <a:ext uri="{FF2B5EF4-FFF2-40B4-BE49-F238E27FC236}">
                <ns2:creationId id="{C03485C7-B5B3-4396-9513-86AC6668BC7F}"/>
              </a:ext>
            </a:extLst>
          </p:cNvPr>
          <p:cNvSpPr>
            <a:spLocks noGrp="1"/>
          </p:cNvSpPr>
          <p:nvPr/>
        </p:nvSpPr>
        <p:spPr>
          <a:xfrm>
            <a:off x="3623961" y="2868959"/>
            <a:ext cx="86185" cy="105338"/>
          </a:xfrm>
          <a:prstGeom prst="rect">
            <a:avLst/>
          </a:prstGeom>
          <a:solidFill>
            <a:srgbClr val="FDE4B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89" name="Editable reference element">
            <a:extLst>
              <a:ext uri="{FF2B5EF4-FFF2-40B4-BE49-F238E27FC236}">
                <ns2:creationId id="{994AD711-7BB9-47B2-9A72-177E2B4C7F38}"/>
              </a:ext>
            </a:extLst>
          </p:cNvPr>
          <p:cNvSpPr>
            <a:spLocks noGrp="1"/>
          </p:cNvSpPr>
          <p:nvPr/>
        </p:nvSpPr>
        <p:spPr>
          <a:xfrm>
            <a:off x="3710146" y="2868959"/>
            <a:ext cx="86185" cy="105338"/>
          </a:xfrm>
          <a:prstGeom prst="rect">
            <a:avLst/>
          </a:prstGeom>
          <a:solidFill>
            <a:srgbClr val="FBE0B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90" name="Editable reference element">
            <a:extLst>
              <a:ext uri="{FF2B5EF4-FFF2-40B4-BE49-F238E27FC236}">
                <ns2:creationId id="{A6A1AC86-6A35-4D3A-B015-97814DD1EE3B}"/>
              </a:ext>
            </a:extLst>
          </p:cNvPr>
          <p:cNvSpPr>
            <a:spLocks noGrp="1"/>
          </p:cNvSpPr>
          <p:nvPr/>
        </p:nvSpPr>
        <p:spPr>
          <a:xfrm>
            <a:off x="3796331" y="2868959"/>
            <a:ext cx="86185" cy="105338"/>
          </a:xfrm>
          <a:prstGeom prst="rect">
            <a:avLst/>
          </a:prstGeom>
          <a:solidFill>
            <a:srgbClr val="FCE2B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91" name="Editable reference element">
            <a:extLst>
              <a:ext uri="{FF2B5EF4-FFF2-40B4-BE49-F238E27FC236}">
                <ns2:creationId id="{DBAB895C-F9F0-4C5A-AF28-3247809AE95F}"/>
              </a:ext>
            </a:extLst>
          </p:cNvPr>
          <p:cNvSpPr>
            <a:spLocks noGrp="1"/>
          </p:cNvSpPr>
          <p:nvPr/>
        </p:nvSpPr>
        <p:spPr>
          <a:xfrm>
            <a:off x="3882517" y="2868959"/>
            <a:ext cx="86185" cy="105338"/>
          </a:xfrm>
          <a:prstGeom prst="rect">
            <a:avLst/>
          </a:prstGeom>
          <a:solidFill>
            <a:srgbClr val="FBE1B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92" name="Editable reference element">
            <a:extLst>
              <a:ext uri="{FF2B5EF4-FFF2-40B4-BE49-F238E27FC236}">
                <ns2:creationId id="{16169901-8D29-49C8-8802-818FC80F9133}"/>
              </a:ext>
            </a:extLst>
          </p:cNvPr>
          <p:cNvSpPr>
            <a:spLocks noGrp="1"/>
          </p:cNvSpPr>
          <p:nvPr/>
        </p:nvSpPr>
        <p:spPr>
          <a:xfrm>
            <a:off x="3968702" y="2868959"/>
            <a:ext cx="86185" cy="105338"/>
          </a:xfrm>
          <a:prstGeom prst="rect">
            <a:avLst/>
          </a:prstGeom>
          <a:solidFill>
            <a:srgbClr val="FCE6C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593" name="Editable reference element">
            <a:extLst>
              <a:ext uri="{FF2B5EF4-FFF2-40B4-BE49-F238E27FC236}">
                <ns2:creationId id="{04BA0E2A-3EE4-48F7-B299-37098A199332}"/>
              </a:ext>
            </a:extLst>
          </p:cNvPr>
          <p:cNvSpPr>
            <a:spLocks noGrp="1"/>
          </p:cNvSpPr>
          <p:nvPr/>
        </p:nvSpPr>
        <p:spPr>
          <a:xfrm>
            <a:off x="3623961" y="2868959"/>
            <a:ext cx="430927" cy="105338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594" name="Reference line">
            <a:extLst>
              <a:ext uri="{FF2B5EF4-FFF2-40B4-BE49-F238E27FC236}">
                <ns2:creationId id="{78FF3A37-FEFE-4C8A-B6C2-580E45E31FA6}"/>
              </a:ext>
            </a:extLst>
          </p:cNvPr>
          <p:cNvSpPr>
            <a:spLocks noGrp="1"/>
          </p:cNvSpPr>
          <p:nvPr/>
        </p:nvSpPr>
        <p:spPr>
          <a:xfrm flipH="0" flipV="0">
            <a:off x="4179378" y="2916839"/>
            <a:ext cx="378258" cy="95"/>
          </a:xfrm>
          <a:prstGeom prst="line">
            <a:avLst/>
          </a:prstGeom>
          <a:noFill/>
          <a:ln w="9576">
            <a:solidFill>
              <a:srgbClr val="1876A4"/>
            </a:solidFill>
            <a:prstDash val="solid"/>
          </a:ln>
        </p:spPr>
      </p:sp>
      <p:sp>
        <p:nvSpPr>
          <p:cNvPr id="595" name="Reference arrowhead">
            <a:extLst>
              <a:ext uri="{FF2B5EF4-FFF2-40B4-BE49-F238E27FC236}">
                <ns2:creationId id="{6328562B-91B1-4D82-9355-CE51BDCAC527}"/>
              </a:ext>
            </a:extLst>
          </p:cNvPr>
          <p:cNvSpPr>
            <a:spLocks noGrp="1"/>
          </p:cNvSpPr>
          <p:nvPr/>
        </p:nvSpPr>
        <p:spPr>
          <a:xfrm rot="5400000">
            <a:off x="4522683" y="2897687"/>
            <a:ext cx="31601" cy="38305"/>
          </a:xfrm>
          <a:prstGeom prst="triangle">
            <a:avLst/>
          </a:prstGeom>
          <a:solidFill>
            <a:srgbClr val="1876A4"/>
          </a:solidFill>
          <a:ln w="0">
            <a:noFill/>
            <a:prstDash val="solid"/>
          </a:ln>
        </p:spPr>
      </p:sp>
      <p:sp>
        <p:nvSpPr>
          <p:cNvPr id="596" name="Editable reference text: arg min">
            <a:extLst>
              <a:ext uri="{FF2B5EF4-FFF2-40B4-BE49-F238E27FC236}">
                <ns2:creationId id="{22B48AFD-D267-4473-88B1-1F553C4F0DBF}"/>
              </a:ext>
            </a:extLst>
          </p:cNvPr>
          <p:cNvSpPr>
            <a:spLocks noGrp="1"/>
          </p:cNvSpPr>
          <p:nvPr/>
        </p:nvSpPr>
        <p:spPr>
          <a:xfrm>
            <a:off x="4198530" y="2758833"/>
            <a:ext cx="354318" cy="10533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arg min</a:t>
            </a:r>
          </a:p>
        </p:txBody>
      </p:sp>
      <p:sp>
        <p:nvSpPr>
          <p:cNvPr id="597" name="Editable reference text: z">
            <a:extLst>
              <a:ext uri="{FF2B5EF4-FFF2-40B4-BE49-F238E27FC236}">
                <ns2:creationId id="{0197608A-10C9-4995-BBA4-44E67FE23991}"/>
              </a:ext>
            </a:extLst>
          </p:cNvPr>
          <p:cNvSpPr>
            <a:spLocks noGrp="1"/>
          </p:cNvSpPr>
          <p:nvPr/>
        </p:nvSpPr>
        <p:spPr>
          <a:xfrm>
            <a:off x="4318232" y="2854594"/>
            <a:ext cx="105338" cy="8139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2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28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598" name="Editable reference text: (w−c_z)ᵀM(w−c_z)">
            <a:extLst>
              <a:ext uri="{FF2B5EF4-FFF2-40B4-BE49-F238E27FC236}">
                <ns2:creationId id="{2D27E815-0C62-4763-8579-0261EE0BA0F1}"/>
              </a:ext>
            </a:extLst>
          </p:cNvPr>
          <p:cNvSpPr>
            <a:spLocks noGrp="1"/>
          </p:cNvSpPr>
          <p:nvPr/>
        </p:nvSpPr>
        <p:spPr>
          <a:xfrm>
            <a:off x="3939974" y="3017389"/>
            <a:ext cx="780457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(w−</a:t>
            </a: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528" b="0" i="1" baseline="-2500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)ᵀM(w−</a:t>
            </a: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</a:t>
            </a:r>
            <a:r>
              <a:rPr sz="528" b="0" i="1" baseline="-2500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z</a:t>
            </a:r>
            <a:r>
              <a:rPr sz="754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  <p:sp>
        <p:nvSpPr>
          <p:cNvPr id="599" name="Editable reference text: C ∈ ℝⱽˣᵐ">
            <a:extLst>
              <a:ext uri="{FF2B5EF4-FFF2-40B4-BE49-F238E27FC236}">
                <ns2:creationId id="{E1E601C9-6CA7-434C-83E3-093D7293CF1B}"/>
              </a:ext>
            </a:extLst>
          </p:cNvPr>
          <p:cNvSpPr>
            <a:spLocks noGrp="1"/>
          </p:cNvSpPr>
          <p:nvPr/>
        </p:nvSpPr>
        <p:spPr>
          <a:xfrm>
            <a:off x="4715642" y="2524217"/>
            <a:ext cx="70384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 ∈ ℝⱽˣᵐ</a:t>
            </a:r>
          </a:p>
        </p:txBody>
      </p:sp>
      <p:sp>
        <p:nvSpPr>
          <p:cNvPr id="600" name="Editable reference element">
            <a:extLst>
              <a:ext uri="{FF2B5EF4-FFF2-40B4-BE49-F238E27FC236}">
                <ns2:creationId id="{872CD5BC-F3DC-46A8-AFD2-0DC3803D097D}"/>
              </a:ext>
            </a:extLst>
          </p:cNvPr>
          <p:cNvSpPr>
            <a:spLocks noGrp="1"/>
          </p:cNvSpPr>
          <p:nvPr/>
        </p:nvSpPr>
        <p:spPr>
          <a:xfrm>
            <a:off x="4710854" y="2653495"/>
            <a:ext cx="95762" cy="129278"/>
          </a:xfrm>
          <a:prstGeom prst="rect">
            <a:avLst/>
          </a:prstGeom>
          <a:solidFill>
            <a:srgbClr val="AFC8E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1" name="Editable reference element">
            <a:extLst>
              <a:ext uri="{FF2B5EF4-FFF2-40B4-BE49-F238E27FC236}">
                <ns2:creationId id="{572858EE-29BE-49F1-94AF-8B326EC1D6B7}"/>
              </a:ext>
            </a:extLst>
          </p:cNvPr>
          <p:cNvSpPr>
            <a:spLocks noGrp="1"/>
          </p:cNvSpPr>
          <p:nvPr/>
        </p:nvSpPr>
        <p:spPr>
          <a:xfrm>
            <a:off x="4806616" y="2653495"/>
            <a:ext cx="95762" cy="129278"/>
          </a:xfrm>
          <a:prstGeom prst="rect">
            <a:avLst/>
          </a:prstGeom>
          <a:solidFill>
            <a:srgbClr val="C9DA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2" name="Editable reference element">
            <a:extLst>
              <a:ext uri="{FF2B5EF4-FFF2-40B4-BE49-F238E27FC236}">
                <ns2:creationId id="{552452E5-CAAD-48BA-8013-44BB2FB9ACF0}"/>
              </a:ext>
            </a:extLst>
          </p:cNvPr>
          <p:cNvSpPr>
            <a:spLocks noGrp="1"/>
          </p:cNvSpPr>
          <p:nvPr/>
        </p:nvSpPr>
        <p:spPr>
          <a:xfrm>
            <a:off x="4902377" y="2653495"/>
            <a:ext cx="95762" cy="129278"/>
          </a:xfrm>
          <a:prstGeom prst="rect">
            <a:avLst/>
          </a:prstGeom>
          <a:solidFill>
            <a:srgbClr val="BBD0E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3" name="Editable reference element">
            <a:extLst>
              <a:ext uri="{FF2B5EF4-FFF2-40B4-BE49-F238E27FC236}">
                <ns2:creationId id="{34F1E49E-0685-497D-B3E4-B9266E44BD32}"/>
              </a:ext>
            </a:extLst>
          </p:cNvPr>
          <p:cNvSpPr>
            <a:spLocks noGrp="1"/>
          </p:cNvSpPr>
          <p:nvPr/>
        </p:nvSpPr>
        <p:spPr>
          <a:xfrm>
            <a:off x="4998139" y="2653495"/>
            <a:ext cx="95762" cy="129278"/>
          </a:xfrm>
          <a:prstGeom prst="rect">
            <a:avLst/>
          </a:prstGeom>
          <a:solidFill>
            <a:srgbClr val="95B5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4" name="Editable reference element">
            <a:extLst>
              <a:ext uri="{FF2B5EF4-FFF2-40B4-BE49-F238E27FC236}">
                <ns2:creationId id="{274E4992-9460-4994-97E0-1FBD31C8521C}"/>
              </a:ext>
            </a:extLst>
          </p:cNvPr>
          <p:cNvSpPr>
            <a:spLocks noGrp="1"/>
          </p:cNvSpPr>
          <p:nvPr/>
        </p:nvSpPr>
        <p:spPr>
          <a:xfrm>
            <a:off x="5093900" y="2653495"/>
            <a:ext cx="95762" cy="129278"/>
          </a:xfrm>
          <a:prstGeom prst="rect">
            <a:avLst/>
          </a:prstGeom>
          <a:solidFill>
            <a:srgbClr val="98B8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5" name="Editable reference element">
            <a:extLst>
              <a:ext uri="{FF2B5EF4-FFF2-40B4-BE49-F238E27FC236}">
                <ns2:creationId id="{54D32A30-349F-4CC4-A89C-1345F46E4019}"/>
              </a:ext>
            </a:extLst>
          </p:cNvPr>
          <p:cNvSpPr>
            <a:spLocks noGrp="1"/>
          </p:cNvSpPr>
          <p:nvPr/>
        </p:nvSpPr>
        <p:spPr>
          <a:xfrm>
            <a:off x="4710854" y="2782773"/>
            <a:ext cx="95762" cy="129278"/>
          </a:xfrm>
          <a:prstGeom prst="rect">
            <a:avLst/>
          </a:prstGeom>
          <a:solidFill>
            <a:srgbClr val="92B4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6" name="Editable reference element">
            <a:extLst>
              <a:ext uri="{FF2B5EF4-FFF2-40B4-BE49-F238E27FC236}">
                <ns2:creationId id="{40B9C0BC-1EF8-47D3-A688-35CE5ADD7F98}"/>
              </a:ext>
            </a:extLst>
          </p:cNvPr>
          <p:cNvSpPr>
            <a:spLocks noGrp="1"/>
          </p:cNvSpPr>
          <p:nvPr/>
        </p:nvSpPr>
        <p:spPr>
          <a:xfrm>
            <a:off x="4806616" y="2782773"/>
            <a:ext cx="95762" cy="129278"/>
          </a:xfrm>
          <a:prstGeom prst="rect">
            <a:avLst/>
          </a:prstGeom>
          <a:solidFill>
            <a:srgbClr val="8CB0E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7" name="Editable reference element">
            <a:extLst>
              <a:ext uri="{FF2B5EF4-FFF2-40B4-BE49-F238E27FC236}">
                <ns2:creationId id="{751820FC-9FB9-4E4D-8595-C3AEC40FDD3B}"/>
              </a:ext>
            </a:extLst>
          </p:cNvPr>
          <p:cNvSpPr>
            <a:spLocks noGrp="1"/>
          </p:cNvSpPr>
          <p:nvPr/>
        </p:nvSpPr>
        <p:spPr>
          <a:xfrm>
            <a:off x="4902377" y="2782773"/>
            <a:ext cx="95762" cy="129278"/>
          </a:xfrm>
          <a:prstGeom prst="rect">
            <a:avLst/>
          </a:prstGeom>
          <a:solidFill>
            <a:srgbClr val="759FD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8" name="Editable reference element">
            <a:extLst>
              <a:ext uri="{FF2B5EF4-FFF2-40B4-BE49-F238E27FC236}">
                <ns2:creationId id="{066BD4DA-E100-43CE-AB8B-D04138CA424B}"/>
              </a:ext>
            </a:extLst>
          </p:cNvPr>
          <p:cNvSpPr>
            <a:spLocks noGrp="1"/>
          </p:cNvSpPr>
          <p:nvPr/>
        </p:nvSpPr>
        <p:spPr>
          <a:xfrm>
            <a:off x="4998139" y="2782773"/>
            <a:ext cx="95762" cy="129278"/>
          </a:xfrm>
          <a:prstGeom prst="rect">
            <a:avLst/>
          </a:prstGeom>
          <a:solidFill>
            <a:srgbClr val="BFD2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09" name="Editable reference element">
            <a:extLst>
              <a:ext uri="{FF2B5EF4-FFF2-40B4-BE49-F238E27FC236}">
                <ns2:creationId id="{EFA71BC3-13A5-4827-9F59-2EFF0DD3EFE7}"/>
              </a:ext>
            </a:extLst>
          </p:cNvPr>
          <p:cNvSpPr>
            <a:spLocks noGrp="1"/>
          </p:cNvSpPr>
          <p:nvPr/>
        </p:nvSpPr>
        <p:spPr>
          <a:xfrm>
            <a:off x="5093900" y="2782773"/>
            <a:ext cx="95762" cy="129278"/>
          </a:xfrm>
          <a:prstGeom prst="rect">
            <a:avLst/>
          </a:prstGeom>
          <a:solidFill>
            <a:srgbClr val="6C99D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0" name="Editable reference element">
            <a:extLst>
              <a:ext uri="{FF2B5EF4-FFF2-40B4-BE49-F238E27FC236}">
                <ns2:creationId id="{AA40FFBA-1653-4A5B-919E-C9E262330A2C}"/>
              </a:ext>
            </a:extLst>
          </p:cNvPr>
          <p:cNvSpPr>
            <a:spLocks noGrp="1"/>
          </p:cNvSpPr>
          <p:nvPr/>
        </p:nvSpPr>
        <p:spPr>
          <a:xfrm>
            <a:off x="4710854" y="2653495"/>
            <a:ext cx="478808" cy="258556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611" name="Editable reference text: ⋯">
            <a:extLst>
              <a:ext uri="{FF2B5EF4-FFF2-40B4-BE49-F238E27FC236}">
                <ns2:creationId id="{E280F49A-66A4-4D12-A9C1-36C3577F0CA4}"/>
              </a:ext>
            </a:extLst>
          </p:cNvPr>
          <p:cNvSpPr>
            <a:spLocks noGrp="1"/>
          </p:cNvSpPr>
          <p:nvPr/>
        </p:nvSpPr>
        <p:spPr>
          <a:xfrm>
            <a:off x="4878437" y="2916839"/>
            <a:ext cx="124490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12" name="Editable reference element">
            <a:extLst>
              <a:ext uri="{FF2B5EF4-FFF2-40B4-BE49-F238E27FC236}">
                <ns2:creationId id="{0D42320B-2691-4C2A-A80E-757B75DEDDE4}"/>
              </a:ext>
            </a:extLst>
          </p:cNvPr>
          <p:cNvSpPr>
            <a:spLocks noGrp="1"/>
          </p:cNvSpPr>
          <p:nvPr/>
        </p:nvSpPr>
        <p:spPr>
          <a:xfrm>
            <a:off x="4710854" y="3084422"/>
            <a:ext cx="95762" cy="105338"/>
          </a:xfrm>
          <a:prstGeom prst="rect">
            <a:avLst/>
          </a:prstGeom>
          <a:solidFill>
            <a:srgbClr val="9ABA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3" name="Editable reference element">
            <a:extLst>
              <a:ext uri="{FF2B5EF4-FFF2-40B4-BE49-F238E27FC236}">
                <ns2:creationId id="{24AA7F63-D4CF-4A88-859A-4364C1C6AAF6}"/>
              </a:ext>
            </a:extLst>
          </p:cNvPr>
          <p:cNvSpPr>
            <a:spLocks noGrp="1"/>
          </p:cNvSpPr>
          <p:nvPr/>
        </p:nvSpPr>
        <p:spPr>
          <a:xfrm>
            <a:off x="4806616" y="3084422"/>
            <a:ext cx="95762" cy="105338"/>
          </a:xfrm>
          <a:prstGeom prst="rect">
            <a:avLst/>
          </a:prstGeom>
          <a:solidFill>
            <a:srgbClr val="9EBC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4" name="Editable reference element">
            <a:extLst>
              <a:ext uri="{FF2B5EF4-FFF2-40B4-BE49-F238E27FC236}">
                <ns2:creationId id="{ECFA4A31-D872-4564-9BEB-BD63039B0547}"/>
              </a:ext>
            </a:extLst>
          </p:cNvPr>
          <p:cNvSpPr>
            <a:spLocks noGrp="1"/>
          </p:cNvSpPr>
          <p:nvPr/>
        </p:nvSpPr>
        <p:spPr>
          <a:xfrm>
            <a:off x="4902377" y="3084422"/>
            <a:ext cx="95762" cy="105338"/>
          </a:xfrm>
          <a:prstGeom prst="rect">
            <a:avLst/>
          </a:prstGeom>
          <a:solidFill>
            <a:srgbClr val="86ACD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5" name="Editable reference element">
            <a:extLst>
              <a:ext uri="{FF2B5EF4-FFF2-40B4-BE49-F238E27FC236}">
                <ns2:creationId id="{41779E83-FA59-45FE-BFC0-12E0AA385DCD}"/>
              </a:ext>
            </a:extLst>
          </p:cNvPr>
          <p:cNvSpPr>
            <a:spLocks noGrp="1"/>
          </p:cNvSpPr>
          <p:nvPr/>
        </p:nvSpPr>
        <p:spPr>
          <a:xfrm>
            <a:off x="4998139" y="3084422"/>
            <a:ext cx="95762" cy="105338"/>
          </a:xfrm>
          <a:prstGeom prst="rect">
            <a:avLst/>
          </a:prstGeom>
          <a:solidFill>
            <a:srgbClr val="8CB0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6" name="Editable reference element">
            <a:extLst>
              <a:ext uri="{FF2B5EF4-FFF2-40B4-BE49-F238E27FC236}">
                <ns2:creationId id="{3ED13410-8315-4CF4-8DF5-646EA744082C}"/>
              </a:ext>
            </a:extLst>
          </p:cNvPr>
          <p:cNvSpPr>
            <a:spLocks noGrp="1"/>
          </p:cNvSpPr>
          <p:nvPr/>
        </p:nvSpPr>
        <p:spPr>
          <a:xfrm>
            <a:off x="5093900" y="3084422"/>
            <a:ext cx="95762" cy="105338"/>
          </a:xfrm>
          <a:prstGeom prst="rect">
            <a:avLst/>
          </a:prstGeom>
          <a:solidFill>
            <a:srgbClr val="6996D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17" name="Editable reference element">
            <a:extLst>
              <a:ext uri="{FF2B5EF4-FFF2-40B4-BE49-F238E27FC236}">
                <ns2:creationId id="{B704FD54-ED18-49EE-98F8-F8F1CB887876}"/>
              </a:ext>
            </a:extLst>
          </p:cNvPr>
          <p:cNvSpPr>
            <a:spLocks noGrp="1"/>
          </p:cNvSpPr>
          <p:nvPr/>
        </p:nvSpPr>
        <p:spPr>
          <a:xfrm>
            <a:off x="4710854" y="3084422"/>
            <a:ext cx="478808" cy="105338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618" name="Editable reference text: codebook (V × m)">
            <a:extLst>
              <a:ext uri="{FF2B5EF4-FFF2-40B4-BE49-F238E27FC236}">
                <ns2:creationId id="{C254ECC8-7D58-45E1-A464-0CA0A9ED97D3}"/>
              </a:ext>
            </a:extLst>
          </p:cNvPr>
          <p:cNvSpPr>
            <a:spLocks noGrp="1"/>
          </p:cNvSpPr>
          <p:nvPr/>
        </p:nvSpPr>
        <p:spPr>
          <a:xfrm>
            <a:off x="4576788" y="3237641"/>
            <a:ext cx="799609" cy="12449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codebook (V × m)</a:t>
            </a:r>
          </a:p>
        </p:txBody>
      </p:sp>
      <p:sp>
        <p:nvSpPr>
          <p:cNvPr id="619" name="Editable reference text: index  z">
            <a:extLst>
              <a:ext uri="{FF2B5EF4-FFF2-40B4-BE49-F238E27FC236}">
                <ns2:creationId id="{55F9511D-9ED0-45D5-BAD4-87401B4E3086}"/>
              </a:ext>
            </a:extLst>
          </p:cNvPr>
          <p:cNvSpPr>
            <a:spLocks noGrp="1"/>
          </p:cNvSpPr>
          <p:nvPr/>
        </p:nvSpPr>
        <p:spPr>
          <a:xfrm>
            <a:off x="5366821" y="2519429"/>
            <a:ext cx="430927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index  z</a:t>
            </a:r>
          </a:p>
        </p:txBody>
      </p:sp>
      <p:sp>
        <p:nvSpPr>
          <p:cNvPr id="620" name="Editable reference element">
            <a:extLst>
              <a:ext uri="{FF2B5EF4-FFF2-40B4-BE49-F238E27FC236}">
                <ns2:creationId id="{8A3B0E64-59FE-4A4B-9A1C-3E8732D6C9C9}"/>
              </a:ext>
            </a:extLst>
          </p:cNvPr>
          <p:cNvSpPr>
            <a:spLocks noGrp="1"/>
          </p:cNvSpPr>
          <p:nvPr/>
        </p:nvSpPr>
        <p:spPr>
          <a:xfrm>
            <a:off x="5438642" y="2653495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</p:sp>
      <p:sp>
        <p:nvSpPr>
          <p:cNvPr id="621" name="Editable reference text: 3">
            <a:extLst>
              <a:ext uri="{FF2B5EF4-FFF2-40B4-BE49-F238E27FC236}">
                <ns2:creationId id="{F56E6264-0492-41A7-88C5-8C6B385D4703}"/>
              </a:ext>
            </a:extLst>
          </p:cNvPr>
          <p:cNvSpPr>
            <a:spLocks noGrp="1"/>
          </p:cNvSpPr>
          <p:nvPr/>
        </p:nvSpPr>
        <p:spPr>
          <a:xfrm>
            <a:off x="5443430" y="2653495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622" name="Editable reference element">
            <a:extLst>
              <a:ext uri="{FF2B5EF4-FFF2-40B4-BE49-F238E27FC236}">
                <ns2:creationId id="{8EDD45F3-0928-43E2-9FAB-48E9BFEB9E40}"/>
              </a:ext>
            </a:extLst>
          </p:cNvPr>
          <p:cNvSpPr>
            <a:spLocks noGrp="1"/>
          </p:cNvSpPr>
          <p:nvPr/>
        </p:nvSpPr>
        <p:spPr>
          <a:xfrm>
            <a:off x="5438642" y="2792349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</p:sp>
      <p:sp>
        <p:nvSpPr>
          <p:cNvPr id="623" name="Editable reference text: 1">
            <a:extLst>
              <a:ext uri="{FF2B5EF4-FFF2-40B4-BE49-F238E27FC236}">
                <ns2:creationId id="{B9F400FB-82C0-42F0-8298-31832B6E5534}"/>
              </a:ext>
            </a:extLst>
          </p:cNvPr>
          <p:cNvSpPr>
            <a:spLocks noGrp="1"/>
          </p:cNvSpPr>
          <p:nvPr/>
        </p:nvSpPr>
        <p:spPr>
          <a:xfrm>
            <a:off x="5443430" y="2792349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624" name="Editable reference element">
            <a:extLst>
              <a:ext uri="{FF2B5EF4-FFF2-40B4-BE49-F238E27FC236}">
                <ns2:creationId id="{2F9C2F5A-850D-4C7A-8C09-17598856B78F}"/>
              </a:ext>
            </a:extLst>
          </p:cNvPr>
          <p:cNvSpPr>
            <a:spLocks noGrp="1"/>
          </p:cNvSpPr>
          <p:nvPr/>
        </p:nvSpPr>
        <p:spPr>
          <a:xfrm>
            <a:off x="5438642" y="3084422"/>
            <a:ext cx="181947" cy="119702"/>
          </a:xfrm>
          <a:prstGeom prst="rect">
            <a:avLst/>
          </a:prstGeom>
          <a:solidFill>
            <a:srgbClr val="F8FCFF"/>
          </a:solidFill>
          <a:ln w="4788">
            <a:solidFill>
              <a:srgbClr val="84AEDB"/>
            </a:solidFill>
            <a:prstDash val="solid"/>
          </a:ln>
        </p:spPr>
      </p:sp>
      <p:sp>
        <p:nvSpPr>
          <p:cNvPr id="625" name="Editable reference text: 7">
            <a:extLst>
              <a:ext uri="{FF2B5EF4-FFF2-40B4-BE49-F238E27FC236}">
                <ns2:creationId id="{8698ABD6-3C8C-4E6A-AC2B-DED35D8BBD3C}"/>
              </a:ext>
            </a:extLst>
          </p:cNvPr>
          <p:cNvSpPr>
            <a:spLocks noGrp="1"/>
          </p:cNvSpPr>
          <p:nvPr/>
        </p:nvSpPr>
        <p:spPr>
          <a:xfrm>
            <a:off x="5443430" y="3084422"/>
            <a:ext cx="172371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626" name="Editable reference text: ⋮">
            <a:extLst>
              <a:ext uri="{FF2B5EF4-FFF2-40B4-BE49-F238E27FC236}">
                <ns2:creationId id="{6D474E7F-622E-4AA5-8A12-2C7DD9CA46FF}"/>
              </a:ext>
            </a:extLst>
          </p:cNvPr>
          <p:cNvSpPr>
            <a:spLocks noGrp="1"/>
          </p:cNvSpPr>
          <p:nvPr/>
        </p:nvSpPr>
        <p:spPr>
          <a:xfrm>
            <a:off x="5453006" y="2926416"/>
            <a:ext cx="148430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⋮</a:t>
            </a:r>
          </a:p>
        </p:txBody>
      </p:sp>
      <p:sp>
        <p:nvSpPr>
          <p:cNvPr id="627" name="Editable reference element">
            <a:extLst>
              <a:ext uri="{FF2B5EF4-FFF2-40B4-BE49-F238E27FC236}">
                <ns2:creationId id="{341AB2A5-B841-4206-A58F-39F83DBE68A9}"/>
              </a:ext>
            </a:extLst>
          </p:cNvPr>
          <p:cNvSpPr>
            <a:spLocks noGrp="1"/>
          </p:cNvSpPr>
          <p:nvPr/>
        </p:nvSpPr>
        <p:spPr>
          <a:xfrm>
            <a:off x="5836052" y="1528297"/>
            <a:ext cx="981556" cy="1369390"/>
          </a:xfrm>
          <a:prstGeom prst="roundRect">
            <a:avLst>
              <a:gd name="adj" fmla="val 7763"/>
            </a:avLst>
          </a:prstGeom>
          <a:solidFill>
            <a:srgbClr val="FDEFF2"/>
          </a:solidFill>
          <a:ln w="5746">
            <a:solidFill>
              <a:srgbClr val="ED3F64"/>
            </a:solidFill>
            <a:prstDash val="solid"/>
          </a:ln>
        </p:spPr>
      </p:sp>
      <p:sp>
        <p:nvSpPr>
          <p:cNvPr id="628" name="Editable reference text: Anisotropic metric M">
            <a:extLst>
              <a:ext uri="{FF2B5EF4-FFF2-40B4-BE49-F238E27FC236}">
                <ns2:creationId id="{79C012AB-791D-4914-AF80-5702ED5C2B21}"/>
              </a:ext>
            </a:extLst>
          </p:cNvPr>
          <p:cNvSpPr>
            <a:spLocks noGrp="1"/>
          </p:cNvSpPr>
          <p:nvPr/>
        </p:nvSpPr>
        <p:spPr>
          <a:xfrm>
            <a:off x="5888721" y="1585754"/>
            <a:ext cx="890582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73" b="1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Anisotropic metric M</a:t>
            </a:r>
          </a:p>
        </p:txBody>
      </p:sp>
      <p:sp>
        <p:nvSpPr>
          <p:cNvPr id="629" name="Figure element 333">
            <a:extLst>
              <a:ext uri="{FF2B5EF4-FFF2-40B4-BE49-F238E27FC236}">
                <ns2:creationId id="{A6931FDF-224C-44A0-8284-2B68D4F892EF}"/>
              </a:ext>
            </a:extLst>
          </p:cNvPr>
          <p:cNvSpPr>
            <a:spLocks noGrp="1"/>
          </p:cNvSpPr>
          <p:nvPr/>
        </p:nvSpPr>
        <p:spPr>
          <a:xfrm rot="2640000">
            <a:off x="6041940" y="1868250"/>
            <a:ext cx="421351" cy="785245"/>
          </a:xfrm>
          <a:prstGeom prst="ellipse">
            <a:avLst/>
          </a:prstGeom>
          <a:noFill/>
          <a:ln w="4788">
            <a:solidFill>
              <a:srgbClr val="E86378"/>
            </a:solidFill>
            <a:prstDash val="solid"/>
          </a:ln>
        </p:spPr>
      </p:sp>
      <p:sp>
        <p:nvSpPr>
          <p:cNvPr id="630" name="Figure element 334">
            <a:extLst>
              <a:ext uri="{FF2B5EF4-FFF2-40B4-BE49-F238E27FC236}">
                <ns2:creationId id="{4FF8579B-CE85-4855-8DF7-6B978887D097}"/>
              </a:ext>
            </a:extLst>
          </p:cNvPr>
          <p:cNvSpPr>
            <a:spLocks noGrp="1"/>
          </p:cNvSpPr>
          <p:nvPr/>
        </p:nvSpPr>
        <p:spPr>
          <a:xfrm rot="2640000">
            <a:off x="6104185" y="1954436"/>
            <a:ext cx="296861" cy="612874"/>
          </a:xfrm>
          <a:prstGeom prst="ellipse">
            <a:avLst/>
          </a:prstGeom>
          <a:noFill/>
          <a:ln w="4788">
            <a:solidFill>
              <a:srgbClr val="ED7384"/>
            </a:solidFill>
            <a:prstDash val="solid"/>
          </a:ln>
        </p:spPr>
      </p:sp>
      <p:sp>
        <p:nvSpPr>
          <p:cNvPr id="631" name="Figure element 335">
            <a:extLst>
              <a:ext uri="{FF2B5EF4-FFF2-40B4-BE49-F238E27FC236}">
                <ns2:creationId id="{EB7D5DF3-6828-497B-85EE-35DD035D22D8}"/>
              </a:ext>
            </a:extLst>
          </p:cNvPr>
          <p:cNvSpPr>
            <a:spLocks noGrp="1"/>
          </p:cNvSpPr>
          <p:nvPr/>
        </p:nvSpPr>
        <p:spPr>
          <a:xfrm rot="2640000">
            <a:off x="6176006" y="2069350"/>
            <a:ext cx="153218" cy="383046"/>
          </a:xfrm>
          <a:prstGeom prst="ellipse">
            <a:avLst/>
          </a:prstGeom>
          <a:solidFill>
            <a:srgbClr val="F8C6CB"/>
          </a:solidFill>
          <a:ln w="4788">
            <a:solidFill>
              <a:srgbClr val="F3BBC2"/>
            </a:solidFill>
            <a:prstDash val="solid"/>
          </a:ln>
        </p:spPr>
      </p:sp>
      <p:sp>
        <p:nvSpPr>
          <p:cNvPr id="632" name="Reference line">
            <a:extLst>
              <a:ext uri="{FF2B5EF4-FFF2-40B4-BE49-F238E27FC236}">
                <ns2:creationId id="{9F209FC7-EFEC-4372-B199-3C452FC44830}"/>
              </a:ext>
            </a:extLst>
          </p:cNvPr>
          <p:cNvSpPr>
            <a:spLocks noGrp="1"/>
          </p:cNvSpPr>
          <p:nvPr/>
        </p:nvSpPr>
        <p:spPr>
          <a:xfrm flipH="0" flipV="0">
            <a:off x="5927026" y="2356634"/>
            <a:ext cx="679907" cy="95"/>
          </a:xfrm>
          <a:prstGeom prst="line">
            <a:avLst/>
          </a:prstGeom>
          <a:noFill/>
          <a:ln w="7182">
            <a:solidFill>
              <a:srgbClr val="344F75"/>
            </a:solidFill>
            <a:prstDash val="solid"/>
          </a:ln>
        </p:spPr>
      </p:sp>
      <p:sp>
        <p:nvSpPr>
          <p:cNvPr id="633" name="Reference arrowhead">
            <a:extLst>
              <a:ext uri="{FF2B5EF4-FFF2-40B4-BE49-F238E27FC236}">
                <ns2:creationId id="{B98B058B-F2FE-4E8D-AEC3-269F84EA21E0}"/>
              </a:ext>
            </a:extLst>
          </p:cNvPr>
          <p:cNvSpPr>
            <a:spLocks noGrp="1"/>
          </p:cNvSpPr>
          <p:nvPr/>
        </p:nvSpPr>
        <p:spPr>
          <a:xfrm rot="5400000">
            <a:off x="6575810" y="2339876"/>
            <a:ext cx="28728" cy="33517"/>
          </a:xfrm>
          <a:prstGeom prst="triangle">
            <a:avLst/>
          </a:prstGeom>
          <a:solidFill>
            <a:srgbClr val="344F75"/>
          </a:solidFill>
          <a:ln w="0">
            <a:noFill/>
            <a:prstDash val="solid"/>
          </a:ln>
        </p:spPr>
      </p:sp>
      <p:sp>
        <p:nvSpPr>
          <p:cNvPr id="634" name="Reference line">
            <a:extLst>
              <a:ext uri="{FF2B5EF4-FFF2-40B4-BE49-F238E27FC236}">
                <ns2:creationId id="{245AC441-F4AC-4EFC-B139-C66DDBB9E531}"/>
              </a:ext>
            </a:extLst>
          </p:cNvPr>
          <p:cNvSpPr>
            <a:spLocks noGrp="1"/>
          </p:cNvSpPr>
          <p:nvPr/>
        </p:nvSpPr>
        <p:spPr>
          <a:xfrm flipH="0" flipV="1">
            <a:off x="6104185" y="1829946"/>
            <a:ext cx="95" cy="684695"/>
          </a:xfrm>
          <a:prstGeom prst="line">
            <a:avLst/>
          </a:prstGeom>
          <a:noFill/>
          <a:ln w="7182">
            <a:solidFill>
              <a:srgbClr val="344F75"/>
            </a:solidFill>
            <a:prstDash val="solid"/>
          </a:ln>
        </p:spPr>
      </p:sp>
      <p:sp>
        <p:nvSpPr>
          <p:cNvPr id="635" name="Reference arrowhead">
            <a:extLst>
              <a:ext uri="{FF2B5EF4-FFF2-40B4-BE49-F238E27FC236}">
                <ns2:creationId id="{813DDFA4-7A36-4372-8962-7458AFD2D9F7}"/>
              </a:ext>
            </a:extLst>
          </p:cNvPr>
          <p:cNvSpPr>
            <a:spLocks noGrp="1"/>
          </p:cNvSpPr>
          <p:nvPr/>
        </p:nvSpPr>
        <p:spPr>
          <a:xfrm rot="0">
            <a:off x="6089821" y="1829946"/>
            <a:ext cx="28728" cy="33517"/>
          </a:xfrm>
          <a:prstGeom prst="triangle">
            <a:avLst/>
          </a:prstGeom>
          <a:solidFill>
            <a:srgbClr val="344F75"/>
          </a:solidFill>
          <a:ln w="0">
            <a:noFill/>
            <a:prstDash val="solid"/>
          </a:ln>
        </p:spPr>
      </p:sp>
      <p:sp>
        <p:nvSpPr>
          <p:cNvPr id="636" name="Reference line">
            <a:extLst>
              <a:ext uri="{FF2B5EF4-FFF2-40B4-BE49-F238E27FC236}">
                <ns2:creationId id="{ADFAB3C1-7DA9-42E4-9481-AEFA618DF4F8}"/>
              </a:ext>
            </a:extLst>
          </p:cNvPr>
          <p:cNvSpPr>
            <a:spLocks noGrp="1"/>
          </p:cNvSpPr>
          <p:nvPr/>
        </p:nvSpPr>
        <p:spPr>
          <a:xfrm flipH="0" flipV="1">
            <a:off x="6252615" y="2093290"/>
            <a:ext cx="172371" cy="167583"/>
          </a:xfrm>
          <a:prstGeom prst="line">
            <a:avLst/>
          </a:prstGeom>
          <a:noFill/>
          <a:ln w="9576">
            <a:solidFill>
              <a:srgbClr val="603445"/>
            </a:solidFill>
            <a:prstDash val="solid"/>
          </a:ln>
        </p:spPr>
      </p:sp>
      <p:sp>
        <p:nvSpPr>
          <p:cNvPr id="637" name="Reference arrowhead">
            <a:extLst>
              <a:ext uri="{FF2B5EF4-FFF2-40B4-BE49-F238E27FC236}">
                <ns2:creationId id="{E9D27D65-5DED-4AF3-986D-3E557B19AD9D}"/>
              </a:ext>
            </a:extLst>
          </p:cNvPr>
          <p:cNvSpPr>
            <a:spLocks noGrp="1"/>
          </p:cNvSpPr>
          <p:nvPr/>
        </p:nvSpPr>
        <p:spPr>
          <a:xfrm rot="2748416">
            <a:off x="6395453" y="2087488"/>
            <a:ext cx="31601" cy="38305"/>
          </a:xfrm>
          <a:prstGeom prst="triangle">
            <a:avLst/>
          </a:prstGeom>
          <a:solidFill>
            <a:srgbClr val="603445"/>
          </a:solidFill>
          <a:ln w="0">
            <a:noFill/>
            <a:prstDash val="solid"/>
          </a:ln>
        </p:spPr>
      </p:sp>
      <p:sp>
        <p:nvSpPr>
          <p:cNvPr id="638" name="Reference point">
            <a:extLst>
              <a:ext uri="{FF2B5EF4-FFF2-40B4-BE49-F238E27FC236}">
                <ns2:creationId id="{D29454E1-7950-4FB4-8E34-99D7D122E933}"/>
              </a:ext>
            </a:extLst>
          </p:cNvPr>
          <p:cNvSpPr>
            <a:spLocks noGrp="1"/>
          </p:cNvSpPr>
          <p:nvPr/>
        </p:nvSpPr>
        <p:spPr>
          <a:xfrm>
            <a:off x="6233463" y="2241721"/>
            <a:ext cx="38305" cy="38305"/>
          </a:xfrm>
          <a:prstGeom prst="ellipse">
            <a:avLst/>
          </a:prstGeom>
          <a:solidFill>
            <a:srgbClr val="9E5867"/>
          </a:solidFill>
          <a:ln w="7620">
            <a:solidFill>
              <a:srgbClr val="9E5867"/>
            </a:solidFill>
            <a:prstDash val="solid"/>
          </a:ln>
        </p:spPr>
      </p:sp>
      <p:sp>
        <p:nvSpPr>
          <p:cNvPr id="639" name="Editable reference text: v₂">
            <a:extLst>
              <a:ext uri="{FF2B5EF4-FFF2-40B4-BE49-F238E27FC236}">
                <ns2:creationId id="{9F23EF03-91D8-4DAE-ACE4-AADBB853C4AF}"/>
              </a:ext>
            </a:extLst>
          </p:cNvPr>
          <p:cNvSpPr>
            <a:spLocks noGrp="1"/>
          </p:cNvSpPr>
          <p:nvPr/>
        </p:nvSpPr>
        <p:spPr>
          <a:xfrm>
            <a:off x="6118549" y="1729396"/>
            <a:ext cx="191523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v₂</a:t>
            </a:r>
          </a:p>
        </p:txBody>
      </p:sp>
      <p:sp>
        <p:nvSpPr>
          <p:cNvPr id="640" name="Editable reference text: v₁">
            <a:extLst>
              <a:ext uri="{FF2B5EF4-FFF2-40B4-BE49-F238E27FC236}">
                <ns2:creationId id="{2FB1B7CA-328A-4283-BF68-B9E363B04101}"/>
              </a:ext>
            </a:extLst>
          </p:cNvPr>
          <p:cNvSpPr>
            <a:spLocks noGrp="1"/>
          </p:cNvSpPr>
          <p:nvPr/>
        </p:nvSpPr>
        <p:spPr>
          <a:xfrm>
            <a:off x="6645237" y="2299177"/>
            <a:ext cx="143642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v₁</a:t>
            </a:r>
          </a:p>
        </p:txBody>
      </p:sp>
      <p:sp>
        <p:nvSpPr>
          <p:cNvPr id="641" name="Editable reference text: M">
            <a:extLst>
              <a:ext uri="{FF2B5EF4-FFF2-40B4-BE49-F238E27FC236}">
                <ns2:creationId id="{436DED9B-0E71-485D-9503-B8DDC7DFD810}"/>
              </a:ext>
            </a:extLst>
          </p:cNvPr>
          <p:cNvSpPr>
            <a:spLocks noGrp="1"/>
          </p:cNvSpPr>
          <p:nvPr/>
        </p:nvSpPr>
        <p:spPr>
          <a:xfrm>
            <a:off x="6597357" y="1868250"/>
            <a:ext cx="158007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M</a:t>
            </a:r>
          </a:p>
        </p:txBody>
      </p:sp>
      <p:sp>
        <p:nvSpPr>
          <p:cNvPr id="642" name="Editable reference text: Sensitivity-guided&#10;assignments">
            <a:extLst>
              <a:ext uri="{FF2B5EF4-FFF2-40B4-BE49-F238E27FC236}">
                <ns2:creationId id="{4383790A-7D48-49BE-80D1-8A9E4DBAB53E}"/>
              </a:ext>
            </a:extLst>
          </p:cNvPr>
          <p:cNvSpPr>
            <a:spLocks noGrp="1"/>
          </p:cNvSpPr>
          <p:nvPr/>
        </p:nvSpPr>
        <p:spPr>
          <a:xfrm>
            <a:off x="5927026" y="2639131"/>
            <a:ext cx="823549" cy="2250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Sensitivity-guided</a:t>
            </a:r>
          </a:p>
          <a:p>
            <a:pPr algn="ctr">
              <a:def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C92048"/>
                </a:solidFill>
                <a:latin typeface="Times New Roman"/>
                <a:ea typeface="Times New Roman"/>
                <a:cs typeface="Times New Roman"/>
              </a:rPr>
              <a:t>assignments</a:t>
            </a:r>
          </a:p>
        </p:txBody>
      </p:sp>
      <p:sp>
        <p:nvSpPr>
          <p:cNvPr id="643" name="Editable reference element">
            <a:extLst>
              <a:ext uri="{FF2B5EF4-FFF2-40B4-BE49-F238E27FC236}">
                <ns2:creationId id="{6F93CD70-7779-4589-AAAE-044DFBC3219A}"/>
              </a:ext>
            </a:extLst>
          </p:cNvPr>
          <p:cNvSpPr>
            <a:spLocks noGrp="1"/>
          </p:cNvSpPr>
          <p:nvPr/>
        </p:nvSpPr>
        <p:spPr>
          <a:xfrm>
            <a:off x="3662265" y="3620687"/>
            <a:ext cx="1536973" cy="354318"/>
          </a:xfrm>
          <a:prstGeom prst="roundRect">
            <a:avLst>
              <a:gd name="adj" fmla="val 21506"/>
            </a:avLst>
          </a:prstGeom>
          <a:solidFill>
            <a:srgbClr val="EDF7F8"/>
          </a:solidFill>
          <a:ln w="6703">
            <a:solidFill>
              <a:srgbClr val="006C78"/>
            </a:solidFill>
            <a:prstDash val="solid"/>
          </a:ln>
        </p:spPr>
      </p:sp>
      <p:sp>
        <p:nvSpPr>
          <p:cNvPr id="644" name="Editable reference text: Action sensitivity  M ∈ ℝᵐˣᵐ">
            <a:extLst>
              <a:ext uri="{FF2B5EF4-FFF2-40B4-BE49-F238E27FC236}">
                <ns2:creationId id="{FA04F4FC-F708-46E4-B1BF-6E7DEE8F8321}"/>
              </a:ext>
            </a:extLst>
          </p:cNvPr>
          <p:cNvSpPr>
            <a:spLocks noGrp="1"/>
          </p:cNvSpPr>
          <p:nvPr/>
        </p:nvSpPr>
        <p:spPr>
          <a:xfrm>
            <a:off x="3748451" y="3682932"/>
            <a:ext cx="1359814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 sensitivity  M ∈ ℝᵐˣᵐ</a:t>
            </a:r>
          </a:p>
        </p:txBody>
      </p:sp>
      <p:sp>
        <p:nvSpPr>
          <p:cNvPr id="645" name="Editable reference text: (estimated from calibration)">
            <a:extLst>
              <a:ext uri="{FF2B5EF4-FFF2-40B4-BE49-F238E27FC236}">
                <ns2:creationId id="{890E7F5F-33EA-4A37-A9A5-FDA385B17AA8}"/>
              </a:ext>
            </a:extLst>
          </p:cNvPr>
          <p:cNvSpPr>
            <a:spLocks noGrp="1"/>
          </p:cNvSpPr>
          <p:nvPr/>
        </p:nvSpPr>
        <p:spPr>
          <a:xfrm>
            <a:off x="3734086" y="3826574"/>
            <a:ext cx="138854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(estimated from calibration)</a:t>
            </a:r>
          </a:p>
        </p:txBody>
      </p:sp>
      <p:sp>
        <p:nvSpPr>
          <p:cNvPr id="646" name="Reference line">
            <a:extLst>
              <a:ext uri="{FF2B5EF4-FFF2-40B4-BE49-F238E27FC236}">
                <ns2:creationId id="{8ED89A84-7406-4F2B-9064-E147E3A560DD}"/>
              </a:ext>
            </a:extLst>
          </p:cNvPr>
          <p:cNvSpPr>
            <a:spLocks noGrp="1"/>
          </p:cNvSpPr>
          <p:nvPr/>
        </p:nvSpPr>
        <p:spPr>
          <a:xfrm flipH="0" flipV="1">
            <a:off x="4428358" y="3414799"/>
            <a:ext cx="95" cy="191523"/>
          </a:xfrm>
          <a:prstGeom prst="line">
            <a:avLst/>
          </a:prstGeom>
          <a:noFill/>
          <a:ln w="10534">
            <a:solidFill>
              <a:srgbClr val="006C78"/>
            </a:solidFill>
            <a:prstDash val="dash"/>
          </a:ln>
        </p:spPr>
      </p:sp>
      <p:sp>
        <p:nvSpPr>
          <p:cNvPr id="647" name="Reference arrowhead">
            <a:extLst>
              <a:ext uri="{FF2B5EF4-FFF2-40B4-BE49-F238E27FC236}">
                <ns2:creationId id="{89E98528-49E1-41CE-A94F-89F188B628DB}"/>
              </a:ext>
            </a:extLst>
          </p:cNvPr>
          <p:cNvSpPr>
            <a:spLocks noGrp="1"/>
          </p:cNvSpPr>
          <p:nvPr/>
        </p:nvSpPr>
        <p:spPr>
          <a:xfrm rot="0">
            <a:off x="4410977" y="3414799"/>
            <a:ext cx="34761" cy="42135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</p:sp>
      <p:sp>
        <p:nvSpPr>
          <p:cNvPr id="648" name="Reference line">
            <a:extLst>
              <a:ext uri="{FF2B5EF4-FFF2-40B4-BE49-F238E27FC236}">
                <ns2:creationId id="{86E8A922-7767-4323-BB02-5CB19759EC38}"/>
              </a:ext>
            </a:extLst>
          </p:cNvPr>
          <p:cNvSpPr>
            <a:spLocks noGrp="1"/>
          </p:cNvSpPr>
          <p:nvPr/>
        </p:nvSpPr>
        <p:spPr>
          <a:xfrm flipH="0" flipV="0">
            <a:off x="5587072" y="3429164"/>
            <a:ext cx="95" cy="143642"/>
          </a:xfrm>
          <a:prstGeom prst="line">
            <a:avLst/>
          </a:prstGeom>
          <a:noFill/>
          <a:ln w="19152">
            <a:solidFill>
              <a:srgbClr val="13578C"/>
            </a:solidFill>
            <a:prstDash val="solid"/>
          </a:ln>
        </p:spPr>
      </p:sp>
      <p:sp>
        <p:nvSpPr>
          <p:cNvPr id="649" name="Reference arrowhead">
            <a:extLst>
              <a:ext uri="{FF2B5EF4-FFF2-40B4-BE49-F238E27FC236}">
                <ns2:creationId id="{B5DAB1F7-3DC5-41F5-A9F2-C65B3BBCCA5C}"/>
              </a:ext>
            </a:extLst>
          </p:cNvPr>
          <p:cNvSpPr>
            <a:spLocks noGrp="1"/>
          </p:cNvSpPr>
          <p:nvPr/>
        </p:nvSpPr>
        <p:spPr>
          <a:xfrm rot="10800000">
            <a:off x="5555471" y="3496197"/>
            <a:ext cx="63203" cy="76609"/>
          </a:xfrm>
          <a:prstGeom prst="triangle">
            <a:avLst/>
          </a:prstGeom>
          <a:solidFill>
            <a:srgbClr val="13578C"/>
          </a:solidFill>
          <a:ln w="0">
            <a:noFill/>
            <a:prstDash val="solid"/>
          </a:ln>
        </p:spPr>
      </p:sp>
      <p:sp>
        <p:nvSpPr>
          <p:cNvPr id="650" name="Editable reference text: Reconstruct quantized weights">
            <a:extLst>
              <a:ext uri="{FF2B5EF4-FFF2-40B4-BE49-F238E27FC236}">
                <ns2:creationId id="{C762D10B-D339-4A74-98BD-2510D2B59E09}"/>
              </a:ext>
            </a:extLst>
          </p:cNvPr>
          <p:cNvSpPr>
            <a:spLocks noGrp="1"/>
          </p:cNvSpPr>
          <p:nvPr/>
        </p:nvSpPr>
        <p:spPr>
          <a:xfrm>
            <a:off x="5390761" y="3582382"/>
            <a:ext cx="1445999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Reconstruct quantized weights</a:t>
            </a:r>
          </a:p>
        </p:txBody>
      </p:sp>
      <p:sp>
        <p:nvSpPr>
          <p:cNvPr id="651" name="Editable reference text: Ŵ′ ∈ ℝⁿˣᵈ">
            <a:extLst>
              <a:ext uri="{FF2B5EF4-FFF2-40B4-BE49-F238E27FC236}">
                <ns2:creationId id="{37CDB451-8EEB-4728-AB7C-C540288DE66B}"/>
              </a:ext>
            </a:extLst>
          </p:cNvPr>
          <p:cNvSpPr>
            <a:spLocks noGrp="1"/>
          </p:cNvSpPr>
          <p:nvPr/>
        </p:nvSpPr>
        <p:spPr>
          <a:xfrm>
            <a:off x="5558344" y="3721236"/>
            <a:ext cx="1058165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Ŵ′ ∈ ℝⁿˣᵈ</a:t>
            </a:r>
          </a:p>
        </p:txBody>
      </p:sp>
      <p:sp>
        <p:nvSpPr>
          <p:cNvPr id="652" name="Editable reference element">
            <a:extLst>
              <a:ext uri="{FF2B5EF4-FFF2-40B4-BE49-F238E27FC236}">
                <ns2:creationId id="{F5133E6F-D839-405A-A33C-5C8F1B898865}"/>
              </a:ext>
            </a:extLst>
          </p:cNvPr>
          <p:cNvSpPr>
            <a:spLocks noGrp="1"/>
          </p:cNvSpPr>
          <p:nvPr/>
        </p:nvSpPr>
        <p:spPr>
          <a:xfrm>
            <a:off x="5548768" y="3864879"/>
            <a:ext cx="103742" cy="105338"/>
          </a:xfrm>
          <a:prstGeom prst="rect">
            <a:avLst/>
          </a:prstGeom>
          <a:solidFill>
            <a:srgbClr val="FCE9C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3" name="Editable reference element">
            <a:extLst>
              <a:ext uri="{FF2B5EF4-FFF2-40B4-BE49-F238E27FC236}">
                <ns2:creationId id="{23518EF0-B96B-4A28-93D3-3548C4548665}"/>
              </a:ext>
            </a:extLst>
          </p:cNvPr>
          <p:cNvSpPr>
            <a:spLocks noGrp="1"/>
          </p:cNvSpPr>
          <p:nvPr/>
        </p:nvSpPr>
        <p:spPr>
          <a:xfrm>
            <a:off x="5652509" y="3864879"/>
            <a:ext cx="103742" cy="105338"/>
          </a:xfrm>
          <a:prstGeom prst="rect">
            <a:avLst/>
          </a:prstGeom>
          <a:solidFill>
            <a:srgbClr val="E9AA5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4" name="Editable reference element">
            <a:extLst>
              <a:ext uri="{FF2B5EF4-FFF2-40B4-BE49-F238E27FC236}">
                <ns2:creationId id="{92C85AD4-764E-41E3-974C-308944758B3F}"/>
              </a:ext>
            </a:extLst>
          </p:cNvPr>
          <p:cNvSpPr>
            <a:spLocks noGrp="1"/>
          </p:cNvSpPr>
          <p:nvPr/>
        </p:nvSpPr>
        <p:spPr>
          <a:xfrm>
            <a:off x="5756251" y="3864879"/>
            <a:ext cx="103742" cy="105338"/>
          </a:xfrm>
          <a:prstGeom prst="rect">
            <a:avLst/>
          </a:prstGeom>
          <a:solidFill>
            <a:srgbClr val="E9AF6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5" name="Editable reference element">
            <a:extLst>
              <a:ext uri="{FF2B5EF4-FFF2-40B4-BE49-F238E27FC236}">
                <ns2:creationId id="{018449C1-DB1C-4E22-9916-46A3BEDD9C92}"/>
              </a:ext>
            </a:extLst>
          </p:cNvPr>
          <p:cNvSpPr>
            <a:spLocks noGrp="1"/>
          </p:cNvSpPr>
          <p:nvPr/>
        </p:nvSpPr>
        <p:spPr>
          <a:xfrm>
            <a:off x="5859993" y="3864879"/>
            <a:ext cx="103742" cy="105338"/>
          </a:xfrm>
          <a:prstGeom prst="rect">
            <a:avLst/>
          </a:prstGeom>
          <a:solidFill>
            <a:srgbClr val="FDFC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6" name="Editable reference element">
            <a:extLst>
              <a:ext uri="{FF2B5EF4-FFF2-40B4-BE49-F238E27FC236}">
                <ns2:creationId id="{2D9E8B9E-2C46-4E97-BC06-89B829A7B598}"/>
              </a:ext>
            </a:extLst>
          </p:cNvPr>
          <p:cNvSpPr>
            <a:spLocks noGrp="1"/>
          </p:cNvSpPr>
          <p:nvPr/>
        </p:nvSpPr>
        <p:spPr>
          <a:xfrm>
            <a:off x="5963734" y="3864879"/>
            <a:ext cx="103742" cy="105338"/>
          </a:xfrm>
          <a:prstGeom prst="rect">
            <a:avLst/>
          </a:prstGeom>
          <a:solidFill>
            <a:srgbClr val="FAEED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7" name="Editable reference element">
            <a:extLst>
              <a:ext uri="{FF2B5EF4-FFF2-40B4-BE49-F238E27FC236}">
                <ns2:creationId id="{BFCC8EDC-DB09-4A36-8FDE-EB677ADB0BED}"/>
              </a:ext>
            </a:extLst>
          </p:cNvPr>
          <p:cNvSpPr>
            <a:spLocks noGrp="1"/>
          </p:cNvSpPr>
          <p:nvPr/>
        </p:nvSpPr>
        <p:spPr>
          <a:xfrm>
            <a:off x="6067476" y="3864879"/>
            <a:ext cx="103742" cy="105338"/>
          </a:xfrm>
          <a:prstGeom prst="rect">
            <a:avLst/>
          </a:prstGeom>
          <a:solidFill>
            <a:srgbClr val="FDF0D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8" name="Editable reference element">
            <a:extLst>
              <a:ext uri="{FF2B5EF4-FFF2-40B4-BE49-F238E27FC236}">
                <ns2:creationId id="{9656D8EF-F755-44EA-8C13-3CA65C3F1514}"/>
              </a:ext>
            </a:extLst>
          </p:cNvPr>
          <p:cNvSpPr>
            <a:spLocks noGrp="1"/>
          </p:cNvSpPr>
          <p:nvPr/>
        </p:nvSpPr>
        <p:spPr>
          <a:xfrm>
            <a:off x="6171218" y="3864879"/>
            <a:ext cx="103742" cy="105338"/>
          </a:xfrm>
          <a:prstGeom prst="rect">
            <a:avLst/>
          </a:prstGeom>
          <a:solidFill>
            <a:srgbClr val="F7D19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59" name="Editable reference element">
            <a:extLst>
              <a:ext uri="{FF2B5EF4-FFF2-40B4-BE49-F238E27FC236}">
                <ns2:creationId id="{7F226A1B-A2D4-4DC3-ACD5-5917AD294122}"/>
              </a:ext>
            </a:extLst>
          </p:cNvPr>
          <p:cNvSpPr>
            <a:spLocks noGrp="1"/>
          </p:cNvSpPr>
          <p:nvPr/>
        </p:nvSpPr>
        <p:spPr>
          <a:xfrm>
            <a:off x="6274960" y="3864879"/>
            <a:ext cx="103742" cy="105338"/>
          </a:xfrm>
          <a:prstGeom prst="rect">
            <a:avLst/>
          </a:prstGeom>
          <a:solidFill>
            <a:srgbClr val="FDF0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0" name="Editable reference element">
            <a:extLst>
              <a:ext uri="{FF2B5EF4-FFF2-40B4-BE49-F238E27FC236}">
                <ns2:creationId id="{7BA73A44-A758-4846-905E-F72BC13CC429}"/>
              </a:ext>
            </a:extLst>
          </p:cNvPr>
          <p:cNvSpPr>
            <a:spLocks noGrp="1"/>
          </p:cNvSpPr>
          <p:nvPr/>
        </p:nvSpPr>
        <p:spPr>
          <a:xfrm>
            <a:off x="6378701" y="3864879"/>
            <a:ext cx="103742" cy="105338"/>
          </a:xfrm>
          <a:prstGeom prst="rect">
            <a:avLst/>
          </a:prstGeom>
          <a:solidFill>
            <a:srgbClr val="F9D59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1" name="Editable reference element">
            <a:extLst>
              <a:ext uri="{FF2B5EF4-FFF2-40B4-BE49-F238E27FC236}">
                <ns2:creationId id="{2C7D3120-6A36-4AE4-88A1-500B4BD00B8F}"/>
              </a:ext>
            </a:extLst>
          </p:cNvPr>
          <p:cNvSpPr>
            <a:spLocks noGrp="1"/>
          </p:cNvSpPr>
          <p:nvPr/>
        </p:nvSpPr>
        <p:spPr>
          <a:xfrm>
            <a:off x="5548768" y="3970216"/>
            <a:ext cx="103742" cy="105338"/>
          </a:xfrm>
          <a:prstGeom prst="rect">
            <a:avLst/>
          </a:prstGeom>
          <a:solidFill>
            <a:srgbClr val="FDF1D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2" name="Editable reference element">
            <a:extLst>
              <a:ext uri="{FF2B5EF4-FFF2-40B4-BE49-F238E27FC236}">
                <ns2:creationId id="{54140028-482D-427A-8C37-CE2AF0B1DAAE}"/>
              </a:ext>
            </a:extLst>
          </p:cNvPr>
          <p:cNvSpPr>
            <a:spLocks noGrp="1"/>
          </p:cNvSpPr>
          <p:nvPr/>
        </p:nvSpPr>
        <p:spPr>
          <a:xfrm>
            <a:off x="5652509" y="3970216"/>
            <a:ext cx="103742" cy="105338"/>
          </a:xfrm>
          <a:prstGeom prst="rect">
            <a:avLst/>
          </a:prstGeom>
          <a:solidFill>
            <a:srgbClr val="FCE6C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3" name="Editable reference element">
            <a:extLst>
              <a:ext uri="{FF2B5EF4-FFF2-40B4-BE49-F238E27FC236}">
                <ns2:creationId id="{B507E3B5-3BE1-4105-BEAF-E664C51B37AA}"/>
              </a:ext>
            </a:extLst>
          </p:cNvPr>
          <p:cNvSpPr>
            <a:spLocks noGrp="1"/>
          </p:cNvSpPr>
          <p:nvPr/>
        </p:nvSpPr>
        <p:spPr>
          <a:xfrm>
            <a:off x="5756251" y="3970216"/>
            <a:ext cx="103742" cy="105338"/>
          </a:xfrm>
          <a:prstGeom prst="rect">
            <a:avLst/>
          </a:prstGeom>
          <a:solidFill>
            <a:srgbClr val="EBB06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4" name="Editable reference element">
            <a:extLst>
              <a:ext uri="{FF2B5EF4-FFF2-40B4-BE49-F238E27FC236}">
                <ns2:creationId id="{344C2282-9964-4269-863F-950D3C1DCE90}"/>
              </a:ext>
            </a:extLst>
          </p:cNvPr>
          <p:cNvSpPr>
            <a:spLocks noGrp="1"/>
          </p:cNvSpPr>
          <p:nvPr/>
        </p:nvSpPr>
        <p:spPr>
          <a:xfrm>
            <a:off x="5859993" y="3970216"/>
            <a:ext cx="103742" cy="105338"/>
          </a:xfrm>
          <a:prstGeom prst="rect">
            <a:avLst/>
          </a:prstGeom>
          <a:solidFill>
            <a:srgbClr val="FEFDF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5" name="Editable reference element">
            <a:extLst>
              <a:ext uri="{FF2B5EF4-FFF2-40B4-BE49-F238E27FC236}">
                <ns2:creationId id="{4D0AFA7D-AF8D-4B88-BAA1-0B194B97B9DD}"/>
              </a:ext>
            </a:extLst>
          </p:cNvPr>
          <p:cNvSpPr>
            <a:spLocks noGrp="1"/>
          </p:cNvSpPr>
          <p:nvPr/>
        </p:nvSpPr>
        <p:spPr>
          <a:xfrm>
            <a:off x="5963734" y="3970216"/>
            <a:ext cx="103742" cy="105338"/>
          </a:xfrm>
          <a:prstGeom prst="rect">
            <a:avLst/>
          </a:prstGeom>
          <a:solidFill>
            <a:srgbClr val="F2C47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6" name="Editable reference element">
            <a:extLst>
              <a:ext uri="{FF2B5EF4-FFF2-40B4-BE49-F238E27FC236}">
                <ns2:creationId id="{7C8189C2-E89F-4CF2-9225-55BC4849E9EA}"/>
              </a:ext>
            </a:extLst>
          </p:cNvPr>
          <p:cNvSpPr>
            <a:spLocks noGrp="1"/>
          </p:cNvSpPr>
          <p:nvPr/>
        </p:nvSpPr>
        <p:spPr>
          <a:xfrm>
            <a:off x="6067476" y="3970216"/>
            <a:ext cx="103742" cy="105338"/>
          </a:xfrm>
          <a:prstGeom prst="rect">
            <a:avLst/>
          </a:prstGeom>
          <a:solidFill>
            <a:srgbClr val="ECAF6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7" name="Editable reference element">
            <a:extLst>
              <a:ext uri="{FF2B5EF4-FFF2-40B4-BE49-F238E27FC236}">
                <ns2:creationId id="{305D7AE1-A985-4C2A-AD0C-B8468027B132}"/>
              </a:ext>
            </a:extLst>
          </p:cNvPr>
          <p:cNvSpPr>
            <a:spLocks noGrp="1"/>
          </p:cNvSpPr>
          <p:nvPr/>
        </p:nvSpPr>
        <p:spPr>
          <a:xfrm>
            <a:off x="6171218" y="3970216"/>
            <a:ext cx="103742" cy="105338"/>
          </a:xfrm>
          <a:prstGeom prst="rect">
            <a:avLst/>
          </a:prstGeom>
          <a:solidFill>
            <a:srgbClr val="E9A75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8" name="Editable reference element">
            <a:extLst>
              <a:ext uri="{FF2B5EF4-FFF2-40B4-BE49-F238E27FC236}">
                <ns2:creationId id="{D223B70D-1E25-4295-B7BC-4309899D4254}"/>
              </a:ext>
            </a:extLst>
          </p:cNvPr>
          <p:cNvSpPr>
            <a:spLocks noGrp="1"/>
          </p:cNvSpPr>
          <p:nvPr/>
        </p:nvSpPr>
        <p:spPr>
          <a:xfrm>
            <a:off x="6274960" y="3970216"/>
            <a:ext cx="103742" cy="105338"/>
          </a:xfrm>
          <a:prstGeom prst="rect">
            <a:avLst/>
          </a:prstGeom>
          <a:solidFill>
            <a:srgbClr val="EDB16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69" name="Editable reference element">
            <a:extLst>
              <a:ext uri="{FF2B5EF4-FFF2-40B4-BE49-F238E27FC236}">
                <ns2:creationId id="{5B94F833-1100-4328-B4BE-FDF63CE1241C}"/>
              </a:ext>
            </a:extLst>
          </p:cNvPr>
          <p:cNvSpPr>
            <a:spLocks noGrp="1"/>
          </p:cNvSpPr>
          <p:nvPr/>
        </p:nvSpPr>
        <p:spPr>
          <a:xfrm>
            <a:off x="6378701" y="3970216"/>
            <a:ext cx="103742" cy="105338"/>
          </a:xfrm>
          <a:prstGeom prst="rect">
            <a:avLst/>
          </a:prstGeom>
          <a:solidFill>
            <a:srgbClr val="FDF0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0" name="Editable reference element">
            <a:extLst>
              <a:ext uri="{FF2B5EF4-FFF2-40B4-BE49-F238E27FC236}">
                <ns2:creationId id="{F6F8F517-5045-4FD2-9E31-BEB1D67FE38A}"/>
              </a:ext>
            </a:extLst>
          </p:cNvPr>
          <p:cNvSpPr>
            <a:spLocks noGrp="1"/>
          </p:cNvSpPr>
          <p:nvPr/>
        </p:nvSpPr>
        <p:spPr>
          <a:xfrm>
            <a:off x="5548768" y="4075554"/>
            <a:ext cx="103742" cy="105338"/>
          </a:xfrm>
          <a:prstGeom prst="rect">
            <a:avLst/>
          </a:prstGeom>
          <a:solidFill>
            <a:srgbClr val="F6CE9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1" name="Editable reference element">
            <a:extLst>
              <a:ext uri="{FF2B5EF4-FFF2-40B4-BE49-F238E27FC236}">
                <ns2:creationId id="{788DCA05-4852-4DC1-8373-80D74A2A7DA8}"/>
              </a:ext>
            </a:extLst>
          </p:cNvPr>
          <p:cNvSpPr>
            <a:spLocks noGrp="1"/>
          </p:cNvSpPr>
          <p:nvPr/>
        </p:nvSpPr>
        <p:spPr>
          <a:xfrm>
            <a:off x="5652509" y="4075554"/>
            <a:ext cx="103742" cy="105338"/>
          </a:xfrm>
          <a:prstGeom prst="rect">
            <a:avLst/>
          </a:prstGeom>
          <a:solidFill>
            <a:srgbClr val="FEF4E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2" name="Editable reference element">
            <a:extLst>
              <a:ext uri="{FF2B5EF4-FFF2-40B4-BE49-F238E27FC236}">
                <ns2:creationId id="{472F7E14-2B96-41CC-97C2-43A19FBB52CC}"/>
              </a:ext>
            </a:extLst>
          </p:cNvPr>
          <p:cNvSpPr>
            <a:spLocks noGrp="1"/>
          </p:cNvSpPr>
          <p:nvPr/>
        </p:nvSpPr>
        <p:spPr>
          <a:xfrm>
            <a:off x="5756251" y="4075554"/>
            <a:ext cx="103742" cy="105338"/>
          </a:xfrm>
          <a:prstGeom prst="rect">
            <a:avLst/>
          </a:prstGeom>
          <a:solidFill>
            <a:srgbClr val="F9D8A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3" name="Editable reference element">
            <a:extLst>
              <a:ext uri="{FF2B5EF4-FFF2-40B4-BE49-F238E27FC236}">
                <ns2:creationId id="{11D48640-3BCA-4E39-9DC5-99B91209EE35}"/>
              </a:ext>
            </a:extLst>
          </p:cNvPr>
          <p:cNvSpPr>
            <a:spLocks noGrp="1"/>
          </p:cNvSpPr>
          <p:nvPr/>
        </p:nvSpPr>
        <p:spPr>
          <a:xfrm>
            <a:off x="5859993" y="4075554"/>
            <a:ext cx="103742" cy="105338"/>
          </a:xfrm>
          <a:prstGeom prst="rect">
            <a:avLst/>
          </a:prstGeom>
          <a:solidFill>
            <a:srgbClr val="FDFC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4" name="Editable reference element">
            <a:extLst>
              <a:ext uri="{FF2B5EF4-FFF2-40B4-BE49-F238E27FC236}">
                <ns2:creationId id="{20B035A8-A8AB-4FB4-B7B7-A37543F3BCC9}"/>
              </a:ext>
            </a:extLst>
          </p:cNvPr>
          <p:cNvSpPr>
            <a:spLocks noGrp="1"/>
          </p:cNvSpPr>
          <p:nvPr/>
        </p:nvSpPr>
        <p:spPr>
          <a:xfrm>
            <a:off x="5963734" y="4075554"/>
            <a:ext cx="103742" cy="105338"/>
          </a:xfrm>
          <a:prstGeom prst="rect">
            <a:avLst/>
          </a:prstGeom>
          <a:solidFill>
            <a:srgbClr val="E5983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5" name="Editable reference element">
            <a:extLst>
              <a:ext uri="{FF2B5EF4-FFF2-40B4-BE49-F238E27FC236}">
                <ns2:creationId id="{0DE83300-5CBC-4C2F-A161-A20CABCC24D3}"/>
              </a:ext>
            </a:extLst>
          </p:cNvPr>
          <p:cNvSpPr>
            <a:spLocks noGrp="1"/>
          </p:cNvSpPr>
          <p:nvPr/>
        </p:nvSpPr>
        <p:spPr>
          <a:xfrm>
            <a:off x="6067476" y="4075554"/>
            <a:ext cx="103742" cy="105338"/>
          </a:xfrm>
          <a:prstGeom prst="rect">
            <a:avLst/>
          </a:prstGeom>
          <a:solidFill>
            <a:srgbClr val="FCF4E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6" name="Editable reference element">
            <a:extLst>
              <a:ext uri="{FF2B5EF4-FFF2-40B4-BE49-F238E27FC236}">
                <ns2:creationId id="{A6E9E8C0-0399-4BDD-AFAF-9B97C5252FC2}"/>
              </a:ext>
            </a:extLst>
          </p:cNvPr>
          <p:cNvSpPr>
            <a:spLocks noGrp="1"/>
          </p:cNvSpPr>
          <p:nvPr/>
        </p:nvSpPr>
        <p:spPr>
          <a:xfrm>
            <a:off x="6171218" y="4075554"/>
            <a:ext cx="103742" cy="105338"/>
          </a:xfrm>
          <a:prstGeom prst="rect">
            <a:avLst/>
          </a:prstGeom>
          <a:solidFill>
            <a:srgbClr val="FCE9C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7" name="Editable reference element">
            <a:extLst>
              <a:ext uri="{FF2B5EF4-FFF2-40B4-BE49-F238E27FC236}">
                <ns2:creationId id="{642D6EE6-C8A4-4F7D-8081-26A3170D0729}"/>
              </a:ext>
            </a:extLst>
          </p:cNvPr>
          <p:cNvSpPr>
            <a:spLocks noGrp="1"/>
          </p:cNvSpPr>
          <p:nvPr/>
        </p:nvSpPr>
        <p:spPr>
          <a:xfrm>
            <a:off x="6274960" y="4075554"/>
            <a:ext cx="103742" cy="105338"/>
          </a:xfrm>
          <a:prstGeom prst="rect">
            <a:avLst/>
          </a:prstGeom>
          <a:solidFill>
            <a:srgbClr val="FEF4E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8" name="Editable reference element">
            <a:extLst>
              <a:ext uri="{FF2B5EF4-FFF2-40B4-BE49-F238E27FC236}">
                <ns2:creationId id="{C445BDE8-8C01-4194-8F09-F4F6B50C1657}"/>
              </a:ext>
            </a:extLst>
          </p:cNvPr>
          <p:cNvSpPr>
            <a:spLocks noGrp="1"/>
          </p:cNvSpPr>
          <p:nvPr/>
        </p:nvSpPr>
        <p:spPr>
          <a:xfrm>
            <a:off x="6378701" y="4075554"/>
            <a:ext cx="103742" cy="105338"/>
          </a:xfrm>
          <a:prstGeom prst="rect">
            <a:avLst/>
          </a:prstGeom>
          <a:solidFill>
            <a:srgbClr val="F9D7A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79" name="Editable reference element">
            <a:extLst>
              <a:ext uri="{FF2B5EF4-FFF2-40B4-BE49-F238E27FC236}">
                <ns2:creationId id="{16042BEA-8332-44F8-A8CE-11C3FEC72FF3}"/>
              </a:ext>
            </a:extLst>
          </p:cNvPr>
          <p:cNvSpPr>
            <a:spLocks noGrp="1"/>
          </p:cNvSpPr>
          <p:nvPr/>
        </p:nvSpPr>
        <p:spPr>
          <a:xfrm>
            <a:off x="5548768" y="3864879"/>
            <a:ext cx="933675" cy="316013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680" name="Editable reference text: ⋯">
            <a:extLst>
              <a:ext uri="{FF2B5EF4-FFF2-40B4-BE49-F238E27FC236}">
                <ns2:creationId id="{335CA262-2C2F-4EA6-88D8-DE93AB536A3F}"/>
              </a:ext>
            </a:extLst>
          </p:cNvPr>
          <p:cNvSpPr>
            <a:spLocks noGrp="1"/>
          </p:cNvSpPr>
          <p:nvPr/>
        </p:nvSpPr>
        <p:spPr>
          <a:xfrm>
            <a:off x="6563840" y="3941488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681" name="Editable reference element">
            <a:extLst>
              <a:ext uri="{FF2B5EF4-FFF2-40B4-BE49-F238E27FC236}">
                <ns2:creationId id="{0B52BAD2-1F6A-42A2-8C25-37F998560FD5}"/>
              </a:ext>
            </a:extLst>
          </p:cNvPr>
          <p:cNvSpPr>
            <a:spLocks noGrp="1"/>
          </p:cNvSpPr>
          <p:nvPr/>
        </p:nvSpPr>
        <p:spPr>
          <a:xfrm>
            <a:off x="4054888" y="4358051"/>
            <a:ext cx="2489800" cy="287285"/>
          </a:xfrm>
          <a:prstGeom prst="roundRect">
            <a:avLst>
              <a:gd name="adj" fmla="val 26524"/>
            </a:avLst>
          </a:prstGeom>
          <a:solidFill>
            <a:srgbClr val="FFFFFF"/>
          </a:solidFill>
          <a:ln w="7661">
            <a:solidFill>
              <a:srgbClr val="006C78"/>
            </a:solidFill>
            <a:prstDash val="dash"/>
          </a:ln>
        </p:spPr>
      </p:sp>
      <p:sp>
        <p:nvSpPr>
          <p:cNvPr id="682" name="Editable reference text: Calibration feedback (offline)">
            <a:extLst>
              <a:ext uri="{FF2B5EF4-FFF2-40B4-BE49-F238E27FC236}">
                <ns2:creationId id="{B87A29DB-C129-4D66-954B-79643CC1A495}"/>
              </a:ext>
            </a:extLst>
          </p:cNvPr>
          <p:cNvSpPr>
            <a:spLocks noGrp="1"/>
          </p:cNvSpPr>
          <p:nvPr/>
        </p:nvSpPr>
        <p:spPr>
          <a:xfrm>
            <a:off x="4643821" y="4410720"/>
            <a:ext cx="1891291" cy="12449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1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Calibration feedback (offline)</a:t>
            </a:r>
          </a:p>
        </p:txBody>
      </p:sp>
      <p:sp>
        <p:nvSpPr>
          <p:cNvPr id="683" name="Editable reference text: Measure action sensitivity from final actions and ">
            <a:extLst>
              <a:ext uri="{FF2B5EF4-FFF2-40B4-BE49-F238E27FC236}">
                <ns2:creationId id="{CB313507-8F94-4573-8D49-726AF48C1FD4}"/>
              </a:ext>
            </a:extLst>
          </p:cNvPr>
          <p:cNvSpPr>
            <a:spLocks noGrp="1"/>
          </p:cNvSpPr>
          <p:nvPr/>
        </p:nvSpPr>
        <p:spPr>
          <a:xfrm>
            <a:off x="4169802" y="4535210"/>
            <a:ext cx="2307853" cy="11491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4C6483"/>
                </a:solidFill>
                <a:latin typeface="Times New Roman"/>
                <a:ea typeface="Times New Roman"/>
                <a:cs typeface="Times New Roman"/>
              </a:rPr>
              <a:t>Measure action sensitivity from final actions and update M, C</a:t>
            </a:r>
          </a:p>
        </p:txBody>
      </p:sp>
      <p:sp>
        <p:nvSpPr>
          <p:cNvPr id="684" name="Reference line">
            <a:extLst>
              <a:ext uri="{FF2B5EF4-FFF2-40B4-BE49-F238E27FC236}">
                <ns2:creationId id="{6A905587-BFF9-4382-9787-BF16FABE06CE}"/>
              </a:ext>
            </a:extLst>
          </p:cNvPr>
          <p:cNvSpPr>
            <a:spLocks noGrp="1"/>
          </p:cNvSpPr>
          <p:nvPr/>
        </p:nvSpPr>
        <p:spPr>
          <a:xfrm flipH="0" flipV="1">
            <a:off x="4423570" y="3989369"/>
            <a:ext cx="95" cy="363894"/>
          </a:xfrm>
          <a:prstGeom prst="line">
            <a:avLst/>
          </a:prstGeom>
          <a:noFill/>
          <a:ln w="11013">
            <a:solidFill>
              <a:srgbClr val="006C78"/>
            </a:solidFill>
            <a:prstDash val="dash"/>
          </a:ln>
        </p:spPr>
      </p:sp>
      <p:sp>
        <p:nvSpPr>
          <p:cNvPr id="685" name="Reference arrowhead">
            <a:extLst>
              <a:ext uri="{FF2B5EF4-FFF2-40B4-BE49-F238E27FC236}">
                <ns2:creationId id="{D4711F51-EBB4-459D-A4F8-A1263C3BEF41}"/>
              </a:ext>
            </a:extLst>
          </p:cNvPr>
          <p:cNvSpPr>
            <a:spLocks noGrp="1"/>
          </p:cNvSpPr>
          <p:nvPr/>
        </p:nvSpPr>
        <p:spPr>
          <a:xfrm rot="0">
            <a:off x="4405399" y="3989369"/>
            <a:ext cx="36342" cy="44050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</p:sp>
      <p:sp>
        <p:nvSpPr>
          <p:cNvPr id="686" name="Reference line">
            <a:extLst>
              <a:ext uri="{FF2B5EF4-FFF2-40B4-BE49-F238E27FC236}">
                <ns2:creationId id="{EBE76E2E-E5A5-4DD6-ACB9-363337B7196E}"/>
              </a:ext>
            </a:extLst>
          </p:cNvPr>
          <p:cNvSpPr>
            <a:spLocks noGrp="1"/>
          </p:cNvSpPr>
          <p:nvPr/>
        </p:nvSpPr>
        <p:spPr>
          <a:xfrm flipH="0" flipV="0">
            <a:off x="6549476" y="4501693"/>
            <a:ext cx="732576" cy="95"/>
          </a:xfrm>
          <a:prstGeom prst="line">
            <a:avLst/>
          </a:prstGeom>
          <a:noFill/>
          <a:ln w="11013">
            <a:solidFill>
              <a:srgbClr val="006C78"/>
            </a:solidFill>
            <a:prstDash val="dash"/>
          </a:ln>
        </p:spPr>
      </p:sp>
      <p:sp>
        <p:nvSpPr>
          <p:cNvPr id="687" name="Editable reference text: Quantized activations X′">
            <a:extLst>
              <a:ext uri="{FF2B5EF4-FFF2-40B4-BE49-F238E27FC236}">
                <ns2:creationId id="{FB24BC98-D19E-4C16-B1FF-1D5FDE1BEB10}"/>
              </a:ext>
            </a:extLst>
          </p:cNvPr>
          <p:cNvSpPr>
            <a:spLocks noGrp="1"/>
          </p:cNvSpPr>
          <p:nvPr/>
        </p:nvSpPr>
        <p:spPr>
          <a:xfrm>
            <a:off x="7037860" y="1399019"/>
            <a:ext cx="1000708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activations X′</a:t>
            </a:r>
          </a:p>
        </p:txBody>
      </p:sp>
      <p:sp>
        <p:nvSpPr>
          <p:cNvPr id="688" name="Editable reference element">
            <a:extLst>
              <a:ext uri="{FF2B5EF4-FFF2-40B4-BE49-F238E27FC236}">
                <ns2:creationId id="{3A712A2A-64CA-4697-B2E6-2196DDE8F898}"/>
              </a:ext>
            </a:extLst>
          </p:cNvPr>
          <p:cNvSpPr>
            <a:spLocks noGrp="1"/>
          </p:cNvSpPr>
          <p:nvPr/>
        </p:nvSpPr>
        <p:spPr>
          <a:xfrm>
            <a:off x="7080953" y="1523509"/>
            <a:ext cx="813973" cy="287285"/>
          </a:xfrm>
          <a:prstGeom prst="roundRect">
            <a:avLst>
              <a:gd name="adj" fmla="val 26524"/>
            </a:avLst>
          </a:prstGeom>
          <a:solidFill>
            <a:srgbClr val="E7F3FF"/>
          </a:solidFill>
          <a:ln w="0">
            <a:noFill/>
            <a:prstDash val="solid"/>
          </a:ln>
        </p:spPr>
      </p:sp>
      <p:sp>
        <p:nvSpPr>
          <p:cNvPr id="689" name="Editable reference text: BF16 for first pilot&#10;A8 / A4 later">
            <a:extLst>
              <a:ext uri="{FF2B5EF4-FFF2-40B4-BE49-F238E27FC236}">
                <ns2:creationId id="{1928A36C-8897-47CB-84B9-7D21505831DB}"/>
              </a:ext>
            </a:extLst>
          </p:cNvPr>
          <p:cNvSpPr>
            <a:spLocks noGrp="1"/>
          </p:cNvSpPr>
          <p:nvPr/>
        </p:nvSpPr>
        <p:spPr>
          <a:xfrm>
            <a:off x="7124045" y="1547449"/>
            <a:ext cx="732576" cy="24898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BF16 for first pilot</a:t>
            </a:r>
          </a:p>
          <a:p>
            <a:pPr algn="ctr">
              <a:def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A8 / A4 later</a:t>
            </a:r>
          </a:p>
        </p:txBody>
      </p:sp>
      <p:sp>
        <p:nvSpPr>
          <p:cNvPr id="690" name="Editable reference text: Quantized weights Ŵ′">
            <a:extLst>
              <a:ext uri="{FF2B5EF4-FFF2-40B4-BE49-F238E27FC236}">
                <ns2:creationId id="{8879DABD-7BE4-4862-A7BC-1BDDAFD54F8F}"/>
              </a:ext>
            </a:extLst>
          </p:cNvPr>
          <p:cNvSpPr>
            <a:spLocks noGrp="1"/>
          </p:cNvSpPr>
          <p:nvPr/>
        </p:nvSpPr>
        <p:spPr>
          <a:xfrm>
            <a:off x="8100813" y="1399019"/>
            <a:ext cx="871430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6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Quantized weights Ŵ′</a:t>
            </a:r>
          </a:p>
        </p:txBody>
      </p:sp>
      <p:sp>
        <p:nvSpPr>
          <p:cNvPr id="691" name="Editable reference element">
            <a:extLst>
              <a:ext uri="{FF2B5EF4-FFF2-40B4-BE49-F238E27FC236}">
                <ns2:creationId id="{43C934D3-3970-4D01-8093-B7104621F0B6}"/>
              </a:ext>
            </a:extLst>
          </p:cNvPr>
          <p:cNvSpPr>
            <a:spLocks noGrp="1"/>
          </p:cNvSpPr>
          <p:nvPr/>
        </p:nvSpPr>
        <p:spPr>
          <a:xfrm>
            <a:off x="7157562" y="1868250"/>
            <a:ext cx="77208" cy="85228"/>
          </a:xfrm>
          <a:prstGeom prst="rect">
            <a:avLst/>
          </a:prstGeom>
          <a:solidFill>
            <a:srgbClr val="D0DD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2" name="Editable reference element">
            <a:extLst>
              <a:ext uri="{FF2B5EF4-FFF2-40B4-BE49-F238E27FC236}">
                <ns2:creationId id="{08BFDC39-06D6-4B83-B556-969024F388AC}"/>
              </a:ext>
            </a:extLst>
          </p:cNvPr>
          <p:cNvSpPr>
            <a:spLocks noGrp="1"/>
          </p:cNvSpPr>
          <p:nvPr/>
        </p:nvSpPr>
        <p:spPr>
          <a:xfrm>
            <a:off x="7234770" y="1868250"/>
            <a:ext cx="77208" cy="85228"/>
          </a:xfrm>
          <a:prstGeom prst="rect">
            <a:avLst/>
          </a:prstGeom>
          <a:solidFill>
            <a:srgbClr val="CBDC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3" name="Editable reference element">
            <a:extLst>
              <a:ext uri="{FF2B5EF4-FFF2-40B4-BE49-F238E27FC236}">
                <ns2:creationId id="{8E479022-F35A-4547-B99F-BECA664AB900}"/>
              </a:ext>
            </a:extLst>
          </p:cNvPr>
          <p:cNvSpPr>
            <a:spLocks noGrp="1"/>
          </p:cNvSpPr>
          <p:nvPr/>
        </p:nvSpPr>
        <p:spPr>
          <a:xfrm>
            <a:off x="7311977" y="1868250"/>
            <a:ext cx="77208" cy="85228"/>
          </a:xfrm>
          <a:prstGeom prst="rect">
            <a:avLst/>
          </a:prstGeom>
          <a:solidFill>
            <a:srgbClr val="D4E1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4" name="Editable reference element">
            <a:extLst>
              <a:ext uri="{FF2B5EF4-FFF2-40B4-BE49-F238E27FC236}">
                <ns2:creationId id="{4330D498-8D21-4CA9-8517-46EB874CF604}"/>
              </a:ext>
            </a:extLst>
          </p:cNvPr>
          <p:cNvSpPr>
            <a:spLocks noGrp="1"/>
          </p:cNvSpPr>
          <p:nvPr/>
        </p:nvSpPr>
        <p:spPr>
          <a:xfrm>
            <a:off x="7389185" y="1868250"/>
            <a:ext cx="77208" cy="85228"/>
          </a:xfrm>
          <a:prstGeom prst="rect">
            <a:avLst/>
          </a:prstGeom>
          <a:solidFill>
            <a:srgbClr val="CFDD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5" name="Editable reference element">
            <a:extLst>
              <a:ext uri="{FF2B5EF4-FFF2-40B4-BE49-F238E27FC236}">
                <ns2:creationId id="{6530BD7F-51AF-411C-971C-665ABAC01B0B}"/>
              </a:ext>
            </a:extLst>
          </p:cNvPr>
          <p:cNvSpPr>
            <a:spLocks noGrp="1"/>
          </p:cNvSpPr>
          <p:nvPr/>
        </p:nvSpPr>
        <p:spPr>
          <a:xfrm>
            <a:off x="7466393" y="1868250"/>
            <a:ext cx="77208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6" name="Editable reference element">
            <a:extLst>
              <a:ext uri="{FF2B5EF4-FFF2-40B4-BE49-F238E27FC236}">
                <ns2:creationId id="{BC204F06-EDC3-473E-B165-50598E280E1B}"/>
              </a:ext>
            </a:extLst>
          </p:cNvPr>
          <p:cNvSpPr>
            <a:spLocks noGrp="1"/>
          </p:cNvSpPr>
          <p:nvPr/>
        </p:nvSpPr>
        <p:spPr>
          <a:xfrm>
            <a:off x="7543600" y="1868250"/>
            <a:ext cx="77208" cy="85228"/>
          </a:xfrm>
          <a:prstGeom prst="rect">
            <a:avLst/>
          </a:prstGeom>
          <a:solidFill>
            <a:srgbClr val="A7C1E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7" name="Editable reference element">
            <a:extLst>
              <a:ext uri="{FF2B5EF4-FFF2-40B4-BE49-F238E27FC236}">
                <ns2:creationId id="{F857B064-3161-4D39-B1DD-B44E668CCC51}"/>
              </a:ext>
            </a:extLst>
          </p:cNvPr>
          <p:cNvSpPr>
            <a:spLocks noGrp="1"/>
          </p:cNvSpPr>
          <p:nvPr/>
        </p:nvSpPr>
        <p:spPr>
          <a:xfrm>
            <a:off x="7620808" y="1868250"/>
            <a:ext cx="77208" cy="85228"/>
          </a:xfrm>
          <a:prstGeom prst="rect">
            <a:avLst/>
          </a:prstGeom>
          <a:solidFill>
            <a:srgbClr val="9FBDE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8" name="Editable reference element">
            <a:extLst>
              <a:ext uri="{FF2B5EF4-FFF2-40B4-BE49-F238E27FC236}">
                <ns2:creationId id="{A4C8BEED-007D-4F8C-B430-1976BA0490EB}"/>
              </a:ext>
            </a:extLst>
          </p:cNvPr>
          <p:cNvSpPr>
            <a:spLocks noGrp="1"/>
          </p:cNvSpPr>
          <p:nvPr/>
        </p:nvSpPr>
        <p:spPr>
          <a:xfrm>
            <a:off x="7698016" y="1868250"/>
            <a:ext cx="77208" cy="85228"/>
          </a:xfrm>
          <a:prstGeom prst="rect">
            <a:avLst/>
          </a:prstGeom>
          <a:solidFill>
            <a:srgbClr val="E7EE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699" name="Editable reference element">
            <a:extLst>
              <a:ext uri="{FF2B5EF4-FFF2-40B4-BE49-F238E27FC236}">
                <ns2:creationId id="{599448DE-F057-4837-A97B-0E8DA7CC282E}"/>
              </a:ext>
            </a:extLst>
          </p:cNvPr>
          <p:cNvSpPr>
            <a:spLocks noGrp="1"/>
          </p:cNvSpPr>
          <p:nvPr/>
        </p:nvSpPr>
        <p:spPr>
          <a:xfrm>
            <a:off x="7157562" y="1953478"/>
            <a:ext cx="77208" cy="85228"/>
          </a:xfrm>
          <a:prstGeom prst="rect">
            <a:avLst/>
          </a:prstGeom>
          <a:solidFill>
            <a:srgbClr val="CFDE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0" name="Editable reference element">
            <a:extLst>
              <a:ext uri="{FF2B5EF4-FFF2-40B4-BE49-F238E27FC236}">
                <ns2:creationId id="{90777759-C5B3-4526-A2BB-A7DE3100233B}"/>
              </a:ext>
            </a:extLst>
          </p:cNvPr>
          <p:cNvSpPr>
            <a:spLocks noGrp="1"/>
          </p:cNvSpPr>
          <p:nvPr/>
        </p:nvSpPr>
        <p:spPr>
          <a:xfrm>
            <a:off x="7234770" y="1953478"/>
            <a:ext cx="77208" cy="85228"/>
          </a:xfrm>
          <a:prstGeom prst="rect">
            <a:avLst/>
          </a:prstGeom>
          <a:solidFill>
            <a:srgbClr val="84A9D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1" name="Editable reference element">
            <a:extLst>
              <a:ext uri="{FF2B5EF4-FFF2-40B4-BE49-F238E27FC236}">
                <ns2:creationId id="{6848B378-3102-4640-AE67-21D7CF9250E9}"/>
              </a:ext>
            </a:extLst>
          </p:cNvPr>
          <p:cNvSpPr>
            <a:spLocks noGrp="1"/>
          </p:cNvSpPr>
          <p:nvPr/>
        </p:nvSpPr>
        <p:spPr>
          <a:xfrm>
            <a:off x="7311977" y="1953478"/>
            <a:ext cx="77208" cy="85228"/>
          </a:xfrm>
          <a:prstGeom prst="rect">
            <a:avLst/>
          </a:prstGeom>
          <a:solidFill>
            <a:srgbClr val="A7C2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2" name="Editable reference element">
            <a:extLst>
              <a:ext uri="{FF2B5EF4-FFF2-40B4-BE49-F238E27FC236}">
                <ns2:creationId id="{E87E8D42-EF6D-4C0D-813C-C1B2CBDC0A1E}"/>
              </a:ext>
            </a:extLst>
          </p:cNvPr>
          <p:cNvSpPr>
            <a:spLocks noGrp="1"/>
          </p:cNvSpPr>
          <p:nvPr/>
        </p:nvSpPr>
        <p:spPr>
          <a:xfrm>
            <a:off x="7389185" y="1953478"/>
            <a:ext cx="77208" cy="85228"/>
          </a:xfrm>
          <a:prstGeom prst="rect">
            <a:avLst/>
          </a:prstGeom>
          <a:solidFill>
            <a:srgbClr val="D1DD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3" name="Editable reference element">
            <a:extLst>
              <a:ext uri="{FF2B5EF4-FFF2-40B4-BE49-F238E27FC236}">
                <ns2:creationId id="{26A93F34-3640-4137-8C64-B7D4A2FFD941}"/>
              </a:ext>
            </a:extLst>
          </p:cNvPr>
          <p:cNvSpPr>
            <a:spLocks noGrp="1"/>
          </p:cNvSpPr>
          <p:nvPr/>
        </p:nvSpPr>
        <p:spPr>
          <a:xfrm>
            <a:off x="7466393" y="1953478"/>
            <a:ext cx="77208" cy="85228"/>
          </a:xfrm>
          <a:prstGeom prst="rect">
            <a:avLst/>
          </a:prstGeom>
          <a:solidFill>
            <a:srgbClr val="FDFDF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4" name="Editable reference element">
            <a:extLst>
              <a:ext uri="{FF2B5EF4-FFF2-40B4-BE49-F238E27FC236}">
                <ns2:creationId id="{63E800F0-BEFC-4E10-B398-9654B7213CE4}"/>
              </a:ext>
            </a:extLst>
          </p:cNvPr>
          <p:cNvSpPr>
            <a:spLocks noGrp="1"/>
          </p:cNvSpPr>
          <p:nvPr/>
        </p:nvSpPr>
        <p:spPr>
          <a:xfrm>
            <a:off x="7543600" y="1953478"/>
            <a:ext cx="77208" cy="85228"/>
          </a:xfrm>
          <a:prstGeom prst="rect">
            <a:avLst/>
          </a:prstGeom>
          <a:solidFill>
            <a:srgbClr val="CEDC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5" name="Editable reference element">
            <a:extLst>
              <a:ext uri="{FF2B5EF4-FFF2-40B4-BE49-F238E27FC236}">
                <ns2:creationId id="{1A7132C0-B88F-4786-8CAC-FCB1DEA75FD3}"/>
              </a:ext>
            </a:extLst>
          </p:cNvPr>
          <p:cNvSpPr>
            <a:spLocks noGrp="1"/>
          </p:cNvSpPr>
          <p:nvPr/>
        </p:nvSpPr>
        <p:spPr>
          <a:xfrm>
            <a:off x="7620808" y="1953478"/>
            <a:ext cx="77208" cy="85228"/>
          </a:xfrm>
          <a:prstGeom prst="rect">
            <a:avLst/>
          </a:prstGeom>
          <a:solidFill>
            <a:srgbClr val="B2CAE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6" name="Editable reference element">
            <a:extLst>
              <a:ext uri="{FF2B5EF4-FFF2-40B4-BE49-F238E27FC236}">
                <ns2:creationId id="{8F7BE78A-D447-4BB4-893E-9D59B5A33282}"/>
              </a:ext>
            </a:extLst>
          </p:cNvPr>
          <p:cNvSpPr>
            <a:spLocks noGrp="1"/>
          </p:cNvSpPr>
          <p:nvPr/>
        </p:nvSpPr>
        <p:spPr>
          <a:xfrm>
            <a:off x="7698016" y="1953478"/>
            <a:ext cx="77208" cy="85228"/>
          </a:xfrm>
          <a:prstGeom prst="rect">
            <a:avLst/>
          </a:prstGeom>
          <a:solidFill>
            <a:srgbClr val="C9D9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7" name="Editable reference element">
            <a:extLst>
              <a:ext uri="{FF2B5EF4-FFF2-40B4-BE49-F238E27FC236}">
                <ns2:creationId id="{335A8A34-78DE-4F20-AB5A-B8D526BDCD31}"/>
              </a:ext>
            </a:extLst>
          </p:cNvPr>
          <p:cNvSpPr>
            <a:spLocks noGrp="1"/>
          </p:cNvSpPr>
          <p:nvPr/>
        </p:nvSpPr>
        <p:spPr>
          <a:xfrm>
            <a:off x="7157562" y="2038706"/>
            <a:ext cx="77208" cy="85228"/>
          </a:xfrm>
          <a:prstGeom prst="rect">
            <a:avLst/>
          </a:prstGeom>
          <a:solidFill>
            <a:srgbClr val="F3F7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8" name="Editable reference element">
            <a:extLst>
              <a:ext uri="{FF2B5EF4-FFF2-40B4-BE49-F238E27FC236}">
                <ns2:creationId id="{D1D1CE4E-447B-4CDC-9FA5-8CEE572CC0B2}"/>
              </a:ext>
            </a:extLst>
          </p:cNvPr>
          <p:cNvSpPr>
            <a:spLocks noGrp="1"/>
          </p:cNvSpPr>
          <p:nvPr/>
        </p:nvSpPr>
        <p:spPr>
          <a:xfrm>
            <a:off x="7234770" y="2038706"/>
            <a:ext cx="77208" cy="85228"/>
          </a:xfrm>
          <a:prstGeom prst="rect">
            <a:avLst/>
          </a:prstGeom>
          <a:solidFill>
            <a:srgbClr val="BFD2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09" name="Editable reference element">
            <a:extLst>
              <a:ext uri="{FF2B5EF4-FFF2-40B4-BE49-F238E27FC236}">
                <ns2:creationId id="{96EFD976-57D6-4C9F-85F5-1069664060A0}"/>
              </a:ext>
            </a:extLst>
          </p:cNvPr>
          <p:cNvSpPr>
            <a:spLocks noGrp="1"/>
          </p:cNvSpPr>
          <p:nvPr/>
        </p:nvSpPr>
        <p:spPr>
          <a:xfrm>
            <a:off x="7311977" y="2038706"/>
            <a:ext cx="77208" cy="85228"/>
          </a:xfrm>
          <a:prstGeom prst="rect">
            <a:avLst/>
          </a:prstGeom>
          <a:solidFill>
            <a:srgbClr val="E1EA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0" name="Editable reference element">
            <a:extLst>
              <a:ext uri="{FF2B5EF4-FFF2-40B4-BE49-F238E27FC236}">
                <ns2:creationId id="{33090D1D-F835-4B7E-82D2-B0E2A4B7DA16}"/>
              </a:ext>
            </a:extLst>
          </p:cNvPr>
          <p:cNvSpPr>
            <a:spLocks noGrp="1"/>
          </p:cNvSpPr>
          <p:nvPr/>
        </p:nvSpPr>
        <p:spPr>
          <a:xfrm>
            <a:off x="7389185" y="2038706"/>
            <a:ext cx="77208" cy="85228"/>
          </a:xfrm>
          <a:prstGeom prst="rect">
            <a:avLst/>
          </a:prstGeom>
          <a:solidFill>
            <a:srgbClr val="FCFBF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1" name="Editable reference element">
            <a:extLst>
              <a:ext uri="{FF2B5EF4-FFF2-40B4-BE49-F238E27FC236}">
                <ns2:creationId id="{368B250E-C7FE-4BB7-90BE-F5C045DC0442}"/>
              </a:ext>
            </a:extLst>
          </p:cNvPr>
          <p:cNvSpPr>
            <a:spLocks noGrp="1"/>
          </p:cNvSpPr>
          <p:nvPr/>
        </p:nvSpPr>
        <p:spPr>
          <a:xfrm>
            <a:off x="7466393" y="2038706"/>
            <a:ext cx="77208" cy="85228"/>
          </a:xfrm>
          <a:prstGeom prst="rect">
            <a:avLst/>
          </a:prstGeom>
          <a:solidFill>
            <a:srgbClr val="F9FBF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2" name="Editable reference element">
            <a:extLst>
              <a:ext uri="{FF2B5EF4-FFF2-40B4-BE49-F238E27FC236}">
                <ns2:creationId id="{D734C29B-ABF7-489C-A1D1-24F4F06A8A93}"/>
              </a:ext>
            </a:extLst>
          </p:cNvPr>
          <p:cNvSpPr>
            <a:spLocks noGrp="1"/>
          </p:cNvSpPr>
          <p:nvPr/>
        </p:nvSpPr>
        <p:spPr>
          <a:xfrm>
            <a:off x="7543600" y="2038706"/>
            <a:ext cx="77208" cy="85228"/>
          </a:xfrm>
          <a:prstGeom prst="rect">
            <a:avLst/>
          </a:prstGeom>
          <a:solidFill>
            <a:srgbClr val="F4F7F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3" name="Editable reference element">
            <a:extLst>
              <a:ext uri="{FF2B5EF4-FFF2-40B4-BE49-F238E27FC236}">
                <ns2:creationId id="{FCC8F6E6-0DBD-4026-8B16-5AD2681AAD82}"/>
              </a:ext>
            </a:extLst>
          </p:cNvPr>
          <p:cNvSpPr>
            <a:spLocks noGrp="1"/>
          </p:cNvSpPr>
          <p:nvPr/>
        </p:nvSpPr>
        <p:spPr>
          <a:xfrm>
            <a:off x="7620808" y="2038706"/>
            <a:ext cx="77208" cy="85228"/>
          </a:xfrm>
          <a:prstGeom prst="rect">
            <a:avLst/>
          </a:prstGeom>
          <a:solidFill>
            <a:srgbClr val="E7EEF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4" name="Editable reference element">
            <a:extLst>
              <a:ext uri="{FF2B5EF4-FFF2-40B4-BE49-F238E27FC236}">
                <ns2:creationId id="{F84BC0CB-FD0C-4BCD-B38B-F29F295214DB}"/>
              </a:ext>
            </a:extLst>
          </p:cNvPr>
          <p:cNvSpPr>
            <a:spLocks noGrp="1"/>
          </p:cNvSpPr>
          <p:nvPr/>
        </p:nvSpPr>
        <p:spPr>
          <a:xfrm>
            <a:off x="7698016" y="2038706"/>
            <a:ext cx="77208" cy="85228"/>
          </a:xfrm>
          <a:prstGeom prst="rect">
            <a:avLst/>
          </a:prstGeom>
          <a:solidFill>
            <a:srgbClr val="F4F7F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5" name="Editable reference element">
            <a:extLst>
              <a:ext uri="{FF2B5EF4-FFF2-40B4-BE49-F238E27FC236}">
                <ns2:creationId id="{990811D9-4F84-48E6-9FEF-40687D6BC03D}"/>
              </a:ext>
            </a:extLst>
          </p:cNvPr>
          <p:cNvSpPr>
            <a:spLocks noGrp="1"/>
          </p:cNvSpPr>
          <p:nvPr/>
        </p:nvSpPr>
        <p:spPr>
          <a:xfrm>
            <a:off x="7157562" y="2123934"/>
            <a:ext cx="77208" cy="85228"/>
          </a:xfrm>
          <a:prstGeom prst="rect">
            <a:avLst/>
          </a:prstGeom>
          <a:solidFill>
            <a:srgbClr val="DAE5F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6" name="Editable reference element">
            <a:extLst>
              <a:ext uri="{FF2B5EF4-FFF2-40B4-BE49-F238E27FC236}">
                <ns2:creationId id="{087FBA91-F377-4163-A6E3-0D8E9B75E6A2}"/>
              </a:ext>
            </a:extLst>
          </p:cNvPr>
          <p:cNvSpPr>
            <a:spLocks noGrp="1"/>
          </p:cNvSpPr>
          <p:nvPr/>
        </p:nvSpPr>
        <p:spPr>
          <a:xfrm>
            <a:off x="7234770" y="2123934"/>
            <a:ext cx="77208" cy="85228"/>
          </a:xfrm>
          <a:prstGeom prst="rect">
            <a:avLst/>
          </a:prstGeom>
          <a:solidFill>
            <a:srgbClr val="D7E1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7" name="Editable reference element">
            <a:extLst>
              <a:ext uri="{FF2B5EF4-FFF2-40B4-BE49-F238E27FC236}">
                <ns2:creationId id="{BC2642CF-6B77-4023-A580-5C43E84EA367}"/>
              </a:ext>
            </a:extLst>
          </p:cNvPr>
          <p:cNvSpPr>
            <a:spLocks noGrp="1"/>
          </p:cNvSpPr>
          <p:nvPr/>
        </p:nvSpPr>
        <p:spPr>
          <a:xfrm>
            <a:off x="7311977" y="2123934"/>
            <a:ext cx="77208" cy="85228"/>
          </a:xfrm>
          <a:prstGeom prst="rect">
            <a:avLst/>
          </a:prstGeom>
          <a:solidFill>
            <a:srgbClr val="CBDC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8" name="Editable reference element">
            <a:extLst>
              <a:ext uri="{FF2B5EF4-FFF2-40B4-BE49-F238E27FC236}">
                <ns2:creationId id="{5E7DE5A9-FE71-47B5-94F3-9E34BE3690E0}"/>
              </a:ext>
            </a:extLst>
          </p:cNvPr>
          <p:cNvSpPr>
            <a:spLocks noGrp="1"/>
          </p:cNvSpPr>
          <p:nvPr/>
        </p:nvSpPr>
        <p:spPr>
          <a:xfrm>
            <a:off x="7389185" y="2123934"/>
            <a:ext cx="77208" cy="85228"/>
          </a:xfrm>
          <a:prstGeom prst="rect">
            <a:avLst/>
          </a:prstGeom>
          <a:solidFill>
            <a:srgbClr val="CFDE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19" name="Editable reference element">
            <a:extLst>
              <a:ext uri="{FF2B5EF4-FFF2-40B4-BE49-F238E27FC236}">
                <ns2:creationId id="{5F666098-72D5-404C-83DB-2D8E2EB49233}"/>
              </a:ext>
            </a:extLst>
          </p:cNvPr>
          <p:cNvSpPr>
            <a:spLocks noGrp="1"/>
          </p:cNvSpPr>
          <p:nvPr/>
        </p:nvSpPr>
        <p:spPr>
          <a:xfrm>
            <a:off x="7466393" y="2123934"/>
            <a:ext cx="77208" cy="85228"/>
          </a:xfrm>
          <a:prstGeom prst="rect">
            <a:avLst/>
          </a:prstGeom>
          <a:solidFill>
            <a:srgbClr val="F7FA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0" name="Editable reference element">
            <a:extLst>
              <a:ext uri="{FF2B5EF4-FFF2-40B4-BE49-F238E27FC236}">
                <ns2:creationId id="{8B993619-6EFF-489E-AFDE-F554A0CE0C76}"/>
              </a:ext>
            </a:extLst>
          </p:cNvPr>
          <p:cNvSpPr>
            <a:spLocks noGrp="1"/>
          </p:cNvSpPr>
          <p:nvPr/>
        </p:nvSpPr>
        <p:spPr>
          <a:xfrm>
            <a:off x="7543600" y="2123934"/>
            <a:ext cx="77208" cy="85228"/>
          </a:xfrm>
          <a:prstGeom prst="rect">
            <a:avLst/>
          </a:prstGeom>
          <a:solidFill>
            <a:srgbClr val="E3EB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1" name="Editable reference element">
            <a:extLst>
              <a:ext uri="{FF2B5EF4-FFF2-40B4-BE49-F238E27FC236}">
                <ns2:creationId id="{36646A9B-4478-4B9E-B838-41FDABAFA925}"/>
              </a:ext>
            </a:extLst>
          </p:cNvPr>
          <p:cNvSpPr>
            <a:spLocks noGrp="1"/>
          </p:cNvSpPr>
          <p:nvPr/>
        </p:nvSpPr>
        <p:spPr>
          <a:xfrm>
            <a:off x="7620808" y="2123934"/>
            <a:ext cx="77208" cy="85228"/>
          </a:xfrm>
          <a:prstGeom prst="rect">
            <a:avLst/>
          </a:prstGeom>
          <a:solidFill>
            <a:srgbClr val="DCE7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2" name="Editable reference element">
            <a:extLst>
              <a:ext uri="{FF2B5EF4-FFF2-40B4-BE49-F238E27FC236}">
                <ns2:creationId id="{A2BC17E4-11F2-4E2E-8247-BCB171E2F74B}"/>
              </a:ext>
            </a:extLst>
          </p:cNvPr>
          <p:cNvSpPr>
            <a:spLocks noGrp="1"/>
          </p:cNvSpPr>
          <p:nvPr/>
        </p:nvSpPr>
        <p:spPr>
          <a:xfrm>
            <a:off x="7698016" y="2123934"/>
            <a:ext cx="77208" cy="85228"/>
          </a:xfrm>
          <a:prstGeom prst="rect">
            <a:avLst/>
          </a:prstGeom>
          <a:solidFill>
            <a:srgbClr val="E2EBF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3" name="Editable reference element">
            <a:extLst>
              <a:ext uri="{FF2B5EF4-FFF2-40B4-BE49-F238E27FC236}">
                <ns2:creationId id="{9BCF611E-B30F-4A1E-AC93-EC96C236633C}"/>
              </a:ext>
            </a:extLst>
          </p:cNvPr>
          <p:cNvSpPr>
            <a:spLocks noGrp="1"/>
          </p:cNvSpPr>
          <p:nvPr/>
        </p:nvSpPr>
        <p:spPr>
          <a:xfrm>
            <a:off x="7157562" y="2209162"/>
            <a:ext cx="77208" cy="85228"/>
          </a:xfrm>
          <a:prstGeom prst="rect">
            <a:avLst/>
          </a:prstGeom>
          <a:solidFill>
            <a:srgbClr val="D4E0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4" name="Editable reference element">
            <a:extLst>
              <a:ext uri="{FF2B5EF4-FFF2-40B4-BE49-F238E27FC236}">
                <ns2:creationId id="{F182686C-F112-4AF2-8E63-2DDF97F6508E}"/>
              </a:ext>
            </a:extLst>
          </p:cNvPr>
          <p:cNvSpPr>
            <a:spLocks noGrp="1"/>
          </p:cNvSpPr>
          <p:nvPr/>
        </p:nvSpPr>
        <p:spPr>
          <a:xfrm>
            <a:off x="7234770" y="2209162"/>
            <a:ext cx="77208" cy="85228"/>
          </a:xfrm>
          <a:prstGeom prst="rect">
            <a:avLst/>
          </a:prstGeom>
          <a:solidFill>
            <a:srgbClr val="C9D8E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5" name="Editable reference element">
            <a:extLst>
              <a:ext uri="{FF2B5EF4-FFF2-40B4-BE49-F238E27FC236}">
                <ns2:creationId id="{BD9EAC5B-20B8-4782-9158-DC6A7BD94726}"/>
              </a:ext>
            </a:extLst>
          </p:cNvPr>
          <p:cNvSpPr>
            <a:spLocks noGrp="1"/>
          </p:cNvSpPr>
          <p:nvPr/>
        </p:nvSpPr>
        <p:spPr>
          <a:xfrm>
            <a:off x="7311977" y="2209162"/>
            <a:ext cx="77208" cy="85228"/>
          </a:xfrm>
          <a:prstGeom prst="rect">
            <a:avLst/>
          </a:prstGeom>
          <a:solidFill>
            <a:srgbClr val="91B2D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6" name="Editable reference element">
            <a:extLst>
              <a:ext uri="{FF2B5EF4-FFF2-40B4-BE49-F238E27FC236}">
                <ns2:creationId id="{9A603E1B-1A0B-4A61-8479-8896C7747125}"/>
              </a:ext>
            </a:extLst>
          </p:cNvPr>
          <p:cNvSpPr>
            <a:spLocks noGrp="1"/>
          </p:cNvSpPr>
          <p:nvPr/>
        </p:nvSpPr>
        <p:spPr>
          <a:xfrm>
            <a:off x="7389185" y="2209162"/>
            <a:ext cx="77208" cy="85228"/>
          </a:xfrm>
          <a:prstGeom prst="rect">
            <a:avLst/>
          </a:prstGeom>
          <a:solidFill>
            <a:srgbClr val="ADC3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7" name="Editable reference element">
            <a:extLst>
              <a:ext uri="{FF2B5EF4-FFF2-40B4-BE49-F238E27FC236}">
                <ns2:creationId id="{B54DFFD4-4755-46A5-ACC8-73ECEB9ED62E}"/>
              </a:ext>
            </a:extLst>
          </p:cNvPr>
          <p:cNvSpPr>
            <a:spLocks noGrp="1"/>
          </p:cNvSpPr>
          <p:nvPr/>
        </p:nvSpPr>
        <p:spPr>
          <a:xfrm>
            <a:off x="7466393" y="2209162"/>
            <a:ext cx="77208" cy="85228"/>
          </a:xfrm>
          <a:prstGeom prst="rect">
            <a:avLst/>
          </a:prstGeom>
          <a:solidFill>
            <a:srgbClr val="F8F9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8" name="Editable reference element">
            <a:extLst>
              <a:ext uri="{FF2B5EF4-FFF2-40B4-BE49-F238E27FC236}">
                <ns2:creationId id="{E6D2A3CC-0A32-4BB1-9FBE-061642202EAB}"/>
              </a:ext>
            </a:extLst>
          </p:cNvPr>
          <p:cNvSpPr>
            <a:spLocks noGrp="1"/>
          </p:cNvSpPr>
          <p:nvPr/>
        </p:nvSpPr>
        <p:spPr>
          <a:xfrm>
            <a:off x="7543600" y="2209162"/>
            <a:ext cx="77208" cy="85228"/>
          </a:xfrm>
          <a:prstGeom prst="rect">
            <a:avLst/>
          </a:prstGeom>
          <a:solidFill>
            <a:srgbClr val="BFD1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29" name="Editable reference element">
            <a:extLst>
              <a:ext uri="{FF2B5EF4-FFF2-40B4-BE49-F238E27FC236}">
                <ns2:creationId id="{3DD9FE1F-F743-491B-9654-F5385FFCA1AF}"/>
              </a:ext>
            </a:extLst>
          </p:cNvPr>
          <p:cNvSpPr>
            <a:spLocks noGrp="1"/>
          </p:cNvSpPr>
          <p:nvPr/>
        </p:nvSpPr>
        <p:spPr>
          <a:xfrm>
            <a:off x="7620808" y="2209162"/>
            <a:ext cx="77208" cy="85228"/>
          </a:xfrm>
          <a:prstGeom prst="rect">
            <a:avLst/>
          </a:prstGeom>
          <a:solidFill>
            <a:srgbClr val="AAC2E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0" name="Editable reference element">
            <a:extLst>
              <a:ext uri="{FF2B5EF4-FFF2-40B4-BE49-F238E27FC236}">
                <ns2:creationId id="{28B26D26-B10E-4302-AF2E-5894FDAE7AD0}"/>
              </a:ext>
            </a:extLst>
          </p:cNvPr>
          <p:cNvSpPr>
            <a:spLocks noGrp="1"/>
          </p:cNvSpPr>
          <p:nvPr/>
        </p:nvSpPr>
        <p:spPr>
          <a:xfrm>
            <a:off x="7698016" y="2209162"/>
            <a:ext cx="77208" cy="85228"/>
          </a:xfrm>
          <a:prstGeom prst="rect">
            <a:avLst/>
          </a:prstGeom>
          <a:solidFill>
            <a:srgbClr val="A7C0E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1" name="Editable reference element">
            <a:extLst>
              <a:ext uri="{FF2B5EF4-FFF2-40B4-BE49-F238E27FC236}">
                <ns2:creationId id="{A84E78EE-D476-41E6-82F3-A9DD07D73A72}"/>
              </a:ext>
            </a:extLst>
          </p:cNvPr>
          <p:cNvSpPr>
            <a:spLocks noGrp="1"/>
          </p:cNvSpPr>
          <p:nvPr/>
        </p:nvSpPr>
        <p:spPr>
          <a:xfrm>
            <a:off x="7157562" y="1868250"/>
            <a:ext cx="617662" cy="426139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732" name="Editable reference element">
            <a:extLst>
              <a:ext uri="{FF2B5EF4-FFF2-40B4-BE49-F238E27FC236}">
                <ns2:creationId id="{3A1FB5E6-A4B6-4FF0-89A3-EA680864966E}"/>
              </a:ext>
            </a:extLst>
          </p:cNvPr>
          <p:cNvSpPr>
            <a:spLocks noGrp="1"/>
          </p:cNvSpPr>
          <p:nvPr/>
        </p:nvSpPr>
        <p:spPr>
          <a:xfrm>
            <a:off x="8239667" y="1868250"/>
            <a:ext cx="82765" cy="85228"/>
          </a:xfrm>
          <a:prstGeom prst="rect">
            <a:avLst/>
          </a:prstGeom>
          <a:solidFill>
            <a:srgbClr val="E3A14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3" name="Editable reference element">
            <a:extLst>
              <a:ext uri="{FF2B5EF4-FFF2-40B4-BE49-F238E27FC236}">
                <ns2:creationId id="{7947D239-4684-4B9B-A93D-E6B5FCF95281}"/>
              </a:ext>
            </a:extLst>
          </p:cNvPr>
          <p:cNvSpPr>
            <a:spLocks noGrp="1"/>
          </p:cNvSpPr>
          <p:nvPr/>
        </p:nvSpPr>
        <p:spPr>
          <a:xfrm>
            <a:off x="8322433" y="1868250"/>
            <a:ext cx="82765" cy="85228"/>
          </a:xfrm>
          <a:prstGeom prst="rect">
            <a:avLst/>
          </a:prstGeom>
          <a:solidFill>
            <a:srgbClr val="FCECD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4" name="Editable reference element">
            <a:extLst>
              <a:ext uri="{FF2B5EF4-FFF2-40B4-BE49-F238E27FC236}">
                <ns2:creationId id="{D071451F-4ED0-4412-B055-BF6CCD55BB2A}"/>
              </a:ext>
            </a:extLst>
          </p:cNvPr>
          <p:cNvSpPr>
            <a:spLocks noGrp="1"/>
          </p:cNvSpPr>
          <p:nvPr/>
        </p:nvSpPr>
        <p:spPr>
          <a:xfrm>
            <a:off x="8405198" y="1868250"/>
            <a:ext cx="82765" cy="85228"/>
          </a:xfrm>
          <a:prstGeom prst="rect">
            <a:avLst/>
          </a:prstGeom>
          <a:solidFill>
            <a:srgbClr val="FDF2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5" name="Editable reference element">
            <a:extLst>
              <a:ext uri="{FF2B5EF4-FFF2-40B4-BE49-F238E27FC236}">
                <ns2:creationId id="{6630AB9A-2DBA-46BC-BEAE-6EC860D656AA}"/>
              </a:ext>
            </a:extLst>
          </p:cNvPr>
          <p:cNvSpPr>
            <a:spLocks noGrp="1"/>
          </p:cNvSpPr>
          <p:nvPr/>
        </p:nvSpPr>
        <p:spPr>
          <a:xfrm>
            <a:off x="8487963" y="1868250"/>
            <a:ext cx="82765" cy="85228"/>
          </a:xfrm>
          <a:prstGeom prst="rect">
            <a:avLst/>
          </a:prstGeom>
          <a:solidFill>
            <a:srgbClr val="E4A25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6" name="Editable reference element">
            <a:extLst>
              <a:ext uri="{FF2B5EF4-FFF2-40B4-BE49-F238E27FC236}">
                <ns2:creationId id="{F320987F-2C38-4471-9415-5FECFCCFD700}"/>
              </a:ext>
            </a:extLst>
          </p:cNvPr>
          <p:cNvSpPr>
            <a:spLocks noGrp="1"/>
          </p:cNvSpPr>
          <p:nvPr/>
        </p:nvSpPr>
        <p:spPr>
          <a:xfrm>
            <a:off x="8570729" y="1868250"/>
            <a:ext cx="82765" cy="85228"/>
          </a:xfrm>
          <a:prstGeom prst="rect">
            <a:avLst/>
          </a:prstGeom>
          <a:solidFill>
            <a:srgbClr val="FEF2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7" name="Editable reference element">
            <a:extLst>
              <a:ext uri="{FF2B5EF4-FFF2-40B4-BE49-F238E27FC236}">
                <ns2:creationId id="{8EA0540E-9BD0-48F9-85B6-AF9630B744B9}"/>
              </a:ext>
            </a:extLst>
          </p:cNvPr>
          <p:cNvSpPr>
            <a:spLocks noGrp="1"/>
          </p:cNvSpPr>
          <p:nvPr/>
        </p:nvSpPr>
        <p:spPr>
          <a:xfrm>
            <a:off x="8653494" y="1868250"/>
            <a:ext cx="82765" cy="85228"/>
          </a:xfrm>
          <a:prstGeom prst="rect">
            <a:avLst/>
          </a:prstGeom>
          <a:solidFill>
            <a:srgbClr val="E7A75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8" name="Editable reference element">
            <a:extLst>
              <a:ext uri="{FF2B5EF4-FFF2-40B4-BE49-F238E27FC236}">
                <ns2:creationId id="{BFA6AD6E-FA0A-4674-9ABD-B38DCC9A040C}"/>
              </a:ext>
            </a:extLst>
          </p:cNvPr>
          <p:cNvSpPr>
            <a:spLocks noGrp="1"/>
          </p:cNvSpPr>
          <p:nvPr/>
        </p:nvSpPr>
        <p:spPr>
          <a:xfrm>
            <a:off x="8736259" y="1868250"/>
            <a:ext cx="82765" cy="85228"/>
          </a:xfrm>
          <a:prstGeom prst="rect">
            <a:avLst/>
          </a:prstGeom>
          <a:solidFill>
            <a:srgbClr val="FAD6A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39" name="Editable reference element">
            <a:extLst>
              <a:ext uri="{FF2B5EF4-FFF2-40B4-BE49-F238E27FC236}">
                <ns2:creationId id="{AA953553-F533-449D-867F-17D60B80E75A}"/>
              </a:ext>
            </a:extLst>
          </p:cNvPr>
          <p:cNvSpPr>
            <a:spLocks noGrp="1"/>
          </p:cNvSpPr>
          <p:nvPr/>
        </p:nvSpPr>
        <p:spPr>
          <a:xfrm>
            <a:off x="8239667" y="1953478"/>
            <a:ext cx="82765" cy="85228"/>
          </a:xfrm>
          <a:prstGeom prst="rect">
            <a:avLst/>
          </a:prstGeom>
          <a:solidFill>
            <a:srgbClr val="F8CE9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0" name="Editable reference element">
            <a:extLst>
              <a:ext uri="{FF2B5EF4-FFF2-40B4-BE49-F238E27FC236}">
                <ns2:creationId id="{5FE2DF91-9258-4407-8DE7-3B12080E5CC2}"/>
              </a:ext>
            </a:extLst>
          </p:cNvPr>
          <p:cNvSpPr>
            <a:spLocks noGrp="1"/>
          </p:cNvSpPr>
          <p:nvPr/>
        </p:nvSpPr>
        <p:spPr>
          <a:xfrm>
            <a:off x="8322433" y="1953478"/>
            <a:ext cx="82765" cy="85228"/>
          </a:xfrm>
          <a:prstGeom prst="rect">
            <a:avLst/>
          </a:prstGeom>
          <a:solidFill>
            <a:srgbClr val="FEF2E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1" name="Editable reference element">
            <a:extLst>
              <a:ext uri="{FF2B5EF4-FFF2-40B4-BE49-F238E27FC236}">
                <ns2:creationId id="{902B1E4D-699C-44AA-A582-5BC8EB4F5DFB}"/>
              </a:ext>
            </a:extLst>
          </p:cNvPr>
          <p:cNvSpPr>
            <a:spLocks noGrp="1"/>
          </p:cNvSpPr>
          <p:nvPr/>
        </p:nvSpPr>
        <p:spPr>
          <a:xfrm>
            <a:off x="8405198" y="1953478"/>
            <a:ext cx="82765" cy="85228"/>
          </a:xfrm>
          <a:prstGeom prst="rect">
            <a:avLst/>
          </a:prstGeom>
          <a:solidFill>
            <a:srgbClr val="FDF2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2" name="Editable reference element">
            <a:extLst>
              <a:ext uri="{FF2B5EF4-FFF2-40B4-BE49-F238E27FC236}">
                <ns2:creationId id="{9D6FF5F2-A0C9-4F67-9DB7-9C74D1D254DF}"/>
              </a:ext>
            </a:extLst>
          </p:cNvPr>
          <p:cNvSpPr>
            <a:spLocks noGrp="1"/>
          </p:cNvSpPr>
          <p:nvPr/>
        </p:nvSpPr>
        <p:spPr>
          <a:xfrm>
            <a:off x="8487963" y="1953478"/>
            <a:ext cx="82765" cy="85228"/>
          </a:xfrm>
          <a:prstGeom prst="rect">
            <a:avLst/>
          </a:prstGeom>
          <a:solidFill>
            <a:srgbClr val="F8D59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3" name="Editable reference element">
            <a:extLst>
              <a:ext uri="{FF2B5EF4-FFF2-40B4-BE49-F238E27FC236}">
                <ns2:creationId id="{D5F72421-4BB3-4A49-937F-9B91F2D8C434}"/>
              </a:ext>
            </a:extLst>
          </p:cNvPr>
          <p:cNvSpPr>
            <a:spLocks noGrp="1"/>
          </p:cNvSpPr>
          <p:nvPr/>
        </p:nvSpPr>
        <p:spPr>
          <a:xfrm>
            <a:off x="8570729" y="1953478"/>
            <a:ext cx="82765" cy="85228"/>
          </a:xfrm>
          <a:prstGeom prst="rect">
            <a:avLst/>
          </a:prstGeom>
          <a:solidFill>
            <a:srgbClr val="FDEFD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4" name="Editable reference element">
            <a:extLst>
              <a:ext uri="{FF2B5EF4-FFF2-40B4-BE49-F238E27FC236}">
                <ns2:creationId id="{3B8DB752-69BC-4FB3-878C-B372B4FA4BCD}"/>
              </a:ext>
            </a:extLst>
          </p:cNvPr>
          <p:cNvSpPr>
            <a:spLocks noGrp="1"/>
          </p:cNvSpPr>
          <p:nvPr/>
        </p:nvSpPr>
        <p:spPr>
          <a:xfrm>
            <a:off x="8653494" y="1953478"/>
            <a:ext cx="82765" cy="85228"/>
          </a:xfrm>
          <a:prstGeom prst="rect">
            <a:avLst/>
          </a:prstGeom>
          <a:solidFill>
            <a:srgbClr val="F7CE9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5" name="Editable reference element">
            <a:extLst>
              <a:ext uri="{FF2B5EF4-FFF2-40B4-BE49-F238E27FC236}">
                <ns2:creationId id="{2DB5F55C-BF66-415F-95AA-B3074872A27B}"/>
              </a:ext>
            </a:extLst>
          </p:cNvPr>
          <p:cNvSpPr>
            <a:spLocks noGrp="1"/>
          </p:cNvSpPr>
          <p:nvPr/>
        </p:nvSpPr>
        <p:spPr>
          <a:xfrm>
            <a:off x="8736259" y="1953478"/>
            <a:ext cx="82765" cy="85228"/>
          </a:xfrm>
          <a:prstGeom prst="rect">
            <a:avLst/>
          </a:prstGeom>
          <a:solidFill>
            <a:srgbClr val="FCF1E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6" name="Editable reference element">
            <a:extLst>
              <a:ext uri="{FF2B5EF4-FFF2-40B4-BE49-F238E27FC236}">
                <ns2:creationId id="{F053BFC8-4B85-4333-AB23-70AA89D775DC}"/>
              </a:ext>
            </a:extLst>
          </p:cNvPr>
          <p:cNvSpPr>
            <a:spLocks noGrp="1"/>
          </p:cNvSpPr>
          <p:nvPr/>
        </p:nvSpPr>
        <p:spPr>
          <a:xfrm>
            <a:off x="8239667" y="2038706"/>
            <a:ext cx="82765" cy="85228"/>
          </a:xfrm>
          <a:prstGeom prst="rect">
            <a:avLst/>
          </a:prstGeom>
          <a:solidFill>
            <a:srgbClr val="FBE5C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7" name="Editable reference element">
            <a:extLst>
              <a:ext uri="{FF2B5EF4-FFF2-40B4-BE49-F238E27FC236}">
                <ns2:creationId id="{DE765AD5-0D95-46E5-923A-20294FBB57A5}"/>
              </a:ext>
            </a:extLst>
          </p:cNvPr>
          <p:cNvSpPr>
            <a:spLocks noGrp="1"/>
          </p:cNvSpPr>
          <p:nvPr/>
        </p:nvSpPr>
        <p:spPr>
          <a:xfrm>
            <a:off x="8322433" y="2038706"/>
            <a:ext cx="82765" cy="85228"/>
          </a:xfrm>
          <a:prstGeom prst="rect">
            <a:avLst/>
          </a:prstGeom>
          <a:solidFill>
            <a:srgbClr val="E5A25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8" name="Editable reference element">
            <a:extLst>
              <a:ext uri="{FF2B5EF4-FFF2-40B4-BE49-F238E27FC236}">
                <ns2:creationId id="{036EA017-B0CD-4BC5-8C49-E8C798152F08}"/>
              </a:ext>
            </a:extLst>
          </p:cNvPr>
          <p:cNvSpPr>
            <a:spLocks noGrp="1"/>
          </p:cNvSpPr>
          <p:nvPr/>
        </p:nvSpPr>
        <p:spPr>
          <a:xfrm>
            <a:off x="8405198" y="2038706"/>
            <a:ext cx="82765" cy="85228"/>
          </a:xfrm>
          <a:prstGeom prst="rect">
            <a:avLst/>
          </a:prstGeom>
          <a:solidFill>
            <a:srgbClr val="FDF0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49" name="Editable reference element">
            <a:extLst>
              <a:ext uri="{FF2B5EF4-FFF2-40B4-BE49-F238E27FC236}">
                <ns2:creationId id="{7794C43F-6E6F-42B3-8895-726790A18C5F}"/>
              </a:ext>
            </a:extLst>
          </p:cNvPr>
          <p:cNvSpPr>
            <a:spLocks noGrp="1"/>
          </p:cNvSpPr>
          <p:nvPr/>
        </p:nvSpPr>
        <p:spPr>
          <a:xfrm>
            <a:off x="8487963" y="2038706"/>
            <a:ext cx="82765" cy="85228"/>
          </a:xfrm>
          <a:prstGeom prst="rect">
            <a:avLst/>
          </a:prstGeom>
          <a:solidFill>
            <a:srgbClr val="D7881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0" name="Editable reference element">
            <a:extLst>
              <a:ext uri="{FF2B5EF4-FFF2-40B4-BE49-F238E27FC236}">
                <ns2:creationId id="{559730CE-AFAB-4AC7-9B9A-2E7B029725C5}"/>
              </a:ext>
            </a:extLst>
          </p:cNvPr>
          <p:cNvSpPr>
            <a:spLocks noGrp="1"/>
          </p:cNvSpPr>
          <p:nvPr/>
        </p:nvSpPr>
        <p:spPr>
          <a:xfrm>
            <a:off x="8570729" y="2038706"/>
            <a:ext cx="82765" cy="85228"/>
          </a:xfrm>
          <a:prstGeom prst="rect">
            <a:avLst/>
          </a:prstGeom>
          <a:solidFill>
            <a:srgbClr val="FDEF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1" name="Editable reference element">
            <a:extLst>
              <a:ext uri="{FF2B5EF4-FFF2-40B4-BE49-F238E27FC236}">
                <ns2:creationId id="{BBEE3E76-8D67-414A-A8BC-94315E9DB7DB}"/>
              </a:ext>
            </a:extLst>
          </p:cNvPr>
          <p:cNvSpPr>
            <a:spLocks noGrp="1"/>
          </p:cNvSpPr>
          <p:nvPr/>
        </p:nvSpPr>
        <p:spPr>
          <a:xfrm>
            <a:off x="8653494" y="2038706"/>
            <a:ext cx="82765" cy="85228"/>
          </a:xfrm>
          <a:prstGeom prst="rect">
            <a:avLst/>
          </a:prstGeom>
          <a:solidFill>
            <a:srgbClr val="E8A75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2" name="Editable reference element">
            <a:extLst>
              <a:ext uri="{FF2B5EF4-FFF2-40B4-BE49-F238E27FC236}">
                <ns2:creationId id="{8CFAF820-0F50-4F87-9D4D-69194C123B26}"/>
              </a:ext>
            </a:extLst>
          </p:cNvPr>
          <p:cNvSpPr>
            <a:spLocks noGrp="1"/>
          </p:cNvSpPr>
          <p:nvPr/>
        </p:nvSpPr>
        <p:spPr>
          <a:xfrm>
            <a:off x="8736259" y="2038706"/>
            <a:ext cx="82765" cy="85228"/>
          </a:xfrm>
          <a:prstGeom prst="rect">
            <a:avLst/>
          </a:prstGeom>
          <a:solidFill>
            <a:srgbClr val="FCECD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3" name="Editable reference element">
            <a:extLst>
              <a:ext uri="{FF2B5EF4-FFF2-40B4-BE49-F238E27FC236}">
                <ns2:creationId id="{FD356608-BFE5-4247-9426-CCEF33DB7D1B}"/>
              </a:ext>
            </a:extLst>
          </p:cNvPr>
          <p:cNvSpPr>
            <a:spLocks noGrp="1"/>
          </p:cNvSpPr>
          <p:nvPr/>
        </p:nvSpPr>
        <p:spPr>
          <a:xfrm>
            <a:off x="8239667" y="2123934"/>
            <a:ext cx="82765" cy="85228"/>
          </a:xfrm>
          <a:prstGeom prst="rect">
            <a:avLst/>
          </a:prstGeom>
          <a:solidFill>
            <a:srgbClr val="FDF1E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4" name="Editable reference element">
            <a:extLst>
              <a:ext uri="{FF2B5EF4-FFF2-40B4-BE49-F238E27FC236}">
                <ns2:creationId id="{21336E33-838E-4BFF-ACE0-48FD6FF7A8F2}"/>
              </a:ext>
            </a:extLst>
          </p:cNvPr>
          <p:cNvSpPr>
            <a:spLocks noGrp="1"/>
          </p:cNvSpPr>
          <p:nvPr/>
        </p:nvSpPr>
        <p:spPr>
          <a:xfrm>
            <a:off x="8322433" y="2123934"/>
            <a:ext cx="82765" cy="85228"/>
          </a:xfrm>
          <a:prstGeom prst="rect">
            <a:avLst/>
          </a:prstGeom>
          <a:solidFill>
            <a:srgbClr val="FBE8C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5" name="Editable reference element">
            <a:extLst>
              <a:ext uri="{FF2B5EF4-FFF2-40B4-BE49-F238E27FC236}">
                <ns2:creationId id="{2054384E-076A-40D5-BEBA-29864CE057F8}"/>
              </a:ext>
            </a:extLst>
          </p:cNvPr>
          <p:cNvSpPr>
            <a:spLocks noGrp="1"/>
          </p:cNvSpPr>
          <p:nvPr/>
        </p:nvSpPr>
        <p:spPr>
          <a:xfrm>
            <a:off x="8405198" y="2123934"/>
            <a:ext cx="82765" cy="85228"/>
          </a:xfrm>
          <a:prstGeom prst="rect">
            <a:avLst/>
          </a:prstGeom>
          <a:solidFill>
            <a:srgbClr val="FDEAC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6" name="Editable reference element">
            <a:extLst>
              <a:ext uri="{FF2B5EF4-FFF2-40B4-BE49-F238E27FC236}">
                <ns2:creationId id="{2A28D858-874F-47DD-A413-755230A9BB9D}"/>
              </a:ext>
            </a:extLst>
          </p:cNvPr>
          <p:cNvSpPr>
            <a:spLocks noGrp="1"/>
          </p:cNvSpPr>
          <p:nvPr/>
        </p:nvSpPr>
        <p:spPr>
          <a:xfrm>
            <a:off x="8487963" y="2123934"/>
            <a:ext cx="82765" cy="85228"/>
          </a:xfrm>
          <a:prstGeom prst="rect">
            <a:avLst/>
          </a:prstGeom>
          <a:solidFill>
            <a:srgbClr val="FADEA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7" name="Editable reference element">
            <a:extLst>
              <a:ext uri="{FF2B5EF4-FFF2-40B4-BE49-F238E27FC236}">
                <ns2:creationId id="{55FA15C8-25A8-4348-9E9D-53BC540D7152}"/>
              </a:ext>
            </a:extLst>
          </p:cNvPr>
          <p:cNvSpPr>
            <a:spLocks noGrp="1"/>
          </p:cNvSpPr>
          <p:nvPr/>
        </p:nvSpPr>
        <p:spPr>
          <a:xfrm>
            <a:off x="8570729" y="2123934"/>
            <a:ext cx="82765" cy="85228"/>
          </a:xfrm>
          <a:prstGeom prst="rect">
            <a:avLst/>
          </a:prstGeom>
          <a:solidFill>
            <a:srgbClr val="FDF2E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8" name="Editable reference element">
            <a:extLst>
              <a:ext uri="{FF2B5EF4-FFF2-40B4-BE49-F238E27FC236}">
                <ns2:creationId id="{9ACB12D5-28D9-4405-B5F3-6B3B4BF8F0A6}"/>
              </a:ext>
            </a:extLst>
          </p:cNvPr>
          <p:cNvSpPr>
            <a:spLocks noGrp="1"/>
          </p:cNvSpPr>
          <p:nvPr/>
        </p:nvSpPr>
        <p:spPr>
          <a:xfrm>
            <a:off x="8653494" y="2123934"/>
            <a:ext cx="82765" cy="85228"/>
          </a:xfrm>
          <a:prstGeom prst="rect">
            <a:avLst/>
          </a:prstGeom>
          <a:solidFill>
            <a:srgbClr val="F7D59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59" name="Editable reference element">
            <a:extLst>
              <a:ext uri="{FF2B5EF4-FFF2-40B4-BE49-F238E27FC236}">
                <ns2:creationId id="{BB1E23B3-384A-44B5-AF41-E880C4A9467F}"/>
              </a:ext>
            </a:extLst>
          </p:cNvPr>
          <p:cNvSpPr>
            <a:spLocks noGrp="1"/>
          </p:cNvSpPr>
          <p:nvPr/>
        </p:nvSpPr>
        <p:spPr>
          <a:xfrm>
            <a:off x="8736259" y="2123934"/>
            <a:ext cx="82765" cy="85228"/>
          </a:xfrm>
          <a:prstGeom prst="rect">
            <a:avLst/>
          </a:prstGeom>
          <a:solidFill>
            <a:srgbClr val="FDEE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0" name="Editable reference element">
            <a:extLst>
              <a:ext uri="{FF2B5EF4-FFF2-40B4-BE49-F238E27FC236}">
                <ns2:creationId id="{6AB94A38-6DCB-493F-9554-ED6692C71B98}"/>
              </a:ext>
            </a:extLst>
          </p:cNvPr>
          <p:cNvSpPr>
            <a:spLocks noGrp="1"/>
          </p:cNvSpPr>
          <p:nvPr/>
        </p:nvSpPr>
        <p:spPr>
          <a:xfrm>
            <a:off x="8239667" y="2209162"/>
            <a:ext cx="82765" cy="85228"/>
          </a:xfrm>
          <a:prstGeom prst="rect">
            <a:avLst/>
          </a:prstGeom>
          <a:solidFill>
            <a:srgbClr val="FBDFB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1" name="Editable reference element">
            <a:extLst>
              <a:ext uri="{FF2B5EF4-FFF2-40B4-BE49-F238E27FC236}">
                <ns2:creationId id="{DED0FDC5-8221-4CA9-97D5-CB5E068317E6}"/>
              </a:ext>
            </a:extLst>
          </p:cNvPr>
          <p:cNvSpPr>
            <a:spLocks noGrp="1"/>
          </p:cNvSpPr>
          <p:nvPr/>
        </p:nvSpPr>
        <p:spPr>
          <a:xfrm>
            <a:off x="8322433" y="2209162"/>
            <a:ext cx="82765" cy="85228"/>
          </a:xfrm>
          <a:prstGeom prst="rect">
            <a:avLst/>
          </a:prstGeom>
          <a:solidFill>
            <a:srgbClr val="E4A05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2" name="Editable reference element">
            <a:extLst>
              <a:ext uri="{FF2B5EF4-FFF2-40B4-BE49-F238E27FC236}">
                <ns2:creationId id="{320541C9-ADAD-426F-BC78-14F5C7146275}"/>
              </a:ext>
            </a:extLst>
          </p:cNvPr>
          <p:cNvSpPr>
            <a:spLocks noGrp="1"/>
          </p:cNvSpPr>
          <p:nvPr/>
        </p:nvSpPr>
        <p:spPr>
          <a:xfrm>
            <a:off x="8405198" y="2209162"/>
            <a:ext cx="82765" cy="85228"/>
          </a:xfrm>
          <a:prstGeom prst="rect">
            <a:avLst/>
          </a:prstGeom>
          <a:solidFill>
            <a:srgbClr val="FCE6C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3" name="Editable reference element">
            <a:extLst>
              <a:ext uri="{FF2B5EF4-FFF2-40B4-BE49-F238E27FC236}">
                <ns2:creationId id="{DA69A434-18EB-4F7B-9EE7-A92503E2C9C4}"/>
              </a:ext>
            </a:extLst>
          </p:cNvPr>
          <p:cNvSpPr>
            <a:spLocks noGrp="1"/>
          </p:cNvSpPr>
          <p:nvPr/>
        </p:nvSpPr>
        <p:spPr>
          <a:xfrm>
            <a:off x="8487963" y="2209162"/>
            <a:ext cx="82765" cy="85228"/>
          </a:xfrm>
          <a:prstGeom prst="rect">
            <a:avLst/>
          </a:prstGeom>
          <a:solidFill>
            <a:srgbClr val="FCECD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4" name="Editable reference element">
            <a:extLst>
              <a:ext uri="{FF2B5EF4-FFF2-40B4-BE49-F238E27FC236}">
                <ns2:creationId id="{204D57FA-0982-497F-B6A8-BCA0EED4ABC4}"/>
              </a:ext>
            </a:extLst>
          </p:cNvPr>
          <p:cNvSpPr>
            <a:spLocks noGrp="1"/>
          </p:cNvSpPr>
          <p:nvPr/>
        </p:nvSpPr>
        <p:spPr>
          <a:xfrm>
            <a:off x="8570729" y="2209162"/>
            <a:ext cx="82765" cy="85228"/>
          </a:xfrm>
          <a:prstGeom prst="rect">
            <a:avLst/>
          </a:prstGeom>
          <a:solidFill>
            <a:srgbClr val="E7A75E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5" name="Editable reference element">
            <a:extLst>
              <a:ext uri="{FF2B5EF4-FFF2-40B4-BE49-F238E27FC236}">
                <ns2:creationId id="{C913DDEB-E2E2-4C7B-B6B8-85C0201ADDFA}"/>
              </a:ext>
            </a:extLst>
          </p:cNvPr>
          <p:cNvSpPr>
            <a:spLocks noGrp="1"/>
          </p:cNvSpPr>
          <p:nvPr/>
        </p:nvSpPr>
        <p:spPr>
          <a:xfrm>
            <a:off x="8653494" y="2209162"/>
            <a:ext cx="82765" cy="85228"/>
          </a:xfrm>
          <a:prstGeom prst="rect">
            <a:avLst/>
          </a:prstGeom>
          <a:solidFill>
            <a:srgbClr val="FDF2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6" name="Editable reference element">
            <a:extLst>
              <a:ext uri="{FF2B5EF4-FFF2-40B4-BE49-F238E27FC236}">
                <ns2:creationId id="{365D34D7-39C3-4CD5-87BA-3ADF9A699C77}"/>
              </a:ext>
            </a:extLst>
          </p:cNvPr>
          <p:cNvSpPr>
            <a:spLocks noGrp="1"/>
          </p:cNvSpPr>
          <p:nvPr/>
        </p:nvSpPr>
        <p:spPr>
          <a:xfrm>
            <a:off x="8736259" y="2209162"/>
            <a:ext cx="82765" cy="85228"/>
          </a:xfrm>
          <a:prstGeom prst="rect">
            <a:avLst/>
          </a:prstGeom>
          <a:solidFill>
            <a:srgbClr val="E29D4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767" name="Editable reference element">
            <a:extLst>
              <a:ext uri="{FF2B5EF4-FFF2-40B4-BE49-F238E27FC236}">
                <ns2:creationId id="{65EF6CC7-721C-40BE-BBCF-527B77F6043A}"/>
              </a:ext>
            </a:extLst>
          </p:cNvPr>
          <p:cNvSpPr>
            <a:spLocks noGrp="1"/>
          </p:cNvSpPr>
          <p:nvPr/>
        </p:nvSpPr>
        <p:spPr>
          <a:xfrm>
            <a:off x="8239667" y="1868250"/>
            <a:ext cx="579357" cy="426139"/>
          </a:xfrm>
          <a:prstGeom prst="rect">
            <a:avLst/>
          </a:prstGeom>
          <a:noFill/>
          <a:ln w="4788">
            <a:solidFill>
              <a:srgbClr val="AC7526"/>
            </a:solidFill>
            <a:prstDash val="solid"/>
          </a:ln>
        </p:spPr>
      </p:sp>
      <p:sp>
        <p:nvSpPr>
          <p:cNvPr id="768" name="Reference line">
            <a:extLst>
              <a:ext uri="{FF2B5EF4-FFF2-40B4-BE49-F238E27FC236}">
                <ns2:creationId id="{784F10C1-0D12-4519-9F1D-B7AAE9BA9D69}"/>
              </a:ext>
            </a:extLst>
          </p:cNvPr>
          <p:cNvSpPr>
            <a:spLocks noGrp="1"/>
          </p:cNvSpPr>
          <p:nvPr/>
        </p:nvSpPr>
        <p:spPr>
          <a:xfrm flipH="0" flipV="0">
            <a:off x="7095317" y="1868250"/>
            <a:ext cx="95" cy="44529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69" name="Reference arrowhead">
            <a:extLst>
              <a:ext uri="{FF2B5EF4-FFF2-40B4-BE49-F238E27FC236}">
                <ns2:creationId id="{5B430762-5845-4521-B9CD-DCE497282085}"/>
              </a:ext>
            </a:extLst>
          </p:cNvPr>
          <p:cNvSpPr>
            <a:spLocks noGrp="1"/>
          </p:cNvSpPr>
          <p:nvPr/>
        </p:nvSpPr>
        <p:spPr>
          <a:xfrm rot="10800000">
            <a:off x="7080953" y="22800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70" name="Reference line">
            <a:extLst>
              <a:ext uri="{FF2B5EF4-FFF2-40B4-BE49-F238E27FC236}">
                <ns2:creationId id="{CCE04312-AACD-4C4E-88A1-E90842EAA8E1}"/>
              </a:ext>
            </a:extLst>
          </p:cNvPr>
          <p:cNvSpPr>
            <a:spLocks noGrp="1"/>
          </p:cNvSpPr>
          <p:nvPr/>
        </p:nvSpPr>
        <p:spPr>
          <a:xfrm flipH="0" flipV="1">
            <a:off x="7095317" y="1868250"/>
            <a:ext cx="95" cy="445291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71" name="Reference arrowhead">
            <a:extLst>
              <a:ext uri="{FF2B5EF4-FFF2-40B4-BE49-F238E27FC236}">
                <ns2:creationId id="{12A0F77F-5676-42FF-A604-E218507336D8}"/>
              </a:ext>
            </a:extLst>
          </p:cNvPr>
          <p:cNvSpPr>
            <a:spLocks noGrp="1"/>
          </p:cNvSpPr>
          <p:nvPr/>
        </p:nvSpPr>
        <p:spPr>
          <a:xfrm rot="0">
            <a:off x="7080953" y="1868250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72" name="Editable reference text: T">
            <a:extLst>
              <a:ext uri="{FF2B5EF4-FFF2-40B4-BE49-F238E27FC236}">
                <ns2:creationId id="{1DAA4DF0-2EE8-425B-B14C-DBD0B086AE8B}"/>
              </a:ext>
            </a:extLst>
          </p:cNvPr>
          <p:cNvSpPr>
            <a:spLocks noGrp="1"/>
          </p:cNvSpPr>
          <p:nvPr/>
        </p:nvSpPr>
        <p:spPr>
          <a:xfrm>
            <a:off x="6937310" y="2054985"/>
            <a:ext cx="134066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773" name="Reference line">
            <a:extLst>
              <a:ext uri="{FF2B5EF4-FFF2-40B4-BE49-F238E27FC236}">
                <ns2:creationId id="{A260F457-7258-43E3-AFD6-CCA09F5E2BF6}"/>
              </a:ext>
            </a:extLst>
          </p:cNvPr>
          <p:cNvSpPr>
            <a:spLocks noGrp="1"/>
          </p:cNvSpPr>
          <p:nvPr/>
        </p:nvSpPr>
        <p:spPr>
          <a:xfrm flipH="0" flipV="0">
            <a:off x="7157562" y="2361422"/>
            <a:ext cx="617662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74" name="Reference arrowhead">
            <a:extLst>
              <a:ext uri="{FF2B5EF4-FFF2-40B4-BE49-F238E27FC236}">
                <ns2:creationId id="{2B35D08E-FC8A-4F6A-9390-58C7FE1445F1}"/>
              </a:ext>
            </a:extLst>
          </p:cNvPr>
          <p:cNvSpPr>
            <a:spLocks noGrp="1"/>
          </p:cNvSpPr>
          <p:nvPr/>
        </p:nvSpPr>
        <p:spPr>
          <a:xfrm rot="5400000">
            <a:off x="7744101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75" name="Reference line">
            <a:extLst>
              <a:ext uri="{FF2B5EF4-FFF2-40B4-BE49-F238E27FC236}">
                <ns2:creationId id="{7CCE2854-8EB0-4DBD-BBDB-C30E96C4C589}"/>
              </a:ext>
            </a:extLst>
          </p:cNvPr>
          <p:cNvSpPr>
            <a:spLocks noGrp="1"/>
          </p:cNvSpPr>
          <p:nvPr/>
        </p:nvSpPr>
        <p:spPr>
          <a:xfrm flipH="1" flipV="0">
            <a:off x="7157562" y="2361422"/>
            <a:ext cx="617662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76" name="Reference arrowhead">
            <a:extLst>
              <a:ext uri="{FF2B5EF4-FFF2-40B4-BE49-F238E27FC236}">
                <ns2:creationId id="{4635984E-3F33-493E-A9BC-1B0C44BC6491}"/>
              </a:ext>
            </a:extLst>
          </p:cNvPr>
          <p:cNvSpPr>
            <a:spLocks noGrp="1"/>
          </p:cNvSpPr>
          <p:nvPr/>
        </p:nvSpPr>
        <p:spPr>
          <a:xfrm rot="16200000">
            <a:off x="7159956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77" name="Editable reference text: d">
            <a:extLst>
              <a:ext uri="{FF2B5EF4-FFF2-40B4-BE49-F238E27FC236}">
                <ns2:creationId id="{F1F0F28C-9F32-4066-A3B4-01A086CAD13A}"/>
              </a:ext>
            </a:extLst>
          </p:cNvPr>
          <p:cNvSpPr>
            <a:spLocks noGrp="1"/>
          </p:cNvSpPr>
          <p:nvPr/>
        </p:nvSpPr>
        <p:spPr>
          <a:xfrm>
            <a:off x="7349085" y="2390151"/>
            <a:ext cx="306437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78" name="Reference line">
            <a:extLst>
              <a:ext uri="{FF2B5EF4-FFF2-40B4-BE49-F238E27FC236}">
                <ns2:creationId id="{77ECD8BD-7714-493F-9204-3DAE0FA8C587}"/>
              </a:ext>
            </a:extLst>
          </p:cNvPr>
          <p:cNvSpPr>
            <a:spLocks noGrp="1"/>
          </p:cNvSpPr>
          <p:nvPr/>
        </p:nvSpPr>
        <p:spPr>
          <a:xfrm flipH="0" flipV="0">
            <a:off x="8172634" y="1873039"/>
            <a:ext cx="95" cy="440503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79" name="Reference arrowhead">
            <a:extLst>
              <a:ext uri="{FF2B5EF4-FFF2-40B4-BE49-F238E27FC236}">
                <ns2:creationId id="{5CFDE80C-81D6-4A8F-BC26-5B5CF56D0491}"/>
              </a:ext>
            </a:extLst>
          </p:cNvPr>
          <p:cNvSpPr>
            <a:spLocks noGrp="1"/>
          </p:cNvSpPr>
          <p:nvPr/>
        </p:nvSpPr>
        <p:spPr>
          <a:xfrm rot="10800000">
            <a:off x="8158270" y="22800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80" name="Reference line">
            <a:extLst>
              <a:ext uri="{FF2B5EF4-FFF2-40B4-BE49-F238E27FC236}">
                <ns2:creationId id="{5BAFB185-0CF7-4AE7-9AED-10A2D0EB34D6}"/>
              </a:ext>
            </a:extLst>
          </p:cNvPr>
          <p:cNvSpPr>
            <a:spLocks noGrp="1"/>
          </p:cNvSpPr>
          <p:nvPr/>
        </p:nvSpPr>
        <p:spPr>
          <a:xfrm flipH="0" flipV="1">
            <a:off x="8172634" y="1873039"/>
            <a:ext cx="95" cy="440503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81" name="Reference arrowhead">
            <a:extLst>
              <a:ext uri="{FF2B5EF4-FFF2-40B4-BE49-F238E27FC236}">
                <ns2:creationId id="{806C1573-A66F-4956-8826-771F6D468AF1}"/>
              </a:ext>
            </a:extLst>
          </p:cNvPr>
          <p:cNvSpPr>
            <a:spLocks noGrp="1"/>
          </p:cNvSpPr>
          <p:nvPr/>
        </p:nvSpPr>
        <p:spPr>
          <a:xfrm rot="0">
            <a:off x="8158270" y="18730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82" name="Editable reference text: n">
            <a:extLst>
              <a:ext uri="{FF2B5EF4-FFF2-40B4-BE49-F238E27FC236}">
                <ns2:creationId id="{12860384-6573-476A-8D1F-4EF938E59933}"/>
              </a:ext>
            </a:extLst>
          </p:cNvPr>
          <p:cNvSpPr>
            <a:spLocks noGrp="1"/>
          </p:cNvSpPr>
          <p:nvPr/>
        </p:nvSpPr>
        <p:spPr>
          <a:xfrm>
            <a:off x="8028992" y="2059774"/>
            <a:ext cx="143642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783" name="Reference line">
            <a:extLst>
              <a:ext uri="{FF2B5EF4-FFF2-40B4-BE49-F238E27FC236}">
                <ns2:creationId id="{C3433DFE-EDA8-4F16-8462-18C14CA970E6}"/>
              </a:ext>
            </a:extLst>
          </p:cNvPr>
          <p:cNvSpPr>
            <a:spLocks noGrp="1"/>
          </p:cNvSpPr>
          <p:nvPr/>
        </p:nvSpPr>
        <p:spPr>
          <a:xfrm flipH="0" flipV="0">
            <a:off x="8239667" y="2361422"/>
            <a:ext cx="579357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84" name="Reference arrowhead">
            <a:extLst>
              <a:ext uri="{FF2B5EF4-FFF2-40B4-BE49-F238E27FC236}">
                <ns2:creationId id="{025F9036-3956-4EDC-9237-FBDD9CC1FB1C}"/>
              </a:ext>
            </a:extLst>
          </p:cNvPr>
          <p:cNvSpPr>
            <a:spLocks noGrp="1"/>
          </p:cNvSpPr>
          <p:nvPr/>
        </p:nvSpPr>
        <p:spPr>
          <a:xfrm rot="5400000">
            <a:off x="8787902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85" name="Reference line">
            <a:extLst>
              <a:ext uri="{FF2B5EF4-FFF2-40B4-BE49-F238E27FC236}">
                <ns2:creationId id="{BC4F6902-E9EE-419A-8626-6CFEE7CAF6CC}"/>
              </a:ext>
            </a:extLst>
          </p:cNvPr>
          <p:cNvSpPr>
            <a:spLocks noGrp="1"/>
          </p:cNvSpPr>
          <p:nvPr/>
        </p:nvSpPr>
        <p:spPr>
          <a:xfrm flipH="1" flipV="0">
            <a:off x="8239667" y="2361422"/>
            <a:ext cx="579357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786" name="Reference arrowhead">
            <a:extLst>
              <a:ext uri="{FF2B5EF4-FFF2-40B4-BE49-F238E27FC236}">
                <ns2:creationId id="{69DB556E-FB17-4EF8-8E63-4B381DB5AA1C}"/>
              </a:ext>
            </a:extLst>
          </p:cNvPr>
          <p:cNvSpPr>
            <a:spLocks noGrp="1"/>
          </p:cNvSpPr>
          <p:nvPr/>
        </p:nvSpPr>
        <p:spPr>
          <a:xfrm rot="16200000">
            <a:off x="8242061" y="2344664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87" name="Editable reference text: d">
            <a:extLst>
              <a:ext uri="{FF2B5EF4-FFF2-40B4-BE49-F238E27FC236}">
                <ns2:creationId id="{DA6C1D93-06E0-4B3B-A17D-14957AB2B17E}"/>
              </a:ext>
            </a:extLst>
          </p:cNvPr>
          <p:cNvSpPr>
            <a:spLocks noGrp="1"/>
          </p:cNvSpPr>
          <p:nvPr/>
        </p:nvSpPr>
        <p:spPr>
          <a:xfrm>
            <a:off x="8431190" y="2390151"/>
            <a:ext cx="229828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788" name="Editable reference text: ⋯">
            <a:extLst>
              <a:ext uri="{FF2B5EF4-FFF2-40B4-BE49-F238E27FC236}">
                <ns2:creationId id="{C596B7B2-5DE4-4A52-9584-0AA4E2C34798}"/>
              </a:ext>
            </a:extLst>
          </p:cNvPr>
          <p:cNvSpPr>
            <a:spLocks noGrp="1"/>
          </p:cNvSpPr>
          <p:nvPr/>
        </p:nvSpPr>
        <p:spPr>
          <a:xfrm>
            <a:off x="7813528" y="2021469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89" name="Editable reference text: ⋯">
            <a:extLst>
              <a:ext uri="{FF2B5EF4-FFF2-40B4-BE49-F238E27FC236}">
                <ns2:creationId id="{521842CA-F53C-4A7A-B314-2C1C0170EA25}"/>
              </a:ext>
            </a:extLst>
          </p:cNvPr>
          <p:cNvSpPr>
            <a:spLocks noGrp="1"/>
          </p:cNvSpPr>
          <p:nvPr/>
        </p:nvSpPr>
        <p:spPr>
          <a:xfrm>
            <a:off x="8862117" y="2021469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790" name="Reference line">
            <a:extLst>
              <a:ext uri="{FF2B5EF4-FFF2-40B4-BE49-F238E27FC236}">
                <ns2:creationId id="{15A76B4F-6F00-4FAE-8FC4-4B549F325619}"/>
              </a:ext>
            </a:extLst>
          </p:cNvPr>
          <p:cNvSpPr>
            <a:spLocks noGrp="1"/>
          </p:cNvSpPr>
          <p:nvPr/>
        </p:nvSpPr>
        <p:spPr>
          <a:xfrm flipH="0" flipV="0">
            <a:off x="7411330" y="2505065"/>
            <a:ext cx="95" cy="330377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</p:sp>
      <p:sp>
        <p:nvSpPr>
          <p:cNvPr id="791" name="Reference line">
            <a:extLst>
              <a:ext uri="{FF2B5EF4-FFF2-40B4-BE49-F238E27FC236}">
                <ns2:creationId id="{A99F6D48-E9D5-4EEA-8FE2-8CD7B4B200AC}"/>
              </a:ext>
            </a:extLst>
          </p:cNvPr>
          <p:cNvSpPr>
            <a:spLocks noGrp="1"/>
          </p:cNvSpPr>
          <p:nvPr/>
        </p:nvSpPr>
        <p:spPr>
          <a:xfrm flipH="0" flipV="0">
            <a:off x="7411330" y="2835442"/>
            <a:ext cx="158007" cy="95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</p:sp>
      <p:sp>
        <p:nvSpPr>
          <p:cNvPr id="792" name="Reference arrowhead">
            <a:extLst>
              <a:ext uri="{FF2B5EF4-FFF2-40B4-BE49-F238E27FC236}">
                <ns2:creationId id="{5B24E70F-40E7-4D1D-8A95-8CA0BB3CAF9E}"/>
              </a:ext>
            </a:extLst>
          </p:cNvPr>
          <p:cNvSpPr>
            <a:spLocks noGrp="1"/>
          </p:cNvSpPr>
          <p:nvPr/>
        </p:nvSpPr>
        <p:spPr>
          <a:xfrm rot="5400000">
            <a:off x="7527393" y="2812459"/>
            <a:ext cx="37922" cy="45966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93" name="Reference line">
            <a:extLst>
              <a:ext uri="{FF2B5EF4-FFF2-40B4-BE49-F238E27FC236}">
                <ns2:creationId id="{9AB9DD85-5D83-4C4B-9554-2F1F73D6950C}"/>
              </a:ext>
            </a:extLst>
          </p:cNvPr>
          <p:cNvSpPr>
            <a:spLocks noGrp="1"/>
          </p:cNvSpPr>
          <p:nvPr/>
        </p:nvSpPr>
        <p:spPr>
          <a:xfrm flipH="0" flipV="0">
            <a:off x="8579621" y="2505065"/>
            <a:ext cx="95" cy="330377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</p:sp>
      <p:sp>
        <p:nvSpPr>
          <p:cNvPr id="794" name="Reference line">
            <a:extLst>
              <a:ext uri="{FF2B5EF4-FFF2-40B4-BE49-F238E27FC236}">
                <ns2:creationId id="{326AB1E3-E124-4382-B61D-FB4B7B4A579D}"/>
              </a:ext>
            </a:extLst>
          </p:cNvPr>
          <p:cNvSpPr>
            <a:spLocks noGrp="1"/>
          </p:cNvSpPr>
          <p:nvPr/>
        </p:nvSpPr>
        <p:spPr>
          <a:xfrm flipH="1" flipV="0">
            <a:off x="8421614" y="2835442"/>
            <a:ext cx="158007" cy="95"/>
          </a:xfrm>
          <a:prstGeom prst="line">
            <a:avLst/>
          </a:prstGeom>
          <a:noFill/>
          <a:ln w="11491">
            <a:solidFill>
              <a:srgbClr val="0B2255"/>
            </a:solidFill>
            <a:prstDash val="solid"/>
          </a:ln>
        </p:spPr>
      </p:sp>
      <p:sp>
        <p:nvSpPr>
          <p:cNvPr id="795" name="Reference arrowhead">
            <a:extLst>
              <a:ext uri="{FF2B5EF4-FFF2-40B4-BE49-F238E27FC236}">
                <ns2:creationId id="{10DF984A-722B-4CFC-8BAD-F3119F9A1224}"/>
              </a:ext>
            </a:extLst>
          </p:cNvPr>
          <p:cNvSpPr>
            <a:spLocks noGrp="1"/>
          </p:cNvSpPr>
          <p:nvPr/>
        </p:nvSpPr>
        <p:spPr>
          <a:xfrm rot="16200000">
            <a:off x="8425636" y="2812459"/>
            <a:ext cx="37922" cy="45966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796" name="Editable reference element">
            <a:extLst>
              <a:ext uri="{FF2B5EF4-FFF2-40B4-BE49-F238E27FC236}">
                <ns2:creationId id="{33E56528-E1CE-46C4-A022-F279A340D362}"/>
              </a:ext>
            </a:extLst>
          </p:cNvPr>
          <p:cNvSpPr>
            <a:spLocks noGrp="1"/>
          </p:cNvSpPr>
          <p:nvPr/>
        </p:nvSpPr>
        <p:spPr>
          <a:xfrm>
            <a:off x="7588489" y="2634343"/>
            <a:ext cx="823549" cy="435715"/>
          </a:xfrm>
          <a:prstGeom prst="rect">
            <a:avLst/>
          </a:prstGeom>
          <a:solidFill>
            <a:srgbClr val="F0F3F8"/>
          </a:solidFill>
          <a:ln w="9576">
            <a:solidFill>
              <a:srgbClr val="0B2255"/>
            </a:solidFill>
            <a:prstDash val="solid"/>
          </a:ln>
        </p:spPr>
      </p:sp>
      <p:sp>
        <p:nvSpPr>
          <p:cNvPr id="797" name="Editable reference text: Linear">
            <a:extLst>
              <a:ext uri="{FF2B5EF4-FFF2-40B4-BE49-F238E27FC236}">
                <ns2:creationId id="{F2A1782F-5D14-4A57-BCB8-ACD816DB0A76}"/>
              </a:ext>
            </a:extLst>
          </p:cNvPr>
          <p:cNvSpPr>
            <a:spLocks noGrp="1"/>
          </p:cNvSpPr>
          <p:nvPr/>
        </p:nvSpPr>
        <p:spPr>
          <a:xfrm>
            <a:off x="7818316" y="2720528"/>
            <a:ext cx="392622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80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Linear</a:t>
            </a:r>
          </a:p>
        </p:txBody>
      </p:sp>
      <p:sp>
        <p:nvSpPr>
          <p:cNvPr id="798" name="Editable reference text: Y = X′Ŵ′ᵀ">
            <a:extLst>
              <a:ext uri="{FF2B5EF4-FFF2-40B4-BE49-F238E27FC236}">
                <ns2:creationId id="{E922B924-F8BA-443A-B1A6-58BE377DE57C}"/>
              </a:ext>
            </a:extLst>
          </p:cNvPr>
          <p:cNvSpPr>
            <a:spLocks noGrp="1"/>
          </p:cNvSpPr>
          <p:nvPr/>
        </p:nvSpPr>
        <p:spPr>
          <a:xfrm>
            <a:off x="7727343" y="2892899"/>
            <a:ext cx="588934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Y = X′Ŵ′ᵀ</a:t>
            </a:r>
          </a:p>
        </p:txBody>
      </p:sp>
      <p:sp>
        <p:nvSpPr>
          <p:cNvPr id="799" name="Reference line">
            <a:extLst>
              <a:ext uri="{FF2B5EF4-FFF2-40B4-BE49-F238E27FC236}">
                <ns2:creationId id="{3333AE0C-37E5-4932-A3C7-2E9196F14337}"/>
              </a:ext>
            </a:extLst>
          </p:cNvPr>
          <p:cNvSpPr>
            <a:spLocks noGrp="1"/>
          </p:cNvSpPr>
          <p:nvPr/>
        </p:nvSpPr>
        <p:spPr>
          <a:xfrm flipH="0" flipV="0">
            <a:off x="8000263" y="3084422"/>
            <a:ext cx="95" cy="191523"/>
          </a:xfrm>
          <a:prstGeom prst="line">
            <a:avLst/>
          </a:prstGeom>
          <a:noFill/>
          <a:ln w="11970">
            <a:solidFill>
              <a:srgbClr val="0B2255"/>
            </a:solidFill>
            <a:prstDash val="solid"/>
          </a:ln>
        </p:spPr>
      </p:sp>
      <p:sp>
        <p:nvSpPr>
          <p:cNvPr id="800" name="Reference arrowhead">
            <a:extLst>
              <a:ext uri="{FF2B5EF4-FFF2-40B4-BE49-F238E27FC236}">
                <ns2:creationId id="{D0016ED0-D8EE-49EA-96B5-520329CAB5EF}"/>
              </a:ext>
            </a:extLst>
          </p:cNvPr>
          <p:cNvSpPr>
            <a:spLocks noGrp="1"/>
          </p:cNvSpPr>
          <p:nvPr/>
        </p:nvSpPr>
        <p:spPr>
          <a:xfrm rot="10800000">
            <a:off x="7980513" y="3228064"/>
            <a:ext cx="39502" cy="47881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801" name="Editable reference text: Action chunk  Y ∈ ℝᵀˣⁿ">
            <a:extLst>
              <a:ext uri="{FF2B5EF4-FFF2-40B4-BE49-F238E27FC236}">
                <ns2:creationId id="{525CD8C6-8DE3-4A0B-B747-2A394EFB82F5}"/>
              </a:ext>
            </a:extLst>
          </p:cNvPr>
          <p:cNvSpPr>
            <a:spLocks noGrp="1"/>
          </p:cNvSpPr>
          <p:nvPr/>
        </p:nvSpPr>
        <p:spPr>
          <a:xfrm>
            <a:off x="7416118" y="3309462"/>
            <a:ext cx="1436423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Action chunk  Y ∈ ℝᵀˣⁿ</a:t>
            </a:r>
          </a:p>
        </p:txBody>
      </p:sp>
      <p:sp>
        <p:nvSpPr>
          <p:cNvPr id="802" name="Editable reference element">
            <a:extLst>
              <a:ext uri="{FF2B5EF4-FFF2-40B4-BE49-F238E27FC236}">
                <ns2:creationId id="{08284B22-C0A7-431C-B59A-3E7A96C1D882}"/>
              </a:ext>
            </a:extLst>
          </p:cNvPr>
          <p:cNvSpPr>
            <a:spLocks noGrp="1"/>
          </p:cNvSpPr>
          <p:nvPr/>
        </p:nvSpPr>
        <p:spPr>
          <a:xfrm>
            <a:off x="7655522" y="3524925"/>
            <a:ext cx="83791" cy="85228"/>
          </a:xfrm>
          <a:prstGeom prst="rect">
            <a:avLst/>
          </a:prstGeom>
          <a:solidFill>
            <a:srgbClr val="82A6D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3" name="Editable reference element">
            <a:extLst>
              <a:ext uri="{FF2B5EF4-FFF2-40B4-BE49-F238E27FC236}">
                <ns2:creationId id="{80046AE4-5F4B-4901-9083-AE4A7914908E}"/>
              </a:ext>
            </a:extLst>
          </p:cNvPr>
          <p:cNvSpPr>
            <a:spLocks noGrp="1"/>
          </p:cNvSpPr>
          <p:nvPr/>
        </p:nvSpPr>
        <p:spPr>
          <a:xfrm>
            <a:off x="7739313" y="3524925"/>
            <a:ext cx="83791" cy="85228"/>
          </a:xfrm>
          <a:prstGeom prst="rect">
            <a:avLst/>
          </a:prstGeom>
          <a:solidFill>
            <a:srgbClr val="91B1D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4" name="Editable reference element">
            <a:extLst>
              <a:ext uri="{FF2B5EF4-FFF2-40B4-BE49-F238E27FC236}">
                <ns2:creationId id="{E8EFE0CB-58D3-4DBC-ABEC-8DA7CE697609}"/>
              </a:ext>
            </a:extLst>
          </p:cNvPr>
          <p:cNvSpPr>
            <a:spLocks noGrp="1"/>
          </p:cNvSpPr>
          <p:nvPr/>
        </p:nvSpPr>
        <p:spPr>
          <a:xfrm>
            <a:off x="7823105" y="3524925"/>
            <a:ext cx="83791" cy="85228"/>
          </a:xfrm>
          <a:prstGeom prst="rect">
            <a:avLst/>
          </a:prstGeom>
          <a:solidFill>
            <a:srgbClr val="FBFDF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5" name="Editable reference element">
            <a:extLst>
              <a:ext uri="{FF2B5EF4-FFF2-40B4-BE49-F238E27FC236}">
                <ns2:creationId id="{28F77782-4602-4E09-ABCD-320419CBC298}"/>
              </a:ext>
            </a:extLst>
          </p:cNvPr>
          <p:cNvSpPr>
            <a:spLocks noGrp="1"/>
          </p:cNvSpPr>
          <p:nvPr/>
        </p:nvSpPr>
        <p:spPr>
          <a:xfrm>
            <a:off x="7906896" y="3524925"/>
            <a:ext cx="83791" cy="85228"/>
          </a:xfrm>
          <a:prstGeom prst="rect">
            <a:avLst/>
          </a:prstGeom>
          <a:solidFill>
            <a:srgbClr val="F0F5F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6" name="Editable reference element">
            <a:extLst>
              <a:ext uri="{FF2B5EF4-FFF2-40B4-BE49-F238E27FC236}">
                <ns2:creationId id="{34269F47-0050-4530-8063-431DF72379E2}"/>
              </a:ext>
            </a:extLst>
          </p:cNvPr>
          <p:cNvSpPr>
            <a:spLocks noGrp="1"/>
          </p:cNvSpPr>
          <p:nvPr/>
        </p:nvSpPr>
        <p:spPr>
          <a:xfrm>
            <a:off x="7990687" y="3524925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7" name="Editable reference element">
            <a:extLst>
              <a:ext uri="{FF2B5EF4-FFF2-40B4-BE49-F238E27FC236}">
                <ns2:creationId id="{C27D3488-DDEB-471B-95A1-B8959EE00C60}"/>
              </a:ext>
            </a:extLst>
          </p:cNvPr>
          <p:cNvSpPr>
            <a:spLocks noGrp="1"/>
          </p:cNvSpPr>
          <p:nvPr/>
        </p:nvSpPr>
        <p:spPr>
          <a:xfrm>
            <a:off x="8074479" y="3524925"/>
            <a:ext cx="83791" cy="85228"/>
          </a:xfrm>
          <a:prstGeom prst="rect">
            <a:avLst/>
          </a:prstGeom>
          <a:solidFill>
            <a:srgbClr val="A9C3E4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8" name="Editable reference element">
            <a:extLst>
              <a:ext uri="{FF2B5EF4-FFF2-40B4-BE49-F238E27FC236}">
                <ns2:creationId id="{F34A445E-9737-4FE1-B182-0CC20352746A}"/>
              </a:ext>
            </a:extLst>
          </p:cNvPr>
          <p:cNvSpPr>
            <a:spLocks noGrp="1"/>
          </p:cNvSpPr>
          <p:nvPr/>
        </p:nvSpPr>
        <p:spPr>
          <a:xfrm>
            <a:off x="8158270" y="3524925"/>
            <a:ext cx="83791" cy="85228"/>
          </a:xfrm>
          <a:prstGeom prst="rect">
            <a:avLst/>
          </a:prstGeom>
          <a:solidFill>
            <a:srgbClr val="9CB9E3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09" name="Editable reference element">
            <a:extLst>
              <a:ext uri="{FF2B5EF4-FFF2-40B4-BE49-F238E27FC236}">
                <ns2:creationId id="{3C41182F-4B67-4B5B-8DF8-6AAB0123ABF4}"/>
              </a:ext>
            </a:extLst>
          </p:cNvPr>
          <p:cNvSpPr>
            <a:spLocks noGrp="1"/>
          </p:cNvSpPr>
          <p:nvPr/>
        </p:nvSpPr>
        <p:spPr>
          <a:xfrm>
            <a:off x="8242061" y="3524925"/>
            <a:ext cx="83791" cy="85228"/>
          </a:xfrm>
          <a:prstGeom prst="rect">
            <a:avLst/>
          </a:prstGeom>
          <a:solidFill>
            <a:srgbClr val="7FA3D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0" name="Editable reference element">
            <a:extLst>
              <a:ext uri="{FF2B5EF4-FFF2-40B4-BE49-F238E27FC236}">
                <ns2:creationId id="{B268E4B8-AA3E-4B9A-B7AD-C8EF0E1EF5D6}"/>
              </a:ext>
            </a:extLst>
          </p:cNvPr>
          <p:cNvSpPr>
            <a:spLocks noGrp="1"/>
          </p:cNvSpPr>
          <p:nvPr/>
        </p:nvSpPr>
        <p:spPr>
          <a:xfrm>
            <a:off x="7655522" y="3610153"/>
            <a:ext cx="83791" cy="85228"/>
          </a:xfrm>
          <a:prstGeom prst="rect">
            <a:avLst/>
          </a:prstGeom>
          <a:solidFill>
            <a:srgbClr val="B1C7E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1" name="Editable reference element">
            <a:extLst>
              <a:ext uri="{FF2B5EF4-FFF2-40B4-BE49-F238E27FC236}">
                <ns2:creationId id="{619F333D-86DF-49F4-B4AD-A0DD64275175}"/>
              </a:ext>
            </a:extLst>
          </p:cNvPr>
          <p:cNvSpPr>
            <a:spLocks noGrp="1"/>
          </p:cNvSpPr>
          <p:nvPr/>
        </p:nvSpPr>
        <p:spPr>
          <a:xfrm>
            <a:off x="7739313" y="3610153"/>
            <a:ext cx="83791" cy="85228"/>
          </a:xfrm>
          <a:prstGeom prst="rect">
            <a:avLst/>
          </a:prstGeom>
          <a:solidFill>
            <a:srgbClr val="CEDCF1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2" name="Editable reference element">
            <a:extLst>
              <a:ext uri="{FF2B5EF4-FFF2-40B4-BE49-F238E27FC236}">
                <ns2:creationId id="{E4FF8F72-36D7-470D-AA6D-627CD0E0F7F8}"/>
              </a:ext>
            </a:extLst>
          </p:cNvPr>
          <p:cNvSpPr>
            <a:spLocks noGrp="1"/>
          </p:cNvSpPr>
          <p:nvPr/>
        </p:nvSpPr>
        <p:spPr>
          <a:xfrm>
            <a:off x="7823105" y="3610153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3" name="Editable reference element">
            <a:extLst>
              <a:ext uri="{FF2B5EF4-FFF2-40B4-BE49-F238E27FC236}">
                <ns2:creationId id="{4A917226-EE45-4AE2-BADC-F73E6B3A4DC7}"/>
              </a:ext>
            </a:extLst>
          </p:cNvPr>
          <p:cNvSpPr>
            <a:spLocks noGrp="1"/>
          </p:cNvSpPr>
          <p:nvPr/>
        </p:nvSpPr>
        <p:spPr>
          <a:xfrm>
            <a:off x="7906896" y="3610153"/>
            <a:ext cx="83791" cy="85228"/>
          </a:xfrm>
          <a:prstGeom prst="rect">
            <a:avLst/>
          </a:prstGeom>
          <a:solidFill>
            <a:srgbClr val="EBF1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4" name="Editable reference element">
            <a:extLst>
              <a:ext uri="{FF2B5EF4-FFF2-40B4-BE49-F238E27FC236}">
                <ns2:creationId id="{F6472A3B-AA3F-418F-9BE8-F4EF91B8CB30}"/>
              </a:ext>
            </a:extLst>
          </p:cNvPr>
          <p:cNvSpPr>
            <a:spLocks noGrp="1"/>
          </p:cNvSpPr>
          <p:nvPr/>
        </p:nvSpPr>
        <p:spPr>
          <a:xfrm>
            <a:off x="7990687" y="3610153"/>
            <a:ext cx="83791" cy="85228"/>
          </a:xfrm>
          <a:prstGeom prst="rect">
            <a:avLst/>
          </a:prstGeom>
          <a:solidFill>
            <a:srgbClr val="FFFFF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5" name="Editable reference element">
            <a:extLst>
              <a:ext uri="{FF2B5EF4-FFF2-40B4-BE49-F238E27FC236}">
                <ns2:creationId id="{EF576BD3-85ED-4D2B-8E94-244ED425C34A}"/>
              </a:ext>
            </a:extLst>
          </p:cNvPr>
          <p:cNvSpPr>
            <a:spLocks noGrp="1"/>
          </p:cNvSpPr>
          <p:nvPr/>
        </p:nvSpPr>
        <p:spPr>
          <a:xfrm>
            <a:off x="8074479" y="3610153"/>
            <a:ext cx="83791" cy="85228"/>
          </a:xfrm>
          <a:prstGeom prst="rect">
            <a:avLst/>
          </a:prstGeom>
          <a:solidFill>
            <a:srgbClr val="ADC5E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6" name="Editable reference element">
            <a:extLst>
              <a:ext uri="{FF2B5EF4-FFF2-40B4-BE49-F238E27FC236}">
                <ns2:creationId id="{928CC731-8260-4B17-B3C6-4EE6A38CD892}"/>
              </a:ext>
            </a:extLst>
          </p:cNvPr>
          <p:cNvSpPr>
            <a:spLocks noGrp="1"/>
          </p:cNvSpPr>
          <p:nvPr/>
        </p:nvSpPr>
        <p:spPr>
          <a:xfrm>
            <a:off x="8158270" y="3610153"/>
            <a:ext cx="83791" cy="85228"/>
          </a:xfrm>
          <a:prstGeom prst="rect">
            <a:avLst/>
          </a:prstGeom>
          <a:solidFill>
            <a:srgbClr val="83A7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7" name="Editable reference element">
            <a:extLst>
              <a:ext uri="{FF2B5EF4-FFF2-40B4-BE49-F238E27FC236}">
                <ns2:creationId id="{2E856DB7-6BBE-4349-A993-0877ADA4166D}"/>
              </a:ext>
            </a:extLst>
          </p:cNvPr>
          <p:cNvSpPr>
            <a:spLocks noGrp="1"/>
          </p:cNvSpPr>
          <p:nvPr/>
        </p:nvSpPr>
        <p:spPr>
          <a:xfrm>
            <a:off x="8242061" y="3610153"/>
            <a:ext cx="83791" cy="85228"/>
          </a:xfrm>
          <a:prstGeom prst="rect">
            <a:avLst/>
          </a:prstGeom>
          <a:solidFill>
            <a:srgbClr val="BED1E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8" name="Editable reference element">
            <a:extLst>
              <a:ext uri="{FF2B5EF4-FFF2-40B4-BE49-F238E27FC236}">
                <ns2:creationId id="{47BCED97-3446-4FA6-A938-954DABFF00F4}"/>
              </a:ext>
            </a:extLst>
          </p:cNvPr>
          <p:cNvSpPr>
            <a:spLocks noGrp="1"/>
          </p:cNvSpPr>
          <p:nvPr/>
        </p:nvSpPr>
        <p:spPr>
          <a:xfrm>
            <a:off x="7655522" y="3695381"/>
            <a:ext cx="83791" cy="85228"/>
          </a:xfrm>
          <a:prstGeom prst="rect">
            <a:avLst/>
          </a:prstGeom>
          <a:solidFill>
            <a:srgbClr val="CEDCE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19" name="Editable reference element">
            <a:extLst>
              <a:ext uri="{FF2B5EF4-FFF2-40B4-BE49-F238E27FC236}">
                <ns2:creationId id="{A7346BF6-27EB-4481-B59D-927B783D5755}"/>
              </a:ext>
            </a:extLst>
          </p:cNvPr>
          <p:cNvSpPr>
            <a:spLocks noGrp="1"/>
          </p:cNvSpPr>
          <p:nvPr/>
        </p:nvSpPr>
        <p:spPr>
          <a:xfrm>
            <a:off x="7739313" y="3695381"/>
            <a:ext cx="83791" cy="85228"/>
          </a:xfrm>
          <a:prstGeom prst="rect">
            <a:avLst/>
          </a:prstGeom>
          <a:solidFill>
            <a:srgbClr val="E2EAF6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0" name="Editable reference element">
            <a:extLst>
              <a:ext uri="{FF2B5EF4-FFF2-40B4-BE49-F238E27FC236}">
                <ns2:creationId id="{68A9B259-6B00-49BA-B6A1-70C1A340772C}"/>
              </a:ext>
            </a:extLst>
          </p:cNvPr>
          <p:cNvSpPr>
            <a:spLocks noGrp="1"/>
          </p:cNvSpPr>
          <p:nvPr/>
        </p:nvSpPr>
        <p:spPr>
          <a:xfrm>
            <a:off x="7823105" y="3695381"/>
            <a:ext cx="83791" cy="85228"/>
          </a:xfrm>
          <a:prstGeom prst="rect">
            <a:avLst/>
          </a:prstGeom>
          <a:solidFill>
            <a:srgbClr val="FBFD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1" name="Editable reference element">
            <a:extLst>
              <a:ext uri="{FF2B5EF4-FFF2-40B4-BE49-F238E27FC236}">
                <ns2:creationId id="{8272213A-E9A4-40C7-8161-259CBB99E494}"/>
              </a:ext>
            </a:extLst>
          </p:cNvPr>
          <p:cNvSpPr>
            <a:spLocks noGrp="1"/>
          </p:cNvSpPr>
          <p:nvPr/>
        </p:nvSpPr>
        <p:spPr>
          <a:xfrm>
            <a:off x="7906896" y="3695381"/>
            <a:ext cx="83791" cy="85228"/>
          </a:xfrm>
          <a:prstGeom prst="rect">
            <a:avLst/>
          </a:prstGeom>
          <a:solidFill>
            <a:srgbClr val="FBFB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2" name="Editable reference element">
            <a:extLst>
              <a:ext uri="{FF2B5EF4-FFF2-40B4-BE49-F238E27FC236}">
                <ns2:creationId id="{E5319ACB-55C3-4FE7-94B4-AAEA3EF6F815}"/>
              </a:ext>
            </a:extLst>
          </p:cNvPr>
          <p:cNvSpPr>
            <a:spLocks noGrp="1"/>
          </p:cNvSpPr>
          <p:nvPr/>
        </p:nvSpPr>
        <p:spPr>
          <a:xfrm>
            <a:off x="7990687" y="3695381"/>
            <a:ext cx="83791" cy="85228"/>
          </a:xfrm>
          <a:prstGeom prst="rect">
            <a:avLst/>
          </a:prstGeom>
          <a:solidFill>
            <a:srgbClr val="FAFC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3" name="Editable reference element">
            <a:extLst>
              <a:ext uri="{FF2B5EF4-FFF2-40B4-BE49-F238E27FC236}">
                <ns2:creationId id="{B352305F-3412-427A-BEE2-9F63243BCB61}"/>
              </a:ext>
            </a:extLst>
          </p:cNvPr>
          <p:cNvSpPr>
            <a:spLocks noGrp="1"/>
          </p:cNvSpPr>
          <p:nvPr/>
        </p:nvSpPr>
        <p:spPr>
          <a:xfrm>
            <a:off x="8074479" y="3695381"/>
            <a:ext cx="83791" cy="85228"/>
          </a:xfrm>
          <a:prstGeom prst="rect">
            <a:avLst/>
          </a:prstGeom>
          <a:solidFill>
            <a:srgbClr val="E3ECF5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4" name="Editable reference element">
            <a:extLst>
              <a:ext uri="{FF2B5EF4-FFF2-40B4-BE49-F238E27FC236}">
                <ns2:creationId id="{49B90F09-26FF-42AD-9E34-B4021A534BEC}"/>
              </a:ext>
            </a:extLst>
          </p:cNvPr>
          <p:cNvSpPr>
            <a:spLocks noGrp="1"/>
          </p:cNvSpPr>
          <p:nvPr/>
        </p:nvSpPr>
        <p:spPr>
          <a:xfrm>
            <a:off x="8158270" y="3695381"/>
            <a:ext cx="83791" cy="85228"/>
          </a:xfrm>
          <a:prstGeom prst="rect">
            <a:avLst/>
          </a:prstGeom>
          <a:solidFill>
            <a:srgbClr val="D4E0F2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5" name="Editable reference element">
            <a:extLst>
              <a:ext uri="{FF2B5EF4-FFF2-40B4-BE49-F238E27FC236}">
                <ns2:creationId id="{3224FDD4-81BC-4457-9DB7-824B07971C68}"/>
              </a:ext>
            </a:extLst>
          </p:cNvPr>
          <p:cNvSpPr>
            <a:spLocks noGrp="1"/>
          </p:cNvSpPr>
          <p:nvPr/>
        </p:nvSpPr>
        <p:spPr>
          <a:xfrm>
            <a:off x="8242061" y="3695381"/>
            <a:ext cx="83791" cy="85228"/>
          </a:xfrm>
          <a:prstGeom prst="rect">
            <a:avLst/>
          </a:prstGeom>
          <a:solidFill>
            <a:srgbClr val="E5ED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6" name="Editable reference element">
            <a:extLst>
              <a:ext uri="{FF2B5EF4-FFF2-40B4-BE49-F238E27FC236}">
                <ns2:creationId id="{4C0C4BA6-9C0C-4A89-8E6C-A31D3943A4F0}"/>
              </a:ext>
            </a:extLst>
          </p:cNvPr>
          <p:cNvSpPr>
            <a:spLocks noGrp="1"/>
          </p:cNvSpPr>
          <p:nvPr/>
        </p:nvSpPr>
        <p:spPr>
          <a:xfrm>
            <a:off x="7655522" y="3780609"/>
            <a:ext cx="83791" cy="85228"/>
          </a:xfrm>
          <a:prstGeom prst="rect">
            <a:avLst/>
          </a:prstGeom>
          <a:solidFill>
            <a:srgbClr val="D1DE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7" name="Editable reference element">
            <a:extLst>
              <a:ext uri="{FF2B5EF4-FFF2-40B4-BE49-F238E27FC236}">
                <ns2:creationId id="{EBC39159-3764-4902-A004-05F0AE8C5CE5}"/>
              </a:ext>
            </a:extLst>
          </p:cNvPr>
          <p:cNvSpPr>
            <a:spLocks noGrp="1"/>
          </p:cNvSpPr>
          <p:nvPr/>
        </p:nvSpPr>
        <p:spPr>
          <a:xfrm>
            <a:off x="7739313" y="3780609"/>
            <a:ext cx="83791" cy="85228"/>
          </a:xfrm>
          <a:prstGeom prst="rect">
            <a:avLst/>
          </a:prstGeom>
          <a:solidFill>
            <a:srgbClr val="CCDBF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8" name="Editable reference element">
            <a:extLst>
              <a:ext uri="{FF2B5EF4-FFF2-40B4-BE49-F238E27FC236}">
                <ns2:creationId id="{1F5A4FE2-CF8B-433D-8A39-BD9FAC3EA729}"/>
              </a:ext>
            </a:extLst>
          </p:cNvPr>
          <p:cNvSpPr>
            <a:spLocks noGrp="1"/>
          </p:cNvSpPr>
          <p:nvPr/>
        </p:nvSpPr>
        <p:spPr>
          <a:xfrm>
            <a:off x="7823105" y="3780609"/>
            <a:ext cx="83791" cy="85228"/>
          </a:xfrm>
          <a:prstGeom prst="rect">
            <a:avLst/>
          </a:prstGeom>
          <a:solidFill>
            <a:srgbClr val="F3F8F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29" name="Editable reference element">
            <a:extLst>
              <a:ext uri="{FF2B5EF4-FFF2-40B4-BE49-F238E27FC236}">
                <ns2:creationId id="{9FD1F42E-6F3D-4461-940C-725073C166AC}"/>
              </a:ext>
            </a:extLst>
          </p:cNvPr>
          <p:cNvSpPr>
            <a:spLocks noGrp="1"/>
          </p:cNvSpPr>
          <p:nvPr/>
        </p:nvSpPr>
        <p:spPr>
          <a:xfrm>
            <a:off x="7906896" y="3780609"/>
            <a:ext cx="83791" cy="85228"/>
          </a:xfrm>
          <a:prstGeom prst="rect">
            <a:avLst/>
          </a:prstGeom>
          <a:solidFill>
            <a:srgbClr val="EEF3F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0" name="Editable reference element">
            <a:extLst>
              <a:ext uri="{FF2B5EF4-FFF2-40B4-BE49-F238E27FC236}">
                <ns2:creationId id="{15BE45E6-9C5E-4783-9089-C4279D6E7A20}"/>
              </a:ext>
            </a:extLst>
          </p:cNvPr>
          <p:cNvSpPr>
            <a:spLocks noGrp="1"/>
          </p:cNvSpPr>
          <p:nvPr/>
        </p:nvSpPr>
        <p:spPr>
          <a:xfrm>
            <a:off x="7990687" y="3780609"/>
            <a:ext cx="83791" cy="85228"/>
          </a:xfrm>
          <a:prstGeom prst="rect">
            <a:avLst/>
          </a:prstGeom>
          <a:solidFill>
            <a:srgbClr val="F4F8F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1" name="Editable reference element">
            <a:extLst>
              <a:ext uri="{FF2B5EF4-FFF2-40B4-BE49-F238E27FC236}">
                <ns2:creationId id="{68432D50-6EA3-4599-AE73-1EE305BD8FBE}"/>
              </a:ext>
            </a:extLst>
          </p:cNvPr>
          <p:cNvSpPr>
            <a:spLocks noGrp="1"/>
          </p:cNvSpPr>
          <p:nvPr/>
        </p:nvSpPr>
        <p:spPr>
          <a:xfrm>
            <a:off x="8074479" y="3780609"/>
            <a:ext cx="83791" cy="85228"/>
          </a:xfrm>
          <a:prstGeom prst="rect">
            <a:avLst/>
          </a:prstGeom>
          <a:solidFill>
            <a:srgbClr val="F1F5FB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2" name="Editable reference element">
            <a:extLst>
              <a:ext uri="{FF2B5EF4-FFF2-40B4-BE49-F238E27FC236}">
                <ns2:creationId id="{CD57B25F-96C7-4AEA-92D7-0A2C15359411}"/>
              </a:ext>
            </a:extLst>
          </p:cNvPr>
          <p:cNvSpPr>
            <a:spLocks noGrp="1"/>
          </p:cNvSpPr>
          <p:nvPr/>
        </p:nvSpPr>
        <p:spPr>
          <a:xfrm>
            <a:off x="8158270" y="3780609"/>
            <a:ext cx="83791" cy="85228"/>
          </a:xfrm>
          <a:prstGeom prst="rect">
            <a:avLst/>
          </a:prstGeom>
          <a:solidFill>
            <a:srgbClr val="C4D5E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3" name="Editable reference element">
            <a:extLst>
              <a:ext uri="{FF2B5EF4-FFF2-40B4-BE49-F238E27FC236}">
                <ns2:creationId id="{991AA535-A80E-420A-B4FA-6C032ACF013D}"/>
              </a:ext>
            </a:extLst>
          </p:cNvPr>
          <p:cNvSpPr>
            <a:spLocks noGrp="1"/>
          </p:cNvSpPr>
          <p:nvPr/>
        </p:nvSpPr>
        <p:spPr>
          <a:xfrm>
            <a:off x="8242061" y="3780609"/>
            <a:ext cx="83791" cy="85228"/>
          </a:xfrm>
          <a:prstGeom prst="rect">
            <a:avLst/>
          </a:prstGeom>
          <a:solidFill>
            <a:srgbClr val="E6EEF8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4" name="Editable reference element">
            <a:extLst>
              <a:ext uri="{FF2B5EF4-FFF2-40B4-BE49-F238E27FC236}">
                <ns2:creationId id="{18C5D93C-6D81-4402-845A-DB24B2A2E1E2}"/>
              </a:ext>
            </a:extLst>
          </p:cNvPr>
          <p:cNvSpPr>
            <a:spLocks noGrp="1"/>
          </p:cNvSpPr>
          <p:nvPr/>
        </p:nvSpPr>
        <p:spPr>
          <a:xfrm>
            <a:off x="7655522" y="3865836"/>
            <a:ext cx="83791" cy="85228"/>
          </a:xfrm>
          <a:prstGeom prst="rect">
            <a:avLst/>
          </a:prstGeom>
          <a:solidFill>
            <a:srgbClr val="7AA1D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5" name="Editable reference element">
            <a:extLst>
              <a:ext uri="{FF2B5EF4-FFF2-40B4-BE49-F238E27FC236}">
                <ns2:creationId id="{B1F9BA06-AAD5-4C3B-B2E8-92B27C29A522}"/>
              </a:ext>
            </a:extLst>
          </p:cNvPr>
          <p:cNvSpPr>
            <a:spLocks noGrp="1"/>
          </p:cNvSpPr>
          <p:nvPr/>
        </p:nvSpPr>
        <p:spPr>
          <a:xfrm>
            <a:off x="7739313" y="3865836"/>
            <a:ext cx="83791" cy="85228"/>
          </a:xfrm>
          <a:prstGeom prst="rect">
            <a:avLst/>
          </a:prstGeom>
          <a:solidFill>
            <a:srgbClr val="89ABDC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6" name="Editable reference element">
            <a:extLst>
              <a:ext uri="{FF2B5EF4-FFF2-40B4-BE49-F238E27FC236}">
                <ns2:creationId id="{D45CCFB6-9BAA-46D6-B33E-80404266FE2C}"/>
              </a:ext>
            </a:extLst>
          </p:cNvPr>
          <p:cNvSpPr>
            <a:spLocks noGrp="1"/>
          </p:cNvSpPr>
          <p:nvPr/>
        </p:nvSpPr>
        <p:spPr>
          <a:xfrm>
            <a:off x="7823105" y="3865836"/>
            <a:ext cx="83791" cy="85228"/>
          </a:xfrm>
          <a:prstGeom prst="rect">
            <a:avLst/>
          </a:prstGeom>
          <a:solidFill>
            <a:srgbClr val="EEF5F9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7" name="Editable reference element">
            <a:extLst>
              <a:ext uri="{FF2B5EF4-FFF2-40B4-BE49-F238E27FC236}">
                <ns2:creationId id="{826D5988-FA92-40BC-B0E2-440E7D6C054D}"/>
              </a:ext>
            </a:extLst>
          </p:cNvPr>
          <p:cNvSpPr>
            <a:spLocks noGrp="1"/>
          </p:cNvSpPr>
          <p:nvPr/>
        </p:nvSpPr>
        <p:spPr>
          <a:xfrm>
            <a:off x="7906896" y="3865836"/>
            <a:ext cx="83791" cy="85228"/>
          </a:xfrm>
          <a:prstGeom prst="rect">
            <a:avLst/>
          </a:prstGeom>
          <a:solidFill>
            <a:srgbClr val="E7EEF7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8" name="Editable reference element">
            <a:extLst>
              <a:ext uri="{FF2B5EF4-FFF2-40B4-BE49-F238E27FC236}">
                <ns2:creationId id="{0DA7EC9E-E323-4FB5-A7A1-833945A08873}"/>
              </a:ext>
            </a:extLst>
          </p:cNvPr>
          <p:cNvSpPr>
            <a:spLocks noGrp="1"/>
          </p:cNvSpPr>
          <p:nvPr/>
        </p:nvSpPr>
        <p:spPr>
          <a:xfrm>
            <a:off x="7990687" y="3865836"/>
            <a:ext cx="83791" cy="85228"/>
          </a:xfrm>
          <a:prstGeom prst="rect">
            <a:avLst/>
          </a:prstGeom>
          <a:solidFill>
            <a:srgbClr val="F8FBFD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39" name="Editable reference element">
            <a:extLst>
              <a:ext uri="{FF2B5EF4-FFF2-40B4-BE49-F238E27FC236}">
                <ns2:creationId id="{0F116E65-13D7-4819-B051-9C4CDF0ECF50}"/>
              </a:ext>
            </a:extLst>
          </p:cNvPr>
          <p:cNvSpPr>
            <a:spLocks noGrp="1"/>
          </p:cNvSpPr>
          <p:nvPr/>
        </p:nvSpPr>
        <p:spPr>
          <a:xfrm>
            <a:off x="8074479" y="3865836"/>
            <a:ext cx="83791" cy="85228"/>
          </a:xfrm>
          <a:prstGeom prst="rect">
            <a:avLst/>
          </a:prstGeom>
          <a:solidFill>
            <a:srgbClr val="CBDDEF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40" name="Editable reference element">
            <a:extLst>
              <a:ext uri="{FF2B5EF4-FFF2-40B4-BE49-F238E27FC236}">
                <ns2:creationId id="{110CB210-F5D6-45D4-8325-D29F624A0871}"/>
              </a:ext>
            </a:extLst>
          </p:cNvPr>
          <p:cNvSpPr>
            <a:spLocks noGrp="1"/>
          </p:cNvSpPr>
          <p:nvPr/>
        </p:nvSpPr>
        <p:spPr>
          <a:xfrm>
            <a:off x="8158270" y="3865836"/>
            <a:ext cx="83791" cy="85228"/>
          </a:xfrm>
          <a:prstGeom prst="rect">
            <a:avLst/>
          </a:prstGeom>
          <a:solidFill>
            <a:srgbClr val="83A5DA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41" name="Editable reference element">
            <a:extLst>
              <a:ext uri="{FF2B5EF4-FFF2-40B4-BE49-F238E27FC236}">
                <ns2:creationId id="{448C78A0-0597-415A-8B25-C05BC23494F1}"/>
              </a:ext>
            </a:extLst>
          </p:cNvPr>
          <p:cNvSpPr>
            <a:spLocks noGrp="1"/>
          </p:cNvSpPr>
          <p:nvPr/>
        </p:nvSpPr>
        <p:spPr>
          <a:xfrm>
            <a:off x="8242061" y="3865836"/>
            <a:ext cx="83791" cy="85228"/>
          </a:xfrm>
          <a:prstGeom prst="rect">
            <a:avLst/>
          </a:prstGeom>
          <a:solidFill>
            <a:srgbClr val="94B4E0"/>
          </a:solidFill>
          <a:ln w="4309">
            <a:solidFill>
              <a:srgbClr val="FFFFFF"/>
            </a:solidFill>
            <a:prstDash val="solid"/>
          </a:ln>
        </p:spPr>
      </p:sp>
      <p:sp>
        <p:nvSpPr>
          <p:cNvPr id="842" name="Editable reference element">
            <a:extLst>
              <a:ext uri="{FF2B5EF4-FFF2-40B4-BE49-F238E27FC236}">
                <ns2:creationId id="{041B8688-A8BC-451F-954F-4C05D49CDFFE}"/>
              </a:ext>
            </a:extLst>
          </p:cNvPr>
          <p:cNvSpPr>
            <a:spLocks noGrp="1"/>
          </p:cNvSpPr>
          <p:nvPr/>
        </p:nvSpPr>
        <p:spPr>
          <a:xfrm>
            <a:off x="7655522" y="3524925"/>
            <a:ext cx="670331" cy="426139"/>
          </a:xfrm>
          <a:prstGeom prst="rect">
            <a:avLst/>
          </a:prstGeom>
          <a:noFill/>
          <a:ln w="4788">
            <a:solidFill>
              <a:srgbClr val="6885A5"/>
            </a:solidFill>
            <a:prstDash val="solid"/>
          </a:ln>
        </p:spPr>
      </p:sp>
      <p:sp>
        <p:nvSpPr>
          <p:cNvPr id="843" name="Reference line">
            <a:extLst>
              <a:ext uri="{FF2B5EF4-FFF2-40B4-BE49-F238E27FC236}">
                <ns2:creationId id="{D46C466E-073B-4C75-9EF4-A8D9E5E262FC}"/>
              </a:ext>
            </a:extLst>
          </p:cNvPr>
          <p:cNvSpPr>
            <a:spLocks noGrp="1"/>
          </p:cNvSpPr>
          <p:nvPr/>
        </p:nvSpPr>
        <p:spPr>
          <a:xfrm flipH="0" flipV="0">
            <a:off x="7583701" y="3524925"/>
            <a:ext cx="95" cy="454867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844" name="Reference arrowhead">
            <a:extLst>
              <a:ext uri="{FF2B5EF4-FFF2-40B4-BE49-F238E27FC236}">
                <ns2:creationId id="{C35B4C97-B7EE-4C81-AF12-3E61F20E8BB7}"/>
              </a:ext>
            </a:extLst>
          </p:cNvPr>
          <p:cNvSpPr>
            <a:spLocks noGrp="1"/>
          </p:cNvSpPr>
          <p:nvPr/>
        </p:nvSpPr>
        <p:spPr>
          <a:xfrm rot="10800000">
            <a:off x="7569336" y="3946276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845" name="Reference line">
            <a:extLst>
              <a:ext uri="{FF2B5EF4-FFF2-40B4-BE49-F238E27FC236}">
                <ns2:creationId id="{BC6987DB-3F3D-4C15-98F4-8781AAF5A281}"/>
              </a:ext>
            </a:extLst>
          </p:cNvPr>
          <p:cNvSpPr>
            <a:spLocks noGrp="1"/>
          </p:cNvSpPr>
          <p:nvPr/>
        </p:nvSpPr>
        <p:spPr>
          <a:xfrm flipH="0" flipV="1">
            <a:off x="7583701" y="3524925"/>
            <a:ext cx="95" cy="454867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846" name="Reference arrowhead">
            <a:extLst>
              <a:ext uri="{FF2B5EF4-FFF2-40B4-BE49-F238E27FC236}">
                <ns2:creationId id="{C5BEB0EE-749A-4FF9-8A9A-6869FE5074D8}"/>
              </a:ext>
            </a:extLst>
          </p:cNvPr>
          <p:cNvSpPr>
            <a:spLocks noGrp="1"/>
          </p:cNvSpPr>
          <p:nvPr/>
        </p:nvSpPr>
        <p:spPr>
          <a:xfrm rot="0">
            <a:off x="7569336" y="3524925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847" name="Editable reference text: T">
            <a:extLst>
              <a:ext uri="{FF2B5EF4-FFF2-40B4-BE49-F238E27FC236}">
                <ns2:creationId id="{7DE4369C-4D21-43A5-8CCA-5F606232111C}"/>
              </a:ext>
            </a:extLst>
          </p:cNvPr>
          <p:cNvSpPr>
            <a:spLocks noGrp="1"/>
          </p:cNvSpPr>
          <p:nvPr/>
        </p:nvSpPr>
        <p:spPr>
          <a:xfrm>
            <a:off x="7444846" y="3697296"/>
            <a:ext cx="13885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848" name="Reference line">
            <a:extLst>
              <a:ext uri="{FF2B5EF4-FFF2-40B4-BE49-F238E27FC236}">
                <ns2:creationId id="{ACE95080-2F26-4F81-A4F6-68C116F638F6}"/>
              </a:ext>
            </a:extLst>
          </p:cNvPr>
          <p:cNvSpPr>
            <a:spLocks noGrp="1"/>
          </p:cNvSpPr>
          <p:nvPr/>
        </p:nvSpPr>
        <p:spPr>
          <a:xfrm flipH="0" flipV="0">
            <a:off x="7655522" y="4018097"/>
            <a:ext cx="67033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849" name="Reference arrowhead">
            <a:extLst>
              <a:ext uri="{FF2B5EF4-FFF2-40B4-BE49-F238E27FC236}">
                <ns2:creationId id="{BD1791F3-8D08-4870-A61D-131753E82EC2}"/>
              </a:ext>
            </a:extLst>
          </p:cNvPr>
          <p:cNvSpPr>
            <a:spLocks noGrp="1"/>
          </p:cNvSpPr>
          <p:nvPr/>
        </p:nvSpPr>
        <p:spPr>
          <a:xfrm rot="5400000">
            <a:off x="8294730" y="40013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850" name="Reference line">
            <a:extLst>
              <a:ext uri="{FF2B5EF4-FFF2-40B4-BE49-F238E27FC236}">
                <ns2:creationId id="{A1270D91-03A6-4A30-98DA-64E76E0DB3E8}"/>
              </a:ext>
            </a:extLst>
          </p:cNvPr>
          <p:cNvSpPr>
            <a:spLocks noGrp="1"/>
          </p:cNvSpPr>
          <p:nvPr/>
        </p:nvSpPr>
        <p:spPr>
          <a:xfrm flipH="1" flipV="0">
            <a:off x="7655522" y="4018097"/>
            <a:ext cx="670331" cy="95"/>
          </a:xfrm>
          <a:prstGeom prst="line">
            <a:avLst/>
          </a:prstGeom>
          <a:noFill/>
          <a:ln w="7182">
            <a:solidFill>
              <a:srgbClr val="0B2255"/>
            </a:solidFill>
            <a:prstDash val="solid"/>
          </a:ln>
        </p:spPr>
      </p:sp>
      <p:sp>
        <p:nvSpPr>
          <p:cNvPr id="851" name="Reference arrowhead">
            <a:extLst>
              <a:ext uri="{FF2B5EF4-FFF2-40B4-BE49-F238E27FC236}">
                <ns2:creationId id="{47DB478E-EACF-4E48-AC71-F9E148BB4B5A}"/>
              </a:ext>
            </a:extLst>
          </p:cNvPr>
          <p:cNvSpPr>
            <a:spLocks noGrp="1"/>
          </p:cNvSpPr>
          <p:nvPr/>
        </p:nvSpPr>
        <p:spPr>
          <a:xfrm rot="16200000">
            <a:off x="7657916" y="4001339"/>
            <a:ext cx="28728" cy="33517"/>
          </a:xfrm>
          <a:prstGeom prst="triangle">
            <a:avLst/>
          </a:prstGeom>
          <a:solidFill>
            <a:srgbClr val="0B2255"/>
          </a:solidFill>
          <a:ln w="0">
            <a:noFill/>
            <a:prstDash val="solid"/>
          </a:ln>
        </p:spPr>
      </p:sp>
      <p:sp>
        <p:nvSpPr>
          <p:cNvPr id="852" name="Editable reference text: n">
            <a:extLst>
              <a:ext uri="{FF2B5EF4-FFF2-40B4-BE49-F238E27FC236}">
                <ns2:creationId id="{5452A04D-E43C-4645-9D70-C2E8E1272EBB}"/>
              </a:ext>
            </a:extLst>
          </p:cNvPr>
          <p:cNvSpPr>
            <a:spLocks noGrp="1"/>
          </p:cNvSpPr>
          <p:nvPr/>
        </p:nvSpPr>
        <p:spPr>
          <a:xfrm>
            <a:off x="7909290" y="4065978"/>
            <a:ext cx="162795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92" b="0" i="1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n</a:t>
            </a:r>
          </a:p>
        </p:txBody>
      </p:sp>
      <p:sp>
        <p:nvSpPr>
          <p:cNvPr id="853" name="Editable reference text: ⋯">
            <a:extLst>
              <a:ext uri="{FF2B5EF4-FFF2-40B4-BE49-F238E27FC236}">
                <ns2:creationId id="{97E11B64-6EA8-41E5-A83B-D0ACBB30F579}"/>
              </a:ext>
            </a:extLst>
          </p:cNvPr>
          <p:cNvSpPr>
            <a:spLocks noGrp="1"/>
          </p:cNvSpPr>
          <p:nvPr/>
        </p:nvSpPr>
        <p:spPr>
          <a:xfrm>
            <a:off x="8383310" y="3682932"/>
            <a:ext cx="201099" cy="11970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⋯</a:t>
            </a:r>
          </a:p>
        </p:txBody>
      </p:sp>
      <p:sp>
        <p:nvSpPr>
          <p:cNvPr id="854" name="Editable reference element">
            <a:extLst>
              <a:ext uri="{FF2B5EF4-FFF2-40B4-BE49-F238E27FC236}">
                <ns2:creationId id="{0A82693D-7EDC-460F-B227-3180E891DC20}"/>
              </a:ext>
            </a:extLst>
          </p:cNvPr>
          <p:cNvSpPr>
            <a:spLocks noGrp="1"/>
          </p:cNvSpPr>
          <p:nvPr/>
        </p:nvSpPr>
        <p:spPr>
          <a:xfrm>
            <a:off x="7305992" y="4362839"/>
            <a:ext cx="1402907" cy="287285"/>
          </a:xfrm>
          <a:prstGeom prst="roundRect">
            <a:avLst>
              <a:gd name="adj" fmla="val 26524"/>
            </a:avLst>
          </a:prstGeom>
          <a:solidFill>
            <a:srgbClr val="FFFFFF"/>
          </a:solidFill>
          <a:ln w="7661">
            <a:solidFill>
              <a:srgbClr val="006C78"/>
            </a:solidFill>
            <a:prstDash val="dash"/>
          </a:ln>
        </p:spPr>
      </p:sp>
      <p:sp>
        <p:nvSpPr>
          <p:cNvPr id="855" name="Editable reference text: Measure final-action sensitivity">
            <a:extLst>
              <a:ext uri="{FF2B5EF4-FFF2-40B4-BE49-F238E27FC236}">
                <ns2:creationId id="{69EC2E3F-13FB-4226-94D3-700EE5598EC6}"/>
              </a:ext>
            </a:extLst>
          </p:cNvPr>
          <p:cNvSpPr>
            <a:spLocks noGrp="1"/>
          </p:cNvSpPr>
          <p:nvPr/>
        </p:nvSpPr>
        <p:spPr>
          <a:xfrm>
            <a:off x="7396966" y="4425084"/>
            <a:ext cx="1259264" cy="12927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Measure final-action sensitivity</a:t>
            </a:r>
          </a:p>
        </p:txBody>
      </p:sp>
      <p:sp>
        <p:nvSpPr>
          <p:cNvPr id="856" name="Editable reference text: (e.g., ∂a/∂x, rollout-based)">
            <a:extLst>
              <a:ext uri="{FF2B5EF4-FFF2-40B4-BE49-F238E27FC236}">
                <ns2:creationId id="{22CF6D2A-8359-41D6-849D-34CDAC8D463D}"/>
              </a:ext>
            </a:extLst>
          </p:cNvPr>
          <p:cNvSpPr>
            <a:spLocks noGrp="1"/>
          </p:cNvSpPr>
          <p:nvPr/>
        </p:nvSpPr>
        <p:spPr>
          <a:xfrm>
            <a:off x="7411330" y="4539998"/>
            <a:ext cx="1235324" cy="11491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4" b="0" i="0">
                <a:solidFill>
                  <a:srgbClr val="345075"/>
                </a:solidFill>
                <a:latin typeface="Times New Roman"/>
                <a:ea typeface="Times New Roman"/>
                <a:cs typeface="Times New Roman"/>
              </a:rPr>
              <a:t>(e.g., ∂a/∂x, rollout-based)</a:t>
            </a:r>
          </a:p>
        </p:txBody>
      </p:sp>
      <p:sp>
        <p:nvSpPr>
          <p:cNvPr id="857" name="Reference line">
            <a:extLst>
              <a:ext uri="{FF2B5EF4-FFF2-40B4-BE49-F238E27FC236}">
                <ns2:creationId id="{6EAF15CA-5248-42FC-B3AE-D755A2D9E03B}"/>
              </a:ext>
            </a:extLst>
          </p:cNvPr>
          <p:cNvSpPr>
            <a:spLocks noGrp="1"/>
          </p:cNvSpPr>
          <p:nvPr/>
        </p:nvSpPr>
        <p:spPr>
          <a:xfrm flipH="0" flipV="0">
            <a:off x="8019416" y="4166528"/>
            <a:ext cx="95" cy="191523"/>
          </a:xfrm>
          <a:prstGeom prst="line">
            <a:avLst/>
          </a:prstGeom>
          <a:noFill/>
          <a:ln w="10534">
            <a:solidFill>
              <a:srgbClr val="006C78"/>
            </a:solidFill>
            <a:prstDash val="dash"/>
          </a:ln>
        </p:spPr>
      </p:sp>
    </p:spTree>
    <p:extLst>
      <p:ext uri="{BB962C8B-B14F-4D97-AF65-F5344CB8AC3E}">
        <ns3:creationId val="3510779972"/>
      </p:ext>
    </p:extLst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Title 1">
            <a:extLst>
              <a:ext uri="{FF2B5EF4-FFF2-40B4-BE49-F238E27FC236}">
                <ns2:creationId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</a:rPr>
              <a:t>Next step: action-sensitive weight VQ</a:t>
            </a:r>
          </a:p>
        </p:txBody>
      </p:sp>
      <p:sp>
        <p:nvSpPr>
          <p:cNvPr id="3" name="矩形 2">
            <a:extLst>
              <a:ext uri="{FF2B5EF4-FFF2-40B4-BE49-F238E27FC236}">
                <ns2:creationId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2" name="Slide number">
            <a:extLst>
              <a:ext uri="{FF2B5EF4-FFF2-40B4-BE49-F238E27FC236}">
                <ns2:creationId id="{62376B23-3BA5-44D9-94C6-C829F839A978}"/>
              </a:ext>
            </a:extLst>
          </p:cNvPr>
          <p:cNvSpPr>
            <a:spLocks noGrp="1"/>
          </p:cNvSpPr>
          <p:nvPr/>
        </p:nvSpPr>
        <p:spPr>
          <a:xfrm>
            <a:off x="8791575" y="4772025"/>
            <a:ext cx="238125" cy="95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675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53" name="Reference line">
            <a:extLst>
              <a:ext uri="{FF2B5EF4-FFF2-40B4-BE49-F238E27FC236}">
                <ns2:creationId id="{0A9B4253-867B-4554-ADBB-3372679C50CB}"/>
              </a:ext>
            </a:extLst>
          </p:cNvPr>
          <p:cNvSpPr>
            <a:spLocks noGrp="1"/>
          </p:cNvSpPr>
          <p:nvPr/>
        </p:nvSpPr>
        <p:spPr>
          <a:xfrm flipH="0" flipV="0">
            <a:off x="6228675" y="790933"/>
            <a:ext cx="95" cy="3830462"/>
          </a:xfrm>
          <a:prstGeom prst="line">
            <a:avLst/>
          </a:prstGeom>
          <a:noFill/>
          <a:ln w="4788">
            <a:solidFill>
              <a:srgbClr val="71849A"/>
            </a:solidFill>
            <a:prstDash val="solid"/>
          </a:ln>
        </p:spPr>
      </p:sp>
      <p:sp>
        <p:nvSpPr>
          <p:cNvPr id="154" name="Editable reference text: (a) Euclidean assignment (L₂)">
            <a:extLst>
              <a:ext uri="{FF2B5EF4-FFF2-40B4-BE49-F238E27FC236}">
                <ns2:creationId id="{509AB645-2097-4E6A-AD0E-E41667E8464F}"/>
              </a:ext>
            </a:extLst>
          </p:cNvPr>
          <p:cNvSpPr>
            <a:spLocks noGrp="1"/>
          </p:cNvSpPr>
          <p:nvPr/>
        </p:nvSpPr>
        <p:spPr>
          <a:xfrm>
            <a:off x="229214" y="786145"/>
            <a:ext cx="2805813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(a) Euclidean assignment (L₂)</a:t>
            </a:r>
          </a:p>
        </p:txBody>
      </p:sp>
      <p:sp>
        <p:nvSpPr>
          <p:cNvPr id="155" name="Editable reference text: Nearest in Euclidean distance">
            <a:extLst>
              <a:ext uri="{FF2B5EF4-FFF2-40B4-BE49-F238E27FC236}">
                <ns2:creationId id="{8BB82223-4D7B-4FE6-9ADB-2A5CB3A19F5D}"/>
              </a:ext>
            </a:extLst>
          </p:cNvPr>
          <p:cNvSpPr>
            <a:spLocks noGrp="1"/>
          </p:cNvSpPr>
          <p:nvPr/>
        </p:nvSpPr>
        <p:spPr>
          <a:xfrm>
            <a:off x="497346" y="992032"/>
            <a:ext cx="2413191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in Euclidean distance</a:t>
            </a:r>
          </a:p>
        </p:txBody>
      </p:sp>
      <p:sp>
        <p:nvSpPr>
          <p:cNvPr id="156" name="Editable reference text: (b) Action-weighted assignment">
            <a:extLst>
              <a:ext uri="{FF2B5EF4-FFF2-40B4-BE49-F238E27FC236}">
                <ns2:creationId id="{B3D1E68E-6AEF-4441-8047-F7721654BBEA}"/>
              </a:ext>
            </a:extLst>
          </p:cNvPr>
          <p:cNvSpPr>
            <a:spLocks noGrp="1"/>
          </p:cNvSpPr>
          <p:nvPr/>
        </p:nvSpPr>
        <p:spPr>
          <a:xfrm>
            <a:off x="3264855" y="786145"/>
            <a:ext cx="2891999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(b) Action-weighted assignment</a:t>
            </a:r>
          </a:p>
        </p:txBody>
      </p:sp>
      <p:sp>
        <p:nvSpPr>
          <p:cNvPr id="157" name="Editable reference text: Nearest under action-sensitive metric">
            <a:extLst>
              <a:ext uri="{FF2B5EF4-FFF2-40B4-BE49-F238E27FC236}">
                <ns2:creationId id="{E030609B-6668-408D-B999-0380E5A2C7D3}"/>
              </a:ext>
            </a:extLst>
          </p:cNvPr>
          <p:cNvSpPr>
            <a:spLocks noGrp="1"/>
          </p:cNvSpPr>
          <p:nvPr/>
        </p:nvSpPr>
        <p:spPr>
          <a:xfrm>
            <a:off x="3566504" y="992032"/>
            <a:ext cx="2633443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8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Nearest under action-sensitive metric</a:t>
            </a:r>
          </a:p>
        </p:txBody>
      </p:sp>
      <p:sp>
        <p:nvSpPr>
          <p:cNvPr id="158" name="Editable reference text: (c) Metric and codebook geometry">
            <a:extLst>
              <a:ext uri="{FF2B5EF4-FFF2-40B4-BE49-F238E27FC236}">
                <ns2:creationId id="{D3325CDE-59E4-45F5-B81D-FD008C1E536F}"/>
              </a:ext>
            </a:extLst>
          </p:cNvPr>
          <p:cNvSpPr>
            <a:spLocks noGrp="1"/>
          </p:cNvSpPr>
          <p:nvPr/>
        </p:nvSpPr>
        <p:spPr>
          <a:xfrm>
            <a:off x="6338801" y="786145"/>
            <a:ext cx="2633443" cy="21067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0">
                <a:solidFill>
                  <a:srgbClr val="0B2255"/>
                </a:solidFill>
                <a:latin typeface="Times New Roman"/>
                <a:ea typeface="Times New Roman"/>
                <a:cs typeface="Times New Roman"/>
              </a:rPr>
              <a:t>(c) Metric and codebook geometry</a:t>
            </a:r>
          </a:p>
        </p:txBody>
      </p:sp>
      <p:sp>
        <p:nvSpPr>
          <p:cNvPr id="159" name="Reference line">
            <a:extLst>
              <a:ext uri="{FF2B5EF4-FFF2-40B4-BE49-F238E27FC236}">
                <ns2:creationId id="{9F9DFA19-067A-4E3B-B456-1847F6577D63}"/>
              </a:ext>
            </a:extLst>
          </p:cNvPr>
          <p:cNvSpPr>
            <a:spLocks noGrp="1"/>
          </p:cNvSpPr>
          <p:nvPr/>
        </p:nvSpPr>
        <p:spPr>
          <a:xfrm flipH="0" flipV="0">
            <a:off x="502134" y="3491409"/>
            <a:ext cx="2058873" cy="95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160" name="Reference arrowhead">
            <a:extLst>
              <a:ext uri="{FF2B5EF4-FFF2-40B4-BE49-F238E27FC236}">
                <ns2:creationId id="{FAADEDDF-8666-4056-A49F-8EF33759FAC9}"/>
              </a:ext>
            </a:extLst>
          </p:cNvPr>
          <p:cNvSpPr>
            <a:spLocks noGrp="1"/>
          </p:cNvSpPr>
          <p:nvPr/>
        </p:nvSpPr>
        <p:spPr>
          <a:xfrm rot="5400000">
            <a:off x="2529885" y="3474650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161" name="Reference line">
            <a:extLst>
              <a:ext uri="{FF2B5EF4-FFF2-40B4-BE49-F238E27FC236}">
                <ns2:creationId id="{9B53EBA7-8837-48B9-94C9-9388710FA7B1}"/>
              </a:ext>
            </a:extLst>
          </p:cNvPr>
          <p:cNvSpPr>
            <a:spLocks noGrp="1"/>
          </p:cNvSpPr>
          <p:nvPr/>
        </p:nvSpPr>
        <p:spPr>
          <a:xfrm flipH="0" flipV="1">
            <a:off x="502134" y="1284105"/>
            <a:ext cx="95" cy="2207304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162" name="Reference arrowhead">
            <a:extLst>
              <a:ext uri="{FF2B5EF4-FFF2-40B4-BE49-F238E27FC236}">
                <ns2:creationId id="{C17DB8D0-1000-44FB-88CC-710D5E15AE83}"/>
              </a:ext>
            </a:extLst>
          </p:cNvPr>
          <p:cNvSpPr>
            <a:spLocks noGrp="1"/>
          </p:cNvSpPr>
          <p:nvPr/>
        </p:nvSpPr>
        <p:spPr>
          <a:xfrm rot="0">
            <a:off x="487770" y="1284105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163" name="Reference line">
            <a:extLst>
              <a:ext uri="{FF2B5EF4-FFF2-40B4-BE49-F238E27FC236}">
                <ns2:creationId id="{64FFEC3E-478D-4BFD-B4D4-976A940CE805}"/>
              </a:ext>
            </a:extLst>
          </p:cNvPr>
          <p:cNvSpPr>
            <a:spLocks noGrp="1"/>
          </p:cNvSpPr>
          <p:nvPr/>
        </p:nvSpPr>
        <p:spPr>
          <a:xfrm flipH="0" flipV="1">
            <a:off x="1464538" y="1360714"/>
            <a:ext cx="95" cy="2121118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164" name="Reference arrowhead">
            <a:extLst>
              <a:ext uri="{FF2B5EF4-FFF2-40B4-BE49-F238E27FC236}">
                <ns2:creationId id="{5B934CB3-523F-4C68-A338-D9897E2A6388}"/>
              </a:ext>
            </a:extLst>
          </p:cNvPr>
          <p:cNvSpPr>
            <a:spLocks noGrp="1"/>
          </p:cNvSpPr>
          <p:nvPr/>
        </p:nvSpPr>
        <p:spPr>
          <a:xfrm rot="0">
            <a:off x="1450174" y="1360714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165" name="Reference line">
            <a:extLst>
              <a:ext uri="{FF2B5EF4-FFF2-40B4-BE49-F238E27FC236}">
                <ns2:creationId id="{8BBF2FDD-FAED-4EEF-A833-508061BC594B}"/>
              </a:ext>
            </a:extLst>
          </p:cNvPr>
          <p:cNvSpPr>
            <a:spLocks noGrp="1"/>
          </p:cNvSpPr>
          <p:nvPr/>
        </p:nvSpPr>
        <p:spPr>
          <a:xfrm flipH="0" flipV="0">
            <a:off x="63620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66" name="Editable reference text: −0.6">
            <a:extLst>
              <a:ext uri="{FF2B5EF4-FFF2-40B4-BE49-F238E27FC236}">
                <ns2:creationId id="{19C72A75-40AB-4BDD-8784-8180CBB96A5A}"/>
              </a:ext>
            </a:extLst>
          </p:cNvPr>
          <p:cNvSpPr>
            <a:spLocks noGrp="1"/>
          </p:cNvSpPr>
          <p:nvPr/>
        </p:nvSpPr>
        <p:spPr>
          <a:xfrm>
            <a:off x="50692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67" name="Reference line">
            <a:extLst>
              <a:ext uri="{FF2B5EF4-FFF2-40B4-BE49-F238E27FC236}">
                <ns2:creationId id="{FB3D8031-1B41-446F-9493-36F95E216493}"/>
              </a:ext>
            </a:extLst>
          </p:cNvPr>
          <p:cNvSpPr>
            <a:spLocks noGrp="1"/>
          </p:cNvSpPr>
          <p:nvPr/>
        </p:nvSpPr>
        <p:spPr>
          <a:xfrm flipH="0" flipV="0">
            <a:off x="1052763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68" name="Editable reference text: −0.3">
            <a:extLst>
              <a:ext uri="{FF2B5EF4-FFF2-40B4-BE49-F238E27FC236}">
                <ns2:creationId id="{7DB418D9-AF64-4F05-83EA-EC2EFACDC7D5}"/>
              </a:ext>
            </a:extLst>
          </p:cNvPr>
          <p:cNvSpPr>
            <a:spLocks noGrp="1"/>
          </p:cNvSpPr>
          <p:nvPr/>
        </p:nvSpPr>
        <p:spPr>
          <a:xfrm>
            <a:off x="923485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69" name="Reference line">
            <a:extLst>
              <a:ext uri="{FF2B5EF4-FFF2-40B4-BE49-F238E27FC236}">
                <ns2:creationId id="{4676BE72-6163-44BD-B222-02375889D5AF}"/>
              </a:ext>
            </a:extLst>
          </p:cNvPr>
          <p:cNvSpPr>
            <a:spLocks noGrp="1"/>
          </p:cNvSpPr>
          <p:nvPr/>
        </p:nvSpPr>
        <p:spPr>
          <a:xfrm flipH="0" flipV="0">
            <a:off x="1464538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70" name="Editable reference text: 0">
            <a:extLst>
              <a:ext uri="{FF2B5EF4-FFF2-40B4-BE49-F238E27FC236}">
                <ns2:creationId id="{531B2F24-3332-4394-A124-1D789C4F6F67}"/>
              </a:ext>
            </a:extLst>
          </p:cNvPr>
          <p:cNvSpPr>
            <a:spLocks noGrp="1"/>
          </p:cNvSpPr>
          <p:nvPr/>
        </p:nvSpPr>
        <p:spPr>
          <a:xfrm>
            <a:off x="1335260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71" name="Reference line">
            <a:extLst>
              <a:ext uri="{FF2B5EF4-FFF2-40B4-BE49-F238E27FC236}">
                <ns2:creationId id="{16840BA2-424C-49FA-B198-EBB0BB554ADA}"/>
              </a:ext>
            </a:extLst>
          </p:cNvPr>
          <p:cNvSpPr>
            <a:spLocks noGrp="1"/>
          </p:cNvSpPr>
          <p:nvPr/>
        </p:nvSpPr>
        <p:spPr>
          <a:xfrm flipH="0" flipV="0">
            <a:off x="1876312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72" name="Editable reference text: 0.3">
            <a:extLst>
              <a:ext uri="{FF2B5EF4-FFF2-40B4-BE49-F238E27FC236}">
                <ns2:creationId id="{BD8D4641-C044-4B9D-9669-9536A46D9419}"/>
              </a:ext>
            </a:extLst>
          </p:cNvPr>
          <p:cNvSpPr>
            <a:spLocks noGrp="1"/>
          </p:cNvSpPr>
          <p:nvPr/>
        </p:nvSpPr>
        <p:spPr>
          <a:xfrm>
            <a:off x="1747034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3" name="Reference line">
            <a:extLst>
              <a:ext uri="{FF2B5EF4-FFF2-40B4-BE49-F238E27FC236}">
                <ns2:creationId id="{8D9F20BC-160D-47EF-94B9-BB281F2CD4E1}"/>
              </a:ext>
            </a:extLst>
          </p:cNvPr>
          <p:cNvSpPr>
            <a:spLocks noGrp="1"/>
          </p:cNvSpPr>
          <p:nvPr/>
        </p:nvSpPr>
        <p:spPr>
          <a:xfrm flipH="0" flipV="0">
            <a:off x="2292875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74" name="Editable reference text: 0.6">
            <a:extLst>
              <a:ext uri="{FF2B5EF4-FFF2-40B4-BE49-F238E27FC236}">
                <ns2:creationId id="{67F2063F-3731-4B67-9C7B-16DFB7754C74}"/>
              </a:ext>
            </a:extLst>
          </p:cNvPr>
          <p:cNvSpPr>
            <a:spLocks noGrp="1"/>
          </p:cNvSpPr>
          <p:nvPr/>
        </p:nvSpPr>
        <p:spPr>
          <a:xfrm>
            <a:off x="2163597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5" name="Reference line">
            <a:extLst>
              <a:ext uri="{FF2B5EF4-FFF2-40B4-BE49-F238E27FC236}">
                <ns2:creationId id="{4836E25C-ACCD-4474-8A48-419F56060A85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1657575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76" name="Editable reference text: 0.6">
            <a:extLst>
              <a:ext uri="{FF2B5EF4-FFF2-40B4-BE49-F238E27FC236}">
                <ns2:creationId id="{B9ACE8E2-EA6B-4426-A629-9A780976B121}"/>
              </a:ext>
            </a:extLst>
          </p:cNvPr>
          <p:cNvSpPr>
            <a:spLocks noGrp="1"/>
          </p:cNvSpPr>
          <p:nvPr/>
        </p:nvSpPr>
        <p:spPr>
          <a:xfrm>
            <a:off x="162181" y="1595330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177" name="Reference line">
            <a:extLst>
              <a:ext uri="{FF2B5EF4-FFF2-40B4-BE49-F238E27FC236}">
                <ns2:creationId id="{EA610F83-73EC-410F-AC15-1C6D7AC59AF6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2064562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78" name="Editable reference text: 0.3">
            <a:extLst>
              <a:ext uri="{FF2B5EF4-FFF2-40B4-BE49-F238E27FC236}">
                <ns2:creationId id="{D60199B3-3E63-4308-B290-3F5703649727}"/>
              </a:ext>
            </a:extLst>
          </p:cNvPr>
          <p:cNvSpPr>
            <a:spLocks noGrp="1"/>
          </p:cNvSpPr>
          <p:nvPr/>
        </p:nvSpPr>
        <p:spPr>
          <a:xfrm>
            <a:off x="162181" y="2002317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179" name="Reference line">
            <a:extLst>
              <a:ext uri="{FF2B5EF4-FFF2-40B4-BE49-F238E27FC236}">
                <ns2:creationId id="{044D232C-3BD8-48D0-877B-FE6C6508DB80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2471548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80" name="Editable reference text: 0">
            <a:extLst>
              <a:ext uri="{FF2B5EF4-FFF2-40B4-BE49-F238E27FC236}">
                <ns2:creationId id="{10FCCCE4-C161-450C-A8BF-4BA87C1464B5}"/>
              </a:ext>
            </a:extLst>
          </p:cNvPr>
          <p:cNvSpPr>
            <a:spLocks noGrp="1"/>
          </p:cNvSpPr>
          <p:nvPr/>
        </p:nvSpPr>
        <p:spPr>
          <a:xfrm>
            <a:off x="162181" y="2409303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81" name="Reference line">
            <a:extLst>
              <a:ext uri="{FF2B5EF4-FFF2-40B4-BE49-F238E27FC236}">
                <ns2:creationId id="{87D792A0-7009-4F89-8C02-F7855F49DBF2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287374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82" name="Editable reference text: −0.3">
            <a:extLst>
              <a:ext uri="{FF2B5EF4-FFF2-40B4-BE49-F238E27FC236}">
                <ns2:creationId id="{927E6F0C-2D69-452E-BD43-443899EBD7FD}"/>
              </a:ext>
            </a:extLst>
          </p:cNvPr>
          <p:cNvSpPr>
            <a:spLocks noGrp="1"/>
          </p:cNvSpPr>
          <p:nvPr/>
        </p:nvSpPr>
        <p:spPr>
          <a:xfrm>
            <a:off x="162181" y="281150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183" name="Reference line">
            <a:extLst>
              <a:ext uri="{FF2B5EF4-FFF2-40B4-BE49-F238E27FC236}">
                <ns2:creationId id="{BB0F2A65-41EA-4B83-8394-595EC49D5483}"/>
              </a:ext>
            </a:extLst>
          </p:cNvPr>
          <p:cNvSpPr>
            <a:spLocks noGrp="1"/>
          </p:cNvSpPr>
          <p:nvPr/>
        </p:nvSpPr>
        <p:spPr>
          <a:xfrm flipH="0" flipV="0">
            <a:off x="468618" y="327115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184" name="Editable reference text: −0.6">
            <a:extLst>
              <a:ext uri="{FF2B5EF4-FFF2-40B4-BE49-F238E27FC236}">
                <ns2:creationId id="{D15DD49D-81D6-47D4-9887-76D8C19414CA}"/>
              </a:ext>
            </a:extLst>
          </p:cNvPr>
          <p:cNvSpPr>
            <a:spLocks noGrp="1"/>
          </p:cNvSpPr>
          <p:nvPr/>
        </p:nvSpPr>
        <p:spPr>
          <a:xfrm>
            <a:off x="162181" y="320891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185" name="Editable reference text: Less sensitive&#10;(direction 2)">
            <a:extLst>
              <a:ext uri="{FF2B5EF4-FFF2-40B4-BE49-F238E27FC236}">
                <ns2:creationId id="{0BDCB2B3-078B-401F-9417-C40B34D5202E}"/>
              </a:ext>
            </a:extLst>
          </p:cNvPr>
          <p:cNvSpPr>
            <a:spLocks noGrp="1"/>
          </p:cNvSpPr>
          <p:nvPr/>
        </p:nvSpPr>
        <p:spPr>
          <a:xfrm>
            <a:off x="545227" y="1241012"/>
            <a:ext cx="866642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186" name="Editable reference text: More sensitive&#10;(direction 1)">
            <a:extLst>
              <a:ext uri="{FF2B5EF4-FFF2-40B4-BE49-F238E27FC236}">
                <ns2:creationId id="{5AC1042E-27B3-438C-98A3-0AA19AA74B58}"/>
              </a:ext>
            </a:extLst>
          </p:cNvPr>
          <p:cNvSpPr>
            <a:spLocks noGrp="1"/>
          </p:cNvSpPr>
          <p:nvPr/>
        </p:nvSpPr>
        <p:spPr>
          <a:xfrm>
            <a:off x="2340756" y="3194548"/>
            <a:ext cx="799609" cy="23461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187" name="Figure element 596">
            <a:extLst>
              <a:ext uri="{FF2B5EF4-FFF2-40B4-BE49-F238E27FC236}">
                <ns2:creationId id="{93598369-4944-4227-BA7E-FA50B052B101}"/>
              </a:ext>
            </a:extLst>
          </p:cNvPr>
          <p:cNvSpPr>
            <a:spLocks noGrp="1"/>
          </p:cNvSpPr>
          <p:nvPr/>
        </p:nvSpPr>
        <p:spPr>
          <a:xfrm>
            <a:off x="842088" y="1849098"/>
            <a:ext cx="1244900" cy="1244900"/>
          </a:xfrm>
          <a:prstGeom prst="ellipse">
            <a:avLst/>
          </a:prstGeom>
          <a:solidFill>
            <a:srgbClr val="FDF9EC"/>
          </a:solidFill>
          <a:ln w="4788">
            <a:solidFill>
              <a:srgbClr val="D0AA4D"/>
            </a:solidFill>
            <a:prstDash val="dash"/>
          </a:ln>
        </p:spPr>
      </p:sp>
      <p:sp>
        <p:nvSpPr>
          <p:cNvPr id="188" name="Editable reference text: ‖v − w‖₂ = 0.6">
            <a:extLst>
              <a:ext uri="{FF2B5EF4-FFF2-40B4-BE49-F238E27FC236}">
                <ns2:creationId id="{5045EE32-B182-4EA0-AB03-85EC228F47E8}"/>
              </a:ext>
            </a:extLst>
          </p:cNvPr>
          <p:cNvSpPr>
            <a:spLocks noGrp="1"/>
          </p:cNvSpPr>
          <p:nvPr/>
        </p:nvSpPr>
        <p:spPr>
          <a:xfrm>
            <a:off x="2024743" y="1743760"/>
            <a:ext cx="1053377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‖v − w‖₂ = 0.6</a:t>
            </a:r>
          </a:p>
        </p:txBody>
      </p:sp>
      <p:sp>
        <p:nvSpPr>
          <p:cNvPr id="189" name="Reference line">
            <a:extLst>
              <a:ext uri="{FF2B5EF4-FFF2-40B4-BE49-F238E27FC236}">
                <ns2:creationId id="{19AF02DC-4446-47AB-80FF-BFD378662AE6}"/>
              </a:ext>
            </a:extLst>
          </p:cNvPr>
          <p:cNvSpPr>
            <a:spLocks noGrp="1"/>
          </p:cNvSpPr>
          <p:nvPr/>
        </p:nvSpPr>
        <p:spPr>
          <a:xfrm flipH="1" flipV="0">
            <a:off x="1876312" y="1863462"/>
            <a:ext cx="119702" cy="129278"/>
          </a:xfrm>
          <a:prstGeom prst="line">
            <a:avLst/>
          </a:prstGeom>
          <a:noFill/>
          <a:ln w="6225">
            <a:solidFill>
              <a:srgbClr val="C7A754"/>
            </a:solidFill>
            <a:prstDash val="solid"/>
          </a:ln>
        </p:spPr>
      </p:sp>
      <p:sp>
        <p:nvSpPr>
          <p:cNvPr id="190" name="Reference arrowhead">
            <a:extLst>
              <a:ext uri="{FF2B5EF4-FFF2-40B4-BE49-F238E27FC236}">
                <ns2:creationId id="{09ECF481-F850-49F1-B0EF-44D54681D992}"/>
              </a:ext>
            </a:extLst>
          </p:cNvPr>
          <p:cNvSpPr>
            <a:spLocks noGrp="1"/>
          </p:cNvSpPr>
          <p:nvPr/>
        </p:nvSpPr>
        <p:spPr>
          <a:xfrm rot="13367844">
            <a:off x="1873334" y="1963686"/>
            <a:ext cx="28728" cy="33517"/>
          </a:xfrm>
          <a:prstGeom prst="triangle">
            <a:avLst/>
          </a:prstGeom>
          <a:solidFill>
            <a:srgbClr val="C7A754"/>
          </a:solidFill>
          <a:ln w="0">
            <a:noFill/>
            <a:prstDash val="solid"/>
          </a:ln>
        </p:spPr>
      </p:sp>
      <p:sp>
        <p:nvSpPr>
          <p:cNvPr id="191" name="Reference line">
            <a:extLst>
              <a:ext uri="{FF2B5EF4-FFF2-40B4-BE49-F238E27FC236}">
                <ns2:creationId id="{944034B0-7117-4FBC-9BCB-8B719E1E4A8D}"/>
              </a:ext>
            </a:extLst>
          </p:cNvPr>
          <p:cNvSpPr>
            <a:spLocks noGrp="1"/>
          </p:cNvSpPr>
          <p:nvPr/>
        </p:nvSpPr>
        <p:spPr>
          <a:xfrm flipH="0" flipV="0">
            <a:off x="1512419" y="2471548"/>
            <a:ext cx="521900" cy="95"/>
          </a:xfrm>
          <a:prstGeom prst="line">
            <a:avLst/>
          </a:prstGeom>
          <a:noFill/>
          <a:ln w="12449">
            <a:solidFill>
              <a:srgbClr val="A7600C"/>
            </a:solidFill>
            <a:prstDash val="solid"/>
          </a:ln>
        </p:spPr>
      </p:sp>
      <p:sp>
        <p:nvSpPr>
          <p:cNvPr id="192" name="Reference arrowhead">
            <a:extLst>
              <a:ext uri="{FF2B5EF4-FFF2-40B4-BE49-F238E27FC236}">
                <ns2:creationId id="{8BC56D16-3B7B-4CAD-83EC-BEFD7BF064B7}"/>
              </a:ext>
            </a:extLst>
          </p:cNvPr>
          <p:cNvSpPr>
            <a:spLocks noGrp="1"/>
          </p:cNvSpPr>
          <p:nvPr/>
        </p:nvSpPr>
        <p:spPr>
          <a:xfrm rot="5400000">
            <a:off x="1988880" y="2446650"/>
            <a:ext cx="41082" cy="4979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</p:sp>
      <p:sp>
        <p:nvSpPr>
          <p:cNvPr id="193" name="Reference point">
            <a:extLst>
              <a:ext uri="{FF2B5EF4-FFF2-40B4-BE49-F238E27FC236}">
                <ns2:creationId id="{D1BA1BB9-FB3D-4197-A394-502F1528DDD3}"/>
              </a:ext>
            </a:extLst>
          </p:cNvPr>
          <p:cNvSpPr>
            <a:spLocks noGrp="1"/>
          </p:cNvSpPr>
          <p:nvPr/>
        </p:nvSpPr>
        <p:spPr>
          <a:xfrm>
            <a:off x="1421445" y="2428456"/>
            <a:ext cx="86185" cy="86185"/>
          </a:xfrm>
          <a:prstGeom prst="ellipse">
            <a:avLst/>
          </a:prstGeom>
          <a:solidFill>
            <a:srgbClr val="16283F"/>
          </a:solidFill>
          <a:ln w="7620">
            <a:solidFill>
              <a:srgbClr val="16283F"/>
            </a:solidFill>
            <a:prstDash val="solid"/>
          </a:ln>
        </p:spPr>
      </p:sp>
      <p:sp>
        <p:nvSpPr>
          <p:cNvPr id="194" name="Reference point">
            <a:extLst>
              <a:ext uri="{FF2B5EF4-FFF2-40B4-BE49-F238E27FC236}">
                <ns2:creationId id="{5BE04C04-44D7-46A1-A96B-9E40B714CFDD}"/>
              </a:ext>
            </a:extLst>
          </p:cNvPr>
          <p:cNvSpPr>
            <a:spLocks noGrp="1"/>
          </p:cNvSpPr>
          <p:nvPr/>
        </p:nvSpPr>
        <p:spPr>
          <a:xfrm>
            <a:off x="2039107" y="2423667"/>
            <a:ext cx="95762" cy="95762"/>
          </a:xfrm>
          <a:prstGeom prst="ellipse">
            <a:avLst/>
          </a:prstGeom>
          <a:solidFill>
            <a:srgbClr val="BE7103"/>
          </a:solidFill>
          <a:ln w="7620">
            <a:solidFill>
              <a:srgbClr val="BE7103"/>
            </a:solidFill>
            <a:prstDash val="solid"/>
          </a:ln>
        </p:spPr>
      </p:sp>
      <p:sp>
        <p:nvSpPr>
          <p:cNvPr id="195" name="Reference point">
            <a:extLst>
              <a:ext uri="{FF2B5EF4-FFF2-40B4-BE49-F238E27FC236}">
                <ns2:creationId id="{95FFBFA6-F4BD-4FE7-A018-11AB1A64E1A1}"/>
              </a:ext>
            </a:extLst>
          </p:cNvPr>
          <p:cNvSpPr>
            <a:spLocks noGrp="1"/>
          </p:cNvSpPr>
          <p:nvPr/>
        </p:nvSpPr>
        <p:spPr>
          <a:xfrm>
            <a:off x="1421445" y="1585754"/>
            <a:ext cx="86185" cy="86185"/>
          </a:xfrm>
          <a:prstGeom prst="ellipse">
            <a:avLst/>
          </a:prstGeom>
          <a:solidFill>
            <a:srgbClr val="006C78"/>
          </a:solidFill>
          <a:ln w="7620">
            <a:solidFill>
              <a:srgbClr val="006C78"/>
            </a:solidFill>
            <a:prstDash val="solid"/>
          </a:ln>
        </p:spPr>
      </p:sp>
      <p:sp>
        <p:nvSpPr>
          <p:cNvPr id="196" name="Editable reference text: w = (0, 0)">
            <a:extLst>
              <a:ext uri="{FF2B5EF4-FFF2-40B4-BE49-F238E27FC236}">
                <ns2:creationId id="{C81CE1A0-501D-41CC-A6C4-B7111BC2528F}"/>
              </a:ext>
            </a:extLst>
          </p:cNvPr>
          <p:cNvSpPr>
            <a:spLocks noGrp="1"/>
          </p:cNvSpPr>
          <p:nvPr/>
        </p:nvSpPr>
        <p:spPr>
          <a:xfrm>
            <a:off x="1028823" y="2552946"/>
            <a:ext cx="80918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197" name="Editable reference text: c₁ = (0.3, 0)">
            <a:extLst>
              <a:ext uri="{FF2B5EF4-FFF2-40B4-BE49-F238E27FC236}">
                <ns2:creationId id="{AA3E4BE3-8613-40A6-8CB2-DF374370B63E}"/>
              </a:ext>
            </a:extLst>
          </p:cNvPr>
          <p:cNvSpPr>
            <a:spLocks noGrp="1"/>
          </p:cNvSpPr>
          <p:nvPr/>
        </p:nvSpPr>
        <p:spPr>
          <a:xfrm>
            <a:off x="2168385" y="2327906"/>
            <a:ext cx="86185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198" name="Editable reference text: c₂ = (0, 0.6)">
            <a:extLst>
              <a:ext uri="{FF2B5EF4-FFF2-40B4-BE49-F238E27FC236}">
                <ns2:creationId id="{226C44CC-E865-4C34-B459-23FBD3CD12E3}"/>
              </a:ext>
            </a:extLst>
          </p:cNvPr>
          <p:cNvSpPr>
            <a:spLocks noGrp="1"/>
          </p:cNvSpPr>
          <p:nvPr/>
        </p:nvSpPr>
        <p:spPr>
          <a:xfrm>
            <a:off x="1589028" y="1470840"/>
            <a:ext cx="914523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199" name="Reference line">
            <a:extLst>
              <a:ext uri="{FF2B5EF4-FFF2-40B4-BE49-F238E27FC236}">
                <ns2:creationId id="{7FD60012-08A2-46C6-9379-715343F49B94}"/>
              </a:ext>
            </a:extLst>
          </p:cNvPr>
          <p:cNvSpPr>
            <a:spLocks noGrp="1"/>
          </p:cNvSpPr>
          <p:nvPr/>
        </p:nvSpPr>
        <p:spPr>
          <a:xfrm flipH="0" flipV="0">
            <a:off x="3547351" y="3491409"/>
            <a:ext cx="2058873" cy="95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200" name="Reference arrowhead">
            <a:extLst>
              <a:ext uri="{FF2B5EF4-FFF2-40B4-BE49-F238E27FC236}">
                <ns2:creationId id="{AE2B6A2A-31A5-40E7-88FD-B9C9A83A5239}"/>
              </a:ext>
            </a:extLst>
          </p:cNvPr>
          <p:cNvSpPr>
            <a:spLocks noGrp="1"/>
          </p:cNvSpPr>
          <p:nvPr/>
        </p:nvSpPr>
        <p:spPr>
          <a:xfrm rot="5400000">
            <a:off x="5575102" y="3474650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201" name="Reference line">
            <a:extLst>
              <a:ext uri="{FF2B5EF4-FFF2-40B4-BE49-F238E27FC236}">
                <ns2:creationId id="{2092ACA1-2050-4AD8-8236-038833D5C437}"/>
              </a:ext>
            </a:extLst>
          </p:cNvPr>
          <p:cNvSpPr>
            <a:spLocks noGrp="1"/>
          </p:cNvSpPr>
          <p:nvPr/>
        </p:nvSpPr>
        <p:spPr>
          <a:xfrm flipH="0" flipV="1">
            <a:off x="3547351" y="1284105"/>
            <a:ext cx="95" cy="2207304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202" name="Reference arrowhead">
            <a:extLst>
              <a:ext uri="{FF2B5EF4-FFF2-40B4-BE49-F238E27FC236}">
                <ns2:creationId id="{B49D848D-6799-4F56-BB51-A58B2161979C}"/>
              </a:ext>
            </a:extLst>
          </p:cNvPr>
          <p:cNvSpPr>
            <a:spLocks noGrp="1"/>
          </p:cNvSpPr>
          <p:nvPr/>
        </p:nvSpPr>
        <p:spPr>
          <a:xfrm rot="0">
            <a:off x="3532987" y="1284105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203" name="Reference line">
            <a:extLst>
              <a:ext uri="{FF2B5EF4-FFF2-40B4-BE49-F238E27FC236}">
                <ns2:creationId id="{80FC3C51-50D2-47D8-9A99-0051605EE2BD}"/>
              </a:ext>
            </a:extLst>
          </p:cNvPr>
          <p:cNvSpPr>
            <a:spLocks noGrp="1"/>
          </p:cNvSpPr>
          <p:nvPr/>
        </p:nvSpPr>
        <p:spPr>
          <a:xfrm flipH="0" flipV="1">
            <a:off x="4509755" y="1360714"/>
            <a:ext cx="95" cy="2121118"/>
          </a:xfrm>
          <a:prstGeom prst="line">
            <a:avLst/>
          </a:prstGeom>
          <a:noFill/>
          <a:ln w="6225">
            <a:solidFill>
              <a:srgbClr val="536477"/>
            </a:solidFill>
            <a:prstDash val="solid"/>
          </a:ln>
        </p:spPr>
      </p:sp>
      <p:sp>
        <p:nvSpPr>
          <p:cNvPr id="204" name="Reference arrowhead">
            <a:extLst>
              <a:ext uri="{FF2B5EF4-FFF2-40B4-BE49-F238E27FC236}">
                <ns2:creationId id="{FD635BF9-79D2-4B74-BC64-D2B468893A19}"/>
              </a:ext>
            </a:extLst>
          </p:cNvPr>
          <p:cNvSpPr>
            <a:spLocks noGrp="1"/>
          </p:cNvSpPr>
          <p:nvPr/>
        </p:nvSpPr>
        <p:spPr>
          <a:xfrm rot="0">
            <a:off x="4495391" y="1360714"/>
            <a:ext cx="28728" cy="33517"/>
          </a:xfrm>
          <a:prstGeom prst="triangle">
            <a:avLst/>
          </a:prstGeom>
          <a:solidFill>
            <a:srgbClr val="536477"/>
          </a:solidFill>
          <a:ln w="0">
            <a:noFill/>
            <a:prstDash val="solid"/>
          </a:ln>
        </p:spPr>
      </p:sp>
      <p:sp>
        <p:nvSpPr>
          <p:cNvPr id="205" name="Reference line">
            <a:extLst>
              <a:ext uri="{FF2B5EF4-FFF2-40B4-BE49-F238E27FC236}">
                <ns2:creationId id="{BA39534F-A8D2-4151-B45E-E83BA9053E7B}"/>
              </a:ext>
            </a:extLst>
          </p:cNvPr>
          <p:cNvSpPr>
            <a:spLocks noGrp="1"/>
          </p:cNvSpPr>
          <p:nvPr/>
        </p:nvSpPr>
        <p:spPr>
          <a:xfrm flipH="0" flipV="0">
            <a:off x="3681418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06" name="Editable reference text: −0.6">
            <a:extLst>
              <a:ext uri="{FF2B5EF4-FFF2-40B4-BE49-F238E27FC236}">
                <ns2:creationId id="{B2CF294C-32A0-41DD-BC09-527452793633}"/>
              </a:ext>
            </a:extLst>
          </p:cNvPr>
          <p:cNvSpPr>
            <a:spLocks noGrp="1"/>
          </p:cNvSpPr>
          <p:nvPr/>
        </p:nvSpPr>
        <p:spPr>
          <a:xfrm>
            <a:off x="3552140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07" name="Reference line">
            <a:extLst>
              <a:ext uri="{FF2B5EF4-FFF2-40B4-BE49-F238E27FC236}">
                <ns2:creationId id="{331D5F2E-EA48-48DA-A493-32744BBCA80A}"/>
              </a:ext>
            </a:extLst>
          </p:cNvPr>
          <p:cNvSpPr>
            <a:spLocks noGrp="1"/>
          </p:cNvSpPr>
          <p:nvPr/>
        </p:nvSpPr>
        <p:spPr>
          <a:xfrm flipH="0" flipV="0">
            <a:off x="409798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08" name="Editable reference text: −0.3">
            <a:extLst>
              <a:ext uri="{FF2B5EF4-FFF2-40B4-BE49-F238E27FC236}">
                <ns2:creationId id="{E9ED40DB-60B5-4E76-895C-75D1F46363AB}"/>
              </a:ext>
            </a:extLst>
          </p:cNvPr>
          <p:cNvSpPr>
            <a:spLocks noGrp="1"/>
          </p:cNvSpPr>
          <p:nvPr/>
        </p:nvSpPr>
        <p:spPr>
          <a:xfrm>
            <a:off x="396870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09" name="Reference line">
            <a:extLst>
              <a:ext uri="{FF2B5EF4-FFF2-40B4-BE49-F238E27FC236}">
                <ns2:creationId id="{40C2BF5C-E9B0-4FA8-87C4-58D64C5037E0}"/>
              </a:ext>
            </a:extLst>
          </p:cNvPr>
          <p:cNvSpPr>
            <a:spLocks noGrp="1"/>
          </p:cNvSpPr>
          <p:nvPr/>
        </p:nvSpPr>
        <p:spPr>
          <a:xfrm flipH="0" flipV="0">
            <a:off x="4509755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10" name="Editable reference text: 0">
            <a:extLst>
              <a:ext uri="{FF2B5EF4-FFF2-40B4-BE49-F238E27FC236}">
                <ns2:creationId id="{1848F317-C565-499C-A398-2C2B7735B641}"/>
              </a:ext>
            </a:extLst>
          </p:cNvPr>
          <p:cNvSpPr>
            <a:spLocks noGrp="1"/>
          </p:cNvSpPr>
          <p:nvPr/>
        </p:nvSpPr>
        <p:spPr>
          <a:xfrm>
            <a:off x="4380477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11" name="Reference line">
            <a:extLst>
              <a:ext uri="{FF2B5EF4-FFF2-40B4-BE49-F238E27FC236}">
                <ns2:creationId id="{36C6D97B-3B6B-49C2-B53C-EF02457ED7B7}"/>
              </a:ext>
            </a:extLst>
          </p:cNvPr>
          <p:cNvSpPr>
            <a:spLocks noGrp="1"/>
          </p:cNvSpPr>
          <p:nvPr/>
        </p:nvSpPr>
        <p:spPr>
          <a:xfrm flipH="0" flipV="0">
            <a:off x="4921530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12" name="Editable reference text: 0.3">
            <a:extLst>
              <a:ext uri="{FF2B5EF4-FFF2-40B4-BE49-F238E27FC236}">
                <ns2:creationId id="{31D242D7-53EA-43E3-9BCF-8C6C3B39803D}"/>
              </a:ext>
            </a:extLst>
          </p:cNvPr>
          <p:cNvSpPr>
            <a:spLocks noGrp="1"/>
          </p:cNvSpPr>
          <p:nvPr/>
        </p:nvSpPr>
        <p:spPr>
          <a:xfrm>
            <a:off x="4792252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3" name="Reference line">
            <a:extLst>
              <a:ext uri="{FF2B5EF4-FFF2-40B4-BE49-F238E27FC236}">
                <ns2:creationId id="{824F4515-7A7E-4A3A-AA83-73B338344F9E}"/>
              </a:ext>
            </a:extLst>
          </p:cNvPr>
          <p:cNvSpPr>
            <a:spLocks noGrp="1"/>
          </p:cNvSpPr>
          <p:nvPr/>
        </p:nvSpPr>
        <p:spPr>
          <a:xfrm flipH="0" flipV="0">
            <a:off x="5338092" y="3491409"/>
            <a:ext cx="95" cy="33517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14" name="Editable reference text: 0.6">
            <a:extLst>
              <a:ext uri="{FF2B5EF4-FFF2-40B4-BE49-F238E27FC236}">
                <ns2:creationId id="{CD74024C-21CE-4DC2-84E9-7AB7B0E91214}"/>
              </a:ext>
            </a:extLst>
          </p:cNvPr>
          <p:cNvSpPr>
            <a:spLocks noGrp="1"/>
          </p:cNvSpPr>
          <p:nvPr/>
        </p:nvSpPr>
        <p:spPr>
          <a:xfrm>
            <a:off x="5208814" y="3568018"/>
            <a:ext cx="296861" cy="13406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5" name="Reference line">
            <a:extLst>
              <a:ext uri="{FF2B5EF4-FFF2-40B4-BE49-F238E27FC236}">
                <ns2:creationId id="{59030420-C0D4-4AD5-8402-229A5D5C9FF4}"/>
              </a:ext>
            </a:extLst>
          </p:cNvPr>
          <p:cNvSpPr>
            <a:spLocks noGrp="1"/>
          </p:cNvSpPr>
          <p:nvPr/>
        </p:nvSpPr>
        <p:spPr>
          <a:xfrm flipH="0" flipV="0">
            <a:off x="3513835" y="1657575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16" name="Editable reference text: 0.6">
            <a:extLst>
              <a:ext uri="{FF2B5EF4-FFF2-40B4-BE49-F238E27FC236}">
                <ns2:creationId id="{26DD5D54-AF92-43AC-916B-5FB98932741E}"/>
              </a:ext>
            </a:extLst>
          </p:cNvPr>
          <p:cNvSpPr>
            <a:spLocks noGrp="1"/>
          </p:cNvSpPr>
          <p:nvPr/>
        </p:nvSpPr>
        <p:spPr>
          <a:xfrm>
            <a:off x="3207398" y="1595330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0.6</a:t>
            </a:r>
          </a:p>
        </p:txBody>
      </p:sp>
      <p:sp>
        <p:nvSpPr>
          <p:cNvPr id="217" name="Reference line">
            <a:extLst>
              <a:ext uri="{FF2B5EF4-FFF2-40B4-BE49-F238E27FC236}">
                <ns2:creationId id="{7737CE0D-FE50-4468-B41C-951629F28C3E}"/>
              </a:ext>
            </a:extLst>
          </p:cNvPr>
          <p:cNvSpPr>
            <a:spLocks noGrp="1"/>
          </p:cNvSpPr>
          <p:nvPr/>
        </p:nvSpPr>
        <p:spPr>
          <a:xfrm flipH="0" flipV="0">
            <a:off x="3513835" y="2064562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18" name="Editable reference text: 0.3">
            <a:extLst>
              <a:ext uri="{FF2B5EF4-FFF2-40B4-BE49-F238E27FC236}">
                <ns2:creationId id="{D4BA73F1-D7E4-4812-A0B5-249FCED352BC}"/>
              </a:ext>
            </a:extLst>
          </p:cNvPr>
          <p:cNvSpPr>
            <a:spLocks noGrp="1"/>
          </p:cNvSpPr>
          <p:nvPr/>
        </p:nvSpPr>
        <p:spPr>
          <a:xfrm>
            <a:off x="3207398" y="2002317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0.3</a:t>
            </a:r>
          </a:p>
        </p:txBody>
      </p:sp>
      <p:sp>
        <p:nvSpPr>
          <p:cNvPr id="219" name="Reference line">
            <a:extLst>
              <a:ext uri="{FF2B5EF4-FFF2-40B4-BE49-F238E27FC236}">
                <ns2:creationId id="{49DDD0A7-2FAA-4613-8012-F71EF2D98647}"/>
              </a:ext>
            </a:extLst>
          </p:cNvPr>
          <p:cNvSpPr>
            <a:spLocks noGrp="1"/>
          </p:cNvSpPr>
          <p:nvPr/>
        </p:nvSpPr>
        <p:spPr>
          <a:xfrm flipH="0" flipV="0">
            <a:off x="3513835" y="2471548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20" name="Editable reference text: 0">
            <a:extLst>
              <a:ext uri="{FF2B5EF4-FFF2-40B4-BE49-F238E27FC236}">
                <ns2:creationId id="{BF5B46B2-C97C-4176-9E22-E8E4B75E2E7A}"/>
              </a:ext>
            </a:extLst>
          </p:cNvPr>
          <p:cNvSpPr>
            <a:spLocks noGrp="1"/>
          </p:cNvSpPr>
          <p:nvPr/>
        </p:nvSpPr>
        <p:spPr>
          <a:xfrm>
            <a:off x="3207398" y="2409303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21" name="Reference line">
            <a:extLst>
              <a:ext uri="{FF2B5EF4-FFF2-40B4-BE49-F238E27FC236}">
                <ns2:creationId id="{FC3B22FD-D8C4-4E6E-B2C6-726047CE251D}"/>
              </a:ext>
            </a:extLst>
          </p:cNvPr>
          <p:cNvSpPr>
            <a:spLocks noGrp="1"/>
          </p:cNvSpPr>
          <p:nvPr/>
        </p:nvSpPr>
        <p:spPr>
          <a:xfrm flipH="0" flipV="0">
            <a:off x="3513835" y="287374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22" name="Editable reference text: −0.3">
            <a:extLst>
              <a:ext uri="{FF2B5EF4-FFF2-40B4-BE49-F238E27FC236}">
                <ns2:creationId id="{164BB710-B3D0-42F6-8F36-07171C19DFA4}"/>
              </a:ext>
            </a:extLst>
          </p:cNvPr>
          <p:cNvSpPr>
            <a:spLocks noGrp="1"/>
          </p:cNvSpPr>
          <p:nvPr/>
        </p:nvSpPr>
        <p:spPr>
          <a:xfrm>
            <a:off x="3207398" y="281150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−0.3</a:t>
            </a:r>
          </a:p>
        </p:txBody>
      </p:sp>
      <p:sp>
        <p:nvSpPr>
          <p:cNvPr id="223" name="Reference line">
            <a:extLst>
              <a:ext uri="{FF2B5EF4-FFF2-40B4-BE49-F238E27FC236}">
                <ns2:creationId id="{514EDF28-CB85-463B-BB48-23C572C8AC3E}"/>
              </a:ext>
            </a:extLst>
          </p:cNvPr>
          <p:cNvSpPr>
            <a:spLocks noGrp="1"/>
          </p:cNvSpPr>
          <p:nvPr/>
        </p:nvSpPr>
        <p:spPr>
          <a:xfrm flipH="0" flipV="0">
            <a:off x="3513835" y="3271157"/>
            <a:ext cx="33517" cy="95"/>
          </a:xfrm>
          <a:prstGeom prst="line">
            <a:avLst/>
          </a:prstGeom>
          <a:noFill/>
          <a:ln w="4788">
            <a:solidFill>
              <a:srgbClr val="536477"/>
            </a:solidFill>
            <a:prstDash val="solid"/>
          </a:ln>
        </p:spPr>
      </p:sp>
      <p:sp>
        <p:nvSpPr>
          <p:cNvPr id="224" name="Editable reference text: −0.6">
            <a:extLst>
              <a:ext uri="{FF2B5EF4-FFF2-40B4-BE49-F238E27FC236}">
                <ns2:creationId id="{5F96E4C6-9079-4CF1-94D2-203E9D166E8B}"/>
              </a:ext>
            </a:extLst>
          </p:cNvPr>
          <p:cNvSpPr>
            <a:spLocks noGrp="1"/>
          </p:cNvSpPr>
          <p:nvPr/>
        </p:nvSpPr>
        <p:spPr>
          <a:xfrm>
            <a:off x="3207398" y="3208912"/>
            <a:ext cx="282497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−0.6</a:t>
            </a:r>
          </a:p>
        </p:txBody>
      </p:sp>
      <p:sp>
        <p:nvSpPr>
          <p:cNvPr id="225" name="Editable reference text: Less sensitive&#10;(direction 2)">
            <a:extLst>
              <a:ext uri="{FF2B5EF4-FFF2-40B4-BE49-F238E27FC236}">
                <ns2:creationId id="{532D9358-4BE7-4E83-A757-4CFD74417E74}"/>
              </a:ext>
            </a:extLst>
          </p:cNvPr>
          <p:cNvSpPr>
            <a:spLocks noGrp="1"/>
          </p:cNvSpPr>
          <p:nvPr/>
        </p:nvSpPr>
        <p:spPr>
          <a:xfrm>
            <a:off x="3590444" y="1241012"/>
            <a:ext cx="866642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Less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2)</a:t>
            </a:r>
          </a:p>
        </p:txBody>
      </p:sp>
      <p:sp>
        <p:nvSpPr>
          <p:cNvPr id="226" name="Editable reference text: More sensitive&#10;(direction 1)">
            <a:extLst>
              <a:ext uri="{FF2B5EF4-FFF2-40B4-BE49-F238E27FC236}">
                <ns2:creationId id="{3F6F93C8-7DF4-4AA1-A8E7-4FC243FD2FD5}"/>
              </a:ext>
            </a:extLst>
          </p:cNvPr>
          <p:cNvSpPr>
            <a:spLocks noGrp="1"/>
          </p:cNvSpPr>
          <p:nvPr/>
        </p:nvSpPr>
        <p:spPr>
          <a:xfrm>
            <a:off x="5385973" y="3194548"/>
            <a:ext cx="799609" cy="23461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More sensitive</a:t>
            </a:r>
          </a:p>
          <a:p>
            <a:pPr algn="l">
              <a:def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9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(direction 1)</a:t>
            </a:r>
          </a:p>
        </p:txBody>
      </p:sp>
      <p:sp>
        <p:nvSpPr>
          <p:cNvPr id="227" name="Figure element 636">
            <a:extLst>
              <a:ext uri="{FF2B5EF4-FFF2-40B4-BE49-F238E27FC236}">
                <ns2:creationId id="{415AE0FF-90C0-417D-9E0B-4333DB4B1E34}"/>
              </a:ext>
            </a:extLst>
          </p:cNvPr>
          <p:cNvSpPr>
            <a:spLocks noGrp="1"/>
          </p:cNvSpPr>
          <p:nvPr/>
        </p:nvSpPr>
        <p:spPr>
          <a:xfrm>
            <a:off x="4145861" y="1624059"/>
            <a:ext cx="727788" cy="1694979"/>
          </a:xfrm>
          <a:prstGeom prst="ellipse">
            <a:avLst/>
          </a:prstGeom>
          <a:solidFill>
            <a:srgbClr val="E7F3F5"/>
          </a:solidFill>
          <a:ln w="4788">
            <a:solidFill>
              <a:srgbClr val="3299A6"/>
            </a:solidFill>
            <a:prstDash val="dash"/>
          </a:ln>
        </p:spPr>
      </p:sp>
      <p:sp>
        <p:nvSpPr>
          <p:cNvPr id="228" name="Reference line">
            <a:extLst>
              <a:ext uri="{FF2B5EF4-FFF2-40B4-BE49-F238E27FC236}">
                <ns2:creationId id="{7D7BA61B-86D1-49ED-9701-CF1DB7DD4027}"/>
              </a:ext>
            </a:extLst>
          </p:cNvPr>
          <p:cNvSpPr>
            <a:spLocks noGrp="1"/>
          </p:cNvSpPr>
          <p:nvPr/>
        </p:nvSpPr>
        <p:spPr>
          <a:xfrm flipH="0" flipV="1">
            <a:off x="4509755" y="1681515"/>
            <a:ext cx="95" cy="746940"/>
          </a:xfrm>
          <a:prstGeom prst="line">
            <a:avLst/>
          </a:prstGeom>
          <a:noFill/>
          <a:ln w="10534">
            <a:solidFill>
              <a:srgbClr val="006C78"/>
            </a:solidFill>
            <a:prstDash val="solid"/>
          </a:ln>
        </p:spPr>
      </p:sp>
      <p:sp>
        <p:nvSpPr>
          <p:cNvPr id="229" name="Reference arrowhead">
            <a:extLst>
              <a:ext uri="{FF2B5EF4-FFF2-40B4-BE49-F238E27FC236}">
                <ns2:creationId id="{43A2B1BE-5423-489B-82B0-67323A5724DD}"/>
              </a:ext>
            </a:extLst>
          </p:cNvPr>
          <p:cNvSpPr>
            <a:spLocks noGrp="1"/>
          </p:cNvSpPr>
          <p:nvPr/>
        </p:nvSpPr>
        <p:spPr>
          <a:xfrm rot="0">
            <a:off x="4492374" y="1681515"/>
            <a:ext cx="34761" cy="42135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</p:sp>
      <p:sp>
        <p:nvSpPr>
          <p:cNvPr id="230" name="Editable reference text: (v − w)ᵀM(v − w) = 0.36">
            <a:extLst>
              <a:ext uri="{FF2B5EF4-FFF2-40B4-BE49-F238E27FC236}">
                <ns2:creationId id="{BB14E3DB-FA8F-4388-BDBB-8280F16FA895}"/>
              </a:ext>
            </a:extLst>
          </p:cNvPr>
          <p:cNvSpPr>
            <a:spLocks noGrp="1"/>
          </p:cNvSpPr>
          <p:nvPr/>
        </p:nvSpPr>
        <p:spPr>
          <a:xfrm>
            <a:off x="4907165" y="1715032"/>
            <a:ext cx="1321509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(v − w)ᵀM(v − w) = 0.36</a:t>
            </a:r>
          </a:p>
        </p:txBody>
      </p:sp>
      <p:sp>
        <p:nvSpPr>
          <p:cNvPr id="231" name="Reference line">
            <a:extLst>
              <a:ext uri="{FF2B5EF4-FFF2-40B4-BE49-F238E27FC236}">
                <ns2:creationId id="{18DF5A7F-CD72-4069-B917-811C599BAE05}"/>
              </a:ext>
            </a:extLst>
          </p:cNvPr>
          <p:cNvSpPr>
            <a:spLocks noGrp="1"/>
          </p:cNvSpPr>
          <p:nvPr/>
        </p:nvSpPr>
        <p:spPr>
          <a:xfrm flipH="1" flipV="0">
            <a:off x="4820980" y="1868250"/>
            <a:ext cx="172371" cy="153218"/>
          </a:xfrm>
          <a:prstGeom prst="line">
            <a:avLst/>
          </a:prstGeom>
          <a:noFill/>
          <a:ln w="6703">
            <a:solidFill>
              <a:srgbClr val="68ABB3"/>
            </a:solidFill>
            <a:prstDash val="solid"/>
          </a:ln>
        </p:spPr>
      </p:sp>
      <p:sp>
        <p:nvSpPr>
          <p:cNvPr id="232" name="Reference arrowhead">
            <a:extLst>
              <a:ext uri="{FF2B5EF4-FFF2-40B4-BE49-F238E27FC236}">
                <ns2:creationId id="{59EDAF6B-168D-485A-A862-857231206F99}"/>
              </a:ext>
            </a:extLst>
          </p:cNvPr>
          <p:cNvSpPr>
            <a:spLocks noGrp="1"/>
          </p:cNvSpPr>
          <p:nvPr/>
        </p:nvSpPr>
        <p:spPr>
          <a:xfrm rot="13701988">
            <a:off x="4819141" y="1993577"/>
            <a:ext cx="28728" cy="33517"/>
          </a:xfrm>
          <a:prstGeom prst="triangle">
            <a:avLst/>
          </a:prstGeom>
          <a:solidFill>
            <a:srgbClr val="68ABB3"/>
          </a:solidFill>
          <a:ln w="0">
            <a:noFill/>
            <a:prstDash val="solid"/>
          </a:ln>
        </p:spPr>
      </p:sp>
      <p:sp>
        <p:nvSpPr>
          <p:cNvPr id="233" name="Reference line">
            <a:extLst>
              <a:ext uri="{FF2B5EF4-FFF2-40B4-BE49-F238E27FC236}">
                <ns2:creationId id="{E44E2979-1957-4365-8091-4C64236AE8F1}"/>
              </a:ext>
            </a:extLst>
          </p:cNvPr>
          <p:cNvSpPr>
            <a:spLocks noGrp="1"/>
          </p:cNvSpPr>
          <p:nvPr/>
        </p:nvSpPr>
        <p:spPr>
          <a:xfrm flipH="0" flipV="0">
            <a:off x="4557636" y="2471548"/>
            <a:ext cx="521900" cy="95"/>
          </a:xfrm>
          <a:prstGeom prst="line">
            <a:avLst/>
          </a:prstGeom>
          <a:noFill/>
          <a:ln w="12449">
            <a:solidFill>
              <a:srgbClr val="A7600C"/>
            </a:solidFill>
            <a:prstDash val="solid"/>
          </a:ln>
        </p:spPr>
      </p:sp>
      <p:sp>
        <p:nvSpPr>
          <p:cNvPr id="234" name="Reference arrowhead">
            <a:extLst>
              <a:ext uri="{FF2B5EF4-FFF2-40B4-BE49-F238E27FC236}">
                <ns2:creationId id="{84A8E850-60DC-47D9-A2B5-AD072C4C37D0}"/>
              </a:ext>
            </a:extLst>
          </p:cNvPr>
          <p:cNvSpPr>
            <a:spLocks noGrp="1"/>
          </p:cNvSpPr>
          <p:nvPr/>
        </p:nvSpPr>
        <p:spPr>
          <a:xfrm rot="5400000">
            <a:off x="5034097" y="2446650"/>
            <a:ext cx="41082" cy="4979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</p:sp>
      <p:sp>
        <p:nvSpPr>
          <p:cNvPr id="235" name="Reference point">
            <a:extLst>
              <a:ext uri="{FF2B5EF4-FFF2-40B4-BE49-F238E27FC236}">
                <ns2:creationId id="{A5FE4094-2FDE-4AD9-9C0A-88935C5E8319}"/>
              </a:ext>
            </a:extLst>
          </p:cNvPr>
          <p:cNvSpPr>
            <a:spLocks noGrp="1"/>
          </p:cNvSpPr>
          <p:nvPr/>
        </p:nvSpPr>
        <p:spPr>
          <a:xfrm>
            <a:off x="4466662" y="2428456"/>
            <a:ext cx="86185" cy="86185"/>
          </a:xfrm>
          <a:prstGeom prst="ellipse">
            <a:avLst/>
          </a:prstGeom>
          <a:solidFill>
            <a:srgbClr val="16283F"/>
          </a:solidFill>
          <a:ln w="7620">
            <a:solidFill>
              <a:srgbClr val="16283F"/>
            </a:solidFill>
            <a:prstDash val="solid"/>
          </a:ln>
        </p:spPr>
      </p:sp>
      <p:sp>
        <p:nvSpPr>
          <p:cNvPr id="236" name="Reference point">
            <a:extLst>
              <a:ext uri="{FF2B5EF4-FFF2-40B4-BE49-F238E27FC236}">
                <ns2:creationId id="{6479FD9D-2F68-4CA0-900C-CF254133B7D0}"/>
              </a:ext>
            </a:extLst>
          </p:cNvPr>
          <p:cNvSpPr>
            <a:spLocks noGrp="1"/>
          </p:cNvSpPr>
          <p:nvPr/>
        </p:nvSpPr>
        <p:spPr>
          <a:xfrm>
            <a:off x="5084324" y="2423667"/>
            <a:ext cx="95762" cy="95762"/>
          </a:xfrm>
          <a:prstGeom prst="ellipse">
            <a:avLst/>
          </a:prstGeom>
          <a:solidFill>
            <a:srgbClr val="BE7103"/>
          </a:solidFill>
          <a:ln w="7620">
            <a:solidFill>
              <a:srgbClr val="BE7103"/>
            </a:solidFill>
            <a:prstDash val="solid"/>
          </a:ln>
        </p:spPr>
      </p:sp>
      <p:sp>
        <p:nvSpPr>
          <p:cNvPr id="237" name="Reference point">
            <a:extLst>
              <a:ext uri="{FF2B5EF4-FFF2-40B4-BE49-F238E27FC236}">
                <ns2:creationId id="{CDA98A4D-430B-42B4-AA33-3C19BED2CF38}"/>
              </a:ext>
            </a:extLst>
          </p:cNvPr>
          <p:cNvSpPr>
            <a:spLocks noGrp="1"/>
          </p:cNvSpPr>
          <p:nvPr/>
        </p:nvSpPr>
        <p:spPr>
          <a:xfrm>
            <a:off x="4466662" y="1585754"/>
            <a:ext cx="86185" cy="86185"/>
          </a:xfrm>
          <a:prstGeom prst="ellipse">
            <a:avLst/>
          </a:prstGeom>
          <a:solidFill>
            <a:srgbClr val="006C78"/>
          </a:solidFill>
          <a:ln w="7620">
            <a:solidFill>
              <a:srgbClr val="006C78"/>
            </a:solidFill>
            <a:prstDash val="solid"/>
          </a:ln>
        </p:spPr>
      </p:sp>
      <p:sp>
        <p:nvSpPr>
          <p:cNvPr id="238" name="Editable reference text: w = (0, 0)">
            <a:extLst>
              <a:ext uri="{FF2B5EF4-FFF2-40B4-BE49-F238E27FC236}">
                <ns2:creationId id="{305810E0-6AF2-49BB-A540-26028AF4512D}"/>
              </a:ext>
            </a:extLst>
          </p:cNvPr>
          <p:cNvSpPr>
            <a:spLocks noGrp="1"/>
          </p:cNvSpPr>
          <p:nvPr/>
        </p:nvSpPr>
        <p:spPr>
          <a:xfrm>
            <a:off x="4074040" y="2552946"/>
            <a:ext cx="809185" cy="14843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w = (0, 0)</a:t>
            </a:r>
          </a:p>
        </p:txBody>
      </p:sp>
      <p:sp>
        <p:nvSpPr>
          <p:cNvPr id="239" name="Editable reference text: c₁ = (0.3, 0)">
            <a:extLst>
              <a:ext uri="{FF2B5EF4-FFF2-40B4-BE49-F238E27FC236}">
                <ns2:creationId id="{99D2BF82-8A81-4C9A-BA50-7E0CF352FB11}"/>
              </a:ext>
            </a:extLst>
          </p:cNvPr>
          <p:cNvSpPr>
            <a:spLocks noGrp="1"/>
          </p:cNvSpPr>
          <p:nvPr/>
        </p:nvSpPr>
        <p:spPr>
          <a:xfrm>
            <a:off x="5213602" y="2327906"/>
            <a:ext cx="861854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 = (0.3, 0)</a:t>
            </a:r>
          </a:p>
        </p:txBody>
      </p:sp>
      <p:sp>
        <p:nvSpPr>
          <p:cNvPr id="240" name="Editable reference text: c₂ = (0, 0.6)">
            <a:extLst>
              <a:ext uri="{FF2B5EF4-FFF2-40B4-BE49-F238E27FC236}">
                <ns2:creationId id="{CBB77B17-EB2A-4F62-A7D8-B82B624B5399}"/>
              </a:ext>
            </a:extLst>
          </p:cNvPr>
          <p:cNvSpPr>
            <a:spLocks noGrp="1"/>
          </p:cNvSpPr>
          <p:nvPr/>
        </p:nvSpPr>
        <p:spPr>
          <a:xfrm>
            <a:off x="4634245" y="1470840"/>
            <a:ext cx="914523" cy="16279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 = (0, 0.6)</a:t>
            </a:r>
          </a:p>
        </p:txBody>
      </p:sp>
      <p:sp>
        <p:nvSpPr>
          <p:cNvPr id="241" name="Editable reference element">
            <a:extLst>
              <a:ext uri="{FF2B5EF4-FFF2-40B4-BE49-F238E27FC236}">
                <ns2:creationId id="{3BD9D907-9BF9-4F28-A066-E8EE3B82358C}"/>
              </a:ext>
            </a:extLst>
          </p:cNvPr>
          <p:cNvSpPr>
            <a:spLocks noGrp="1"/>
          </p:cNvSpPr>
          <p:nvPr/>
        </p:nvSpPr>
        <p:spPr>
          <a:xfrm>
            <a:off x="229214" y="3807422"/>
            <a:ext cx="2796237" cy="813973"/>
          </a:xfrm>
          <a:prstGeom prst="roundRect">
            <a:avLst>
              <a:gd name="adj" fmla="val 9361"/>
            </a:avLst>
          </a:prstGeom>
          <a:solidFill>
            <a:srgbClr val="FCF8F0"/>
          </a:solidFill>
          <a:ln w="0">
            <a:noFill/>
            <a:prstDash val="solid"/>
          </a:ln>
        </p:spPr>
      </p:sp>
      <p:sp>
        <p:nvSpPr>
          <p:cNvPr id="242" name="Editable reference text: Euclidean squared distances">
            <a:extLst>
              <a:ext uri="{FF2B5EF4-FFF2-40B4-BE49-F238E27FC236}">
                <ns2:creationId id="{73B321A8-BB58-4879-BCDE-D1509AE649CE}"/>
              </a:ext>
            </a:extLst>
          </p:cNvPr>
          <p:cNvSpPr>
            <a:spLocks noGrp="1"/>
          </p:cNvSpPr>
          <p:nvPr/>
        </p:nvSpPr>
        <p:spPr>
          <a:xfrm>
            <a:off x="329763" y="3884031"/>
            <a:ext cx="2106754" cy="15321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Euclidean squared distances</a:t>
            </a:r>
          </a:p>
        </p:txBody>
      </p:sp>
      <p:sp>
        <p:nvSpPr>
          <p:cNvPr id="243" name="Editable reference text: d₂(w, c₁) = ‖w − c₁‖₂² = 0.09">
            <a:extLst>
              <a:ext uri="{FF2B5EF4-FFF2-40B4-BE49-F238E27FC236}">
                <ns2:creationId id="{5824EF7B-A812-46D6-BF2F-BF42D0D07458}"/>
              </a:ext>
            </a:extLst>
          </p:cNvPr>
          <p:cNvSpPr>
            <a:spLocks noGrp="1"/>
          </p:cNvSpPr>
          <p:nvPr/>
        </p:nvSpPr>
        <p:spPr>
          <a:xfrm>
            <a:off x="368068" y="4128223"/>
            <a:ext cx="1785953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c₁) = ‖w − c₁‖₂² = 0.09</a:t>
            </a:r>
          </a:p>
        </p:txBody>
      </p:sp>
      <p:sp>
        <p:nvSpPr>
          <p:cNvPr id="244" name="Editable reference text: d₂(w, c₂) = ‖w − c₂‖₂² = 0.36">
            <a:extLst>
              <a:ext uri="{FF2B5EF4-FFF2-40B4-BE49-F238E27FC236}">
                <ns2:creationId id="{40DFBE8B-F168-40A4-B9B2-7E5D8C7B64B1}"/>
              </a:ext>
            </a:extLst>
          </p:cNvPr>
          <p:cNvSpPr>
            <a:spLocks noGrp="1"/>
          </p:cNvSpPr>
          <p:nvPr/>
        </p:nvSpPr>
        <p:spPr>
          <a:xfrm>
            <a:off x="368068" y="4353263"/>
            <a:ext cx="1785953" cy="177159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d₂(w, c₂) = ‖w − c₂‖₂² = 0.36</a:t>
            </a:r>
          </a:p>
        </p:txBody>
      </p:sp>
      <p:sp>
        <p:nvSpPr>
          <p:cNvPr id="245" name="Reference line">
            <a:extLst>
              <a:ext uri="{FF2B5EF4-FFF2-40B4-BE49-F238E27FC236}">
                <ns2:creationId id="{51970111-88F8-4E19-A2AD-3068144F584F}"/>
              </a:ext>
            </a:extLst>
          </p:cNvPr>
          <p:cNvSpPr>
            <a:spLocks noGrp="1"/>
          </p:cNvSpPr>
          <p:nvPr/>
        </p:nvSpPr>
        <p:spPr>
          <a:xfrm flipH="0" flipV="0">
            <a:off x="2182749" y="4042038"/>
            <a:ext cx="95" cy="502748"/>
          </a:xfrm>
          <a:prstGeom prst="line">
            <a:avLst/>
          </a:prstGeom>
          <a:noFill/>
          <a:ln w="4788">
            <a:solidFill>
              <a:srgbClr val="93A0AE"/>
            </a:solidFill>
            <a:prstDash val="solid"/>
          </a:ln>
        </p:spPr>
      </p:sp>
      <p:sp>
        <p:nvSpPr>
          <p:cNvPr id="246" name="Editable reference text: L₂ chooses">
            <a:extLst>
              <a:ext uri="{FF2B5EF4-FFF2-40B4-BE49-F238E27FC236}">
                <ns2:creationId id="{39A39E29-F2A5-419C-AD4C-28725AEF0C46}"/>
              </a:ext>
            </a:extLst>
          </p:cNvPr>
          <p:cNvSpPr>
            <a:spLocks noGrp="1"/>
          </p:cNvSpPr>
          <p:nvPr/>
        </p:nvSpPr>
        <p:spPr>
          <a:xfrm>
            <a:off x="2331180" y="4099495"/>
            <a:ext cx="694271" cy="13885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L₂ chooses</a:t>
            </a:r>
          </a:p>
        </p:txBody>
      </p:sp>
      <p:sp>
        <p:nvSpPr>
          <p:cNvPr id="247" name="Editable reference element">
            <a:extLst>
              <a:ext uri="{FF2B5EF4-FFF2-40B4-BE49-F238E27FC236}">
                <ns2:creationId id="{B89D99F0-B1D2-44A4-A7D7-678D448DB8EA}"/>
              </a:ext>
            </a:extLst>
          </p:cNvPr>
          <p:cNvSpPr>
            <a:spLocks noGrp="1"/>
          </p:cNvSpPr>
          <p:nvPr/>
        </p:nvSpPr>
        <p:spPr>
          <a:xfrm>
            <a:off x="2460458" y="4276653"/>
            <a:ext cx="311225" cy="239404"/>
          </a:xfrm>
          <a:prstGeom prst="roundRect">
            <a:avLst>
              <a:gd name="adj" fmla="val 31829"/>
            </a:avLst>
          </a:prstGeom>
          <a:solidFill>
            <a:srgbClr val="F8E9CD"/>
          </a:solidFill>
          <a:ln w="0">
            <a:noFill/>
            <a:prstDash val="solid"/>
          </a:ln>
        </p:spPr>
      </p:sp>
      <p:sp>
        <p:nvSpPr>
          <p:cNvPr id="248" name="Editable reference text: c₁">
            <a:extLst>
              <a:ext uri="{FF2B5EF4-FFF2-40B4-BE49-F238E27FC236}">
                <ns2:creationId id="{CAC4C88F-DC97-482F-BADC-93F1AA8E50A2}"/>
              </a:ext>
            </a:extLst>
          </p:cNvPr>
          <p:cNvSpPr>
            <a:spLocks noGrp="1"/>
          </p:cNvSpPr>
          <p:nvPr/>
        </p:nvSpPr>
        <p:spPr>
          <a:xfrm>
            <a:off x="2493974" y="4271865"/>
            <a:ext cx="268132" cy="21546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82" b="1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c₁</a:t>
            </a:r>
          </a:p>
        </p:txBody>
      </p:sp>
      <p:sp>
        <p:nvSpPr>
          <p:cNvPr id="249" name="Editable reference element">
            <a:extLst>
              <a:ext uri="{FF2B5EF4-FFF2-40B4-BE49-F238E27FC236}">
                <ns2:creationId id="{987249ED-83DA-46EC-B310-E53FFC628A8C}"/>
              </a:ext>
            </a:extLst>
          </p:cNvPr>
          <p:cNvSpPr>
            <a:spLocks noGrp="1"/>
          </p:cNvSpPr>
          <p:nvPr/>
        </p:nvSpPr>
        <p:spPr>
          <a:xfrm>
            <a:off x="3130789" y="3807422"/>
            <a:ext cx="2997336" cy="813973"/>
          </a:xfrm>
          <a:prstGeom prst="roundRect">
            <a:avLst>
              <a:gd name="adj" fmla="val 9361"/>
            </a:avLst>
          </a:prstGeom>
          <a:solidFill>
            <a:srgbClr val="EFF7F8"/>
          </a:solidFill>
          <a:ln w="0">
            <a:noFill/>
            <a:prstDash val="solid"/>
          </a:ln>
        </p:spPr>
      </p:sp>
      <p:sp>
        <p:nvSpPr>
          <p:cNvPr id="250" name="Editable reference text: Action-weighted squared distances (M = diag(9, 1))">
            <a:extLst>
              <a:ext uri="{FF2B5EF4-FFF2-40B4-BE49-F238E27FC236}">
                <ns2:creationId id="{1307E58B-0105-44B9-A338-ABB3DD42F104}"/>
              </a:ext>
            </a:extLst>
          </p:cNvPr>
          <p:cNvSpPr>
            <a:spLocks noGrp="1"/>
          </p:cNvSpPr>
          <p:nvPr/>
        </p:nvSpPr>
        <p:spPr>
          <a:xfrm>
            <a:off x="3231338" y="3884031"/>
            <a:ext cx="2829754" cy="16758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1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Action-weighted squared distances (M = diag(9, 1))</a:t>
            </a:r>
          </a:p>
        </p:txBody>
      </p:sp>
      <p:sp>
        <p:nvSpPr>
          <p:cNvPr id="251" name="Editable reference text: dₘ(w, c₁) = (w − c₁)ᵀM(w − c₁) = 0.81">
            <a:extLst>
              <a:ext uri="{FF2B5EF4-FFF2-40B4-BE49-F238E27FC236}">
                <ns2:creationId id="{46007B73-0C9B-4C37-A2BB-57255A7D46CA}"/>
              </a:ext>
            </a:extLst>
          </p:cNvPr>
          <p:cNvSpPr>
            <a:spLocks noGrp="1"/>
          </p:cNvSpPr>
          <p:nvPr/>
        </p:nvSpPr>
        <p:spPr>
          <a:xfrm>
            <a:off x="3236126" y="4133011"/>
            <a:ext cx="2125906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c₁) = (w − c₁)ᵀM(w − c₁) = 0.81</a:t>
            </a:r>
          </a:p>
        </p:txBody>
      </p:sp>
      <p:sp>
        <p:nvSpPr>
          <p:cNvPr id="252" name="Editable reference text: dₘ(w, c₂) = (w − c₂)ᵀM(w − c₂) = 0.36">
            <a:extLst>
              <a:ext uri="{FF2B5EF4-FFF2-40B4-BE49-F238E27FC236}">
                <ns2:creationId id="{E8A08B0C-D973-4D3D-A042-ADEFEF501C8E}"/>
              </a:ext>
            </a:extLst>
          </p:cNvPr>
          <p:cNvSpPr>
            <a:spLocks noGrp="1"/>
          </p:cNvSpPr>
          <p:nvPr/>
        </p:nvSpPr>
        <p:spPr>
          <a:xfrm>
            <a:off x="3236126" y="4358051"/>
            <a:ext cx="2125906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dₘ(w, c₂) = (w − c₂)ᵀM(w − c₂) = 0.36</a:t>
            </a:r>
          </a:p>
        </p:txBody>
      </p:sp>
      <p:sp>
        <p:nvSpPr>
          <p:cNvPr id="253" name="Reference line">
            <a:extLst>
              <a:ext uri="{FF2B5EF4-FFF2-40B4-BE49-F238E27FC236}">
                <ns2:creationId id="{9047EAAE-E584-4EEC-B59A-2DDBC073B755}"/>
              </a:ext>
            </a:extLst>
          </p:cNvPr>
          <p:cNvSpPr>
            <a:spLocks noGrp="1"/>
          </p:cNvSpPr>
          <p:nvPr/>
        </p:nvSpPr>
        <p:spPr>
          <a:xfrm flipH="0" flipV="0">
            <a:off x="5347669" y="4042038"/>
            <a:ext cx="95" cy="502748"/>
          </a:xfrm>
          <a:prstGeom prst="line">
            <a:avLst/>
          </a:prstGeom>
          <a:noFill/>
          <a:ln w="4788">
            <a:solidFill>
              <a:srgbClr val="93A0AE"/>
            </a:solidFill>
            <a:prstDash val="solid"/>
          </a:ln>
        </p:spPr>
      </p:sp>
      <p:sp>
        <p:nvSpPr>
          <p:cNvPr id="254" name="Editable reference text: Action-aware&#10;VQ chooses">
            <a:extLst>
              <a:ext uri="{FF2B5EF4-FFF2-40B4-BE49-F238E27FC236}">
                <ns2:creationId id="{A47F235F-FE4E-4681-A582-8A039D68FA79}"/>
              </a:ext>
            </a:extLst>
          </p:cNvPr>
          <p:cNvSpPr>
            <a:spLocks noGrp="1"/>
          </p:cNvSpPr>
          <p:nvPr/>
        </p:nvSpPr>
        <p:spPr>
          <a:xfrm>
            <a:off x="5414702" y="4075554"/>
            <a:ext cx="651179" cy="225040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Action-aware</a:t>
            </a:r>
          </a:p>
          <a:p>
            <a:pPr algn="ctr">
              <a:def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VQ chooses</a:t>
            </a:r>
          </a:p>
        </p:txBody>
      </p:sp>
      <p:sp>
        <p:nvSpPr>
          <p:cNvPr id="255" name="Editable reference element">
            <a:extLst>
              <a:ext uri="{FF2B5EF4-FFF2-40B4-BE49-F238E27FC236}">
                <ns2:creationId id="{3B67984C-50C2-4800-8D8F-0F9934E09652}"/>
              </a:ext>
            </a:extLst>
          </p:cNvPr>
          <p:cNvSpPr>
            <a:spLocks noGrp="1"/>
          </p:cNvSpPr>
          <p:nvPr/>
        </p:nvSpPr>
        <p:spPr>
          <a:xfrm>
            <a:off x="5601437" y="4324534"/>
            <a:ext cx="311225" cy="225040"/>
          </a:xfrm>
          <a:prstGeom prst="roundRect">
            <a:avLst>
              <a:gd name="adj" fmla="val 33861"/>
            </a:avLst>
          </a:prstGeom>
          <a:solidFill>
            <a:srgbClr val="CEE9EE"/>
          </a:solidFill>
          <a:ln w="0">
            <a:noFill/>
            <a:prstDash val="solid"/>
          </a:ln>
        </p:spPr>
      </p:sp>
      <p:sp>
        <p:nvSpPr>
          <p:cNvPr id="256" name="Editable reference text: c₂">
            <a:extLst>
              <a:ext uri="{FF2B5EF4-FFF2-40B4-BE49-F238E27FC236}">
                <ns2:creationId id="{98650CDD-8649-4585-9391-A778B69926A2}"/>
              </a:ext>
            </a:extLst>
          </p:cNvPr>
          <p:cNvSpPr>
            <a:spLocks noGrp="1"/>
          </p:cNvSpPr>
          <p:nvPr/>
        </p:nvSpPr>
        <p:spPr>
          <a:xfrm>
            <a:off x="5625377" y="4324534"/>
            <a:ext cx="268132" cy="20588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82" b="1" i="1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c₂</a:t>
            </a:r>
          </a:p>
        </p:txBody>
      </p:sp>
      <p:sp>
        <p:nvSpPr>
          <p:cNvPr id="257" name="Editable reference element">
            <a:extLst>
              <a:ext uri="{FF2B5EF4-FFF2-40B4-BE49-F238E27FC236}">
                <ns2:creationId id="{E8CFBCF7-90AE-4AA2-9C1C-DD0EB333A36D}"/>
              </a:ext>
            </a:extLst>
          </p:cNvPr>
          <p:cNvSpPr>
            <a:spLocks noGrp="1"/>
          </p:cNvSpPr>
          <p:nvPr/>
        </p:nvSpPr>
        <p:spPr>
          <a:xfrm>
            <a:off x="6329224" y="1068642"/>
            <a:ext cx="2633443" cy="1216172"/>
          </a:xfrm>
          <a:prstGeom prst="roundRect">
            <a:avLst>
              <a:gd name="adj" fmla="val 6266"/>
            </a:avLst>
          </a:prstGeom>
          <a:solidFill>
            <a:srgbClr val="F5F7FA"/>
          </a:solidFill>
          <a:ln w="0">
            <a:noFill/>
            <a:prstDash val="solid"/>
          </a:ln>
        </p:spPr>
      </p:sp>
      <p:sp>
        <p:nvSpPr>
          <p:cNvPr id="258" name="Editable reference text: Action-weighted distortion">
            <a:extLst>
              <a:ext uri="{FF2B5EF4-FFF2-40B4-BE49-F238E27FC236}">
                <ns2:creationId id="{9A528CEF-38D7-4B9E-877D-23E1294530DA}"/>
              </a:ext>
            </a:extLst>
          </p:cNvPr>
          <p:cNvSpPr>
            <a:spLocks noGrp="1"/>
          </p:cNvSpPr>
          <p:nvPr/>
        </p:nvSpPr>
        <p:spPr>
          <a:xfrm>
            <a:off x="6429774" y="1150039"/>
            <a:ext cx="2417979" cy="15800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Action-weighted distortion</a:t>
            </a:r>
          </a:p>
        </p:txBody>
      </p:sp>
      <p:sp>
        <p:nvSpPr>
          <p:cNvPr id="259" name="Editable reference text: dₘ(v, c) = (v − c)ᵀM(v − c)">
            <a:extLst>
              <a:ext uri="{FF2B5EF4-FFF2-40B4-BE49-F238E27FC236}">
                <ns2:creationId id="{07C02234-680F-41B5-B6A6-3E1957F80210}"/>
              </a:ext>
            </a:extLst>
          </p:cNvPr>
          <p:cNvSpPr>
            <a:spLocks noGrp="1"/>
          </p:cNvSpPr>
          <p:nvPr/>
        </p:nvSpPr>
        <p:spPr>
          <a:xfrm>
            <a:off x="6429774" y="1322410"/>
            <a:ext cx="2427555" cy="215463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dₘ(v, c) = (v − c)ᵀM(v − c)</a:t>
            </a:r>
          </a:p>
        </p:txBody>
      </p:sp>
      <p:sp>
        <p:nvSpPr>
          <p:cNvPr id="260" name="Editable reference text: M =">
            <a:extLst>
              <a:ext uri="{FF2B5EF4-FFF2-40B4-BE49-F238E27FC236}">
                <ns2:creationId id="{41B4B118-1E95-47CB-BBB0-0F028E9F57A3}"/>
              </a:ext>
            </a:extLst>
          </p:cNvPr>
          <p:cNvSpPr>
            <a:spLocks noGrp="1"/>
          </p:cNvSpPr>
          <p:nvPr/>
        </p:nvSpPr>
        <p:spPr>
          <a:xfrm>
            <a:off x="7119257" y="1758125"/>
            <a:ext cx="316013" cy="181947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0" i="1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M =</a:t>
            </a:r>
          </a:p>
        </p:txBody>
      </p:sp>
      <p:sp>
        <p:nvSpPr>
          <p:cNvPr id="261" name="Editable reference text: 9     0&#10;0     1">
            <a:extLst>
              <a:ext uri="{FF2B5EF4-FFF2-40B4-BE49-F238E27FC236}">
                <ns2:creationId id="{1C71FC28-63DD-4119-9519-B339A8E5BFE1}"/>
              </a:ext>
            </a:extLst>
          </p:cNvPr>
          <p:cNvSpPr>
            <a:spLocks noGrp="1"/>
          </p:cNvSpPr>
          <p:nvPr/>
        </p:nvSpPr>
        <p:spPr>
          <a:xfrm>
            <a:off x="7492727" y="1624059"/>
            <a:ext cx="349530" cy="359106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9     0</a:t>
            </a:r>
          </a:p>
          <a:p>
            <a:pPr algn="l">
              <a:def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43" b="0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0     1</a:t>
            </a:r>
          </a:p>
        </p:txBody>
      </p:sp>
      <p:sp>
        <p:nvSpPr>
          <p:cNvPr id="262" name="Reference line">
            <a:extLst>
              <a:ext uri="{FF2B5EF4-FFF2-40B4-BE49-F238E27FC236}">
                <ns2:creationId id="{95109438-5CDB-472F-BC3D-0127E549B3EB}"/>
              </a:ext>
            </a:extLst>
          </p:cNvPr>
          <p:cNvSpPr>
            <a:spLocks noGrp="1"/>
          </p:cNvSpPr>
          <p:nvPr/>
        </p:nvSpPr>
        <p:spPr>
          <a:xfrm flipH="0" flipV="0">
            <a:off x="7440058" y="1633635"/>
            <a:ext cx="95" cy="354318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3" name="Reference line">
            <a:extLst>
              <a:ext uri="{FF2B5EF4-FFF2-40B4-BE49-F238E27FC236}">
                <ns2:creationId id="{2428E762-16C1-4C0D-9656-C09412816026}"/>
              </a:ext>
            </a:extLst>
          </p:cNvPr>
          <p:cNvSpPr>
            <a:spLocks noGrp="1"/>
          </p:cNvSpPr>
          <p:nvPr/>
        </p:nvSpPr>
        <p:spPr>
          <a:xfrm flipH="0" flipV="0">
            <a:off x="7440058" y="1633635"/>
            <a:ext cx="43093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4" name="Reference line">
            <a:extLst>
              <a:ext uri="{FF2B5EF4-FFF2-40B4-BE49-F238E27FC236}">
                <ns2:creationId id="{2DC4B1C4-53C0-4531-8110-B6F529C12ECB}"/>
              </a:ext>
            </a:extLst>
          </p:cNvPr>
          <p:cNvSpPr>
            <a:spLocks noGrp="1"/>
          </p:cNvSpPr>
          <p:nvPr/>
        </p:nvSpPr>
        <p:spPr>
          <a:xfrm flipH="0" flipV="0">
            <a:off x="7440058" y="1987952"/>
            <a:ext cx="43093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5" name="Reference line">
            <a:extLst>
              <a:ext uri="{FF2B5EF4-FFF2-40B4-BE49-F238E27FC236}">
                <ns2:creationId id="{F3DF0C59-60D0-427F-B005-70C0BA3A12DA}"/>
              </a:ext>
            </a:extLst>
          </p:cNvPr>
          <p:cNvSpPr>
            <a:spLocks noGrp="1"/>
          </p:cNvSpPr>
          <p:nvPr/>
        </p:nvSpPr>
        <p:spPr>
          <a:xfrm flipH="0" flipV="0">
            <a:off x="7837469" y="1633635"/>
            <a:ext cx="95" cy="354318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6" name="Reference line">
            <a:extLst>
              <a:ext uri="{FF2B5EF4-FFF2-40B4-BE49-F238E27FC236}">
                <ns2:creationId id="{7D9A2BBF-0F56-47FC-A51C-B8DA3D12F52A}"/>
              </a:ext>
            </a:extLst>
          </p:cNvPr>
          <p:cNvSpPr>
            <a:spLocks noGrp="1"/>
          </p:cNvSpPr>
          <p:nvPr/>
        </p:nvSpPr>
        <p:spPr>
          <a:xfrm flipH="0" flipV="0">
            <a:off x="7799164" y="1633635"/>
            <a:ext cx="38305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7" name="Reference line">
            <a:extLst>
              <a:ext uri="{FF2B5EF4-FFF2-40B4-BE49-F238E27FC236}">
                <ns2:creationId id="{77983B11-7553-498D-BA92-52ADE06D5C66}"/>
              </a:ext>
            </a:extLst>
          </p:cNvPr>
          <p:cNvSpPr>
            <a:spLocks noGrp="1"/>
          </p:cNvSpPr>
          <p:nvPr/>
        </p:nvSpPr>
        <p:spPr>
          <a:xfrm flipH="0" flipV="0">
            <a:off x="7799164" y="1987952"/>
            <a:ext cx="38305" cy="95"/>
          </a:xfrm>
          <a:prstGeom prst="line">
            <a:avLst/>
          </a:prstGeom>
          <a:noFill/>
          <a:ln w="7661">
            <a:solidFill>
              <a:srgbClr val="16283F"/>
            </a:solidFill>
            <a:prstDash val="solid"/>
          </a:ln>
        </p:spPr>
      </p:sp>
      <p:sp>
        <p:nvSpPr>
          <p:cNvPr id="268" name="Editable reference text: higher penalty&#10;(more sensitive)">
            <a:extLst>
              <a:ext uri="{FF2B5EF4-FFF2-40B4-BE49-F238E27FC236}">
                <ns2:creationId id="{75135DC1-ECE1-4B6E-9381-198DAC704C90}"/>
              </a:ext>
            </a:extLst>
          </p:cNvPr>
          <p:cNvSpPr>
            <a:spLocks noGrp="1"/>
          </p:cNvSpPr>
          <p:nvPr/>
        </p:nvSpPr>
        <p:spPr>
          <a:xfrm>
            <a:off x="8129541" y="1585754"/>
            <a:ext cx="813973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higher penalty</a:t>
            </a:r>
          </a:p>
          <a:p>
            <a:pPr algn="l">
              <a:def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A7600C"/>
                </a:solidFill>
                <a:latin typeface="Times New Roman"/>
                <a:ea typeface="Times New Roman"/>
                <a:cs typeface="Times New Roman"/>
              </a:rPr>
              <a:t>(more sensitive)</a:t>
            </a:r>
          </a:p>
        </p:txBody>
      </p:sp>
      <p:sp>
        <p:nvSpPr>
          <p:cNvPr id="269" name="Reference line">
            <a:extLst>
              <a:ext uri="{FF2B5EF4-FFF2-40B4-BE49-F238E27FC236}">
                <ns2:creationId id="{C07B210D-6D54-4895-BB33-02A4A5DC8150}"/>
              </a:ext>
            </a:extLst>
          </p:cNvPr>
          <p:cNvSpPr>
            <a:spLocks noGrp="1"/>
          </p:cNvSpPr>
          <p:nvPr/>
        </p:nvSpPr>
        <p:spPr>
          <a:xfrm flipH="1" flipV="0">
            <a:off x="7894926" y="1686304"/>
            <a:ext cx="191523" cy="9576"/>
          </a:xfrm>
          <a:prstGeom prst="line">
            <a:avLst/>
          </a:prstGeom>
          <a:noFill/>
          <a:ln w="11491">
            <a:solidFill>
              <a:srgbClr val="A7600C"/>
            </a:solidFill>
            <a:prstDash val="solid"/>
          </a:ln>
        </p:spPr>
      </p:sp>
      <p:sp>
        <p:nvSpPr>
          <p:cNvPr id="270" name="Reference arrowhead">
            <a:extLst>
              <a:ext uri="{FF2B5EF4-FFF2-40B4-BE49-F238E27FC236}">
                <ns2:creationId id="{06866378-380D-475E-A116-2707CB012405}"/>
              </a:ext>
            </a:extLst>
          </p:cNvPr>
          <p:cNvSpPr>
            <a:spLocks noGrp="1"/>
          </p:cNvSpPr>
          <p:nvPr/>
        </p:nvSpPr>
        <p:spPr>
          <a:xfrm rot="16028256">
            <a:off x="7898919" y="1671749"/>
            <a:ext cx="37922" cy="45966"/>
          </a:xfrm>
          <a:prstGeom prst="triangle">
            <a:avLst/>
          </a:prstGeom>
          <a:solidFill>
            <a:srgbClr val="A7600C"/>
          </a:solidFill>
          <a:ln w="0">
            <a:noFill/>
            <a:prstDash val="solid"/>
          </a:ln>
        </p:spPr>
      </p:sp>
      <p:sp>
        <p:nvSpPr>
          <p:cNvPr id="271" name="Editable reference text: lower penalty&#10;(less sensitive)">
            <a:extLst>
              <a:ext uri="{FF2B5EF4-FFF2-40B4-BE49-F238E27FC236}">
                <ns2:creationId id="{A241DB70-D4AA-4482-A586-5727B2F89E0F}"/>
              </a:ext>
            </a:extLst>
          </p:cNvPr>
          <p:cNvSpPr>
            <a:spLocks noGrp="1"/>
          </p:cNvSpPr>
          <p:nvPr/>
        </p:nvSpPr>
        <p:spPr>
          <a:xfrm>
            <a:off x="8182210" y="1973588"/>
            <a:ext cx="761304" cy="229828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lower penalty</a:t>
            </a:r>
          </a:p>
          <a:p>
            <a:pPr algn="l">
              <a:def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006C78"/>
                </a:solidFill>
                <a:latin typeface="Times New Roman"/>
                <a:ea typeface="Times New Roman"/>
                <a:cs typeface="Times New Roman"/>
              </a:rPr>
              <a:t>(less sensitive)</a:t>
            </a:r>
          </a:p>
        </p:txBody>
      </p:sp>
      <p:sp>
        <p:nvSpPr>
          <p:cNvPr id="272" name="Reference line">
            <a:extLst>
              <a:ext uri="{FF2B5EF4-FFF2-40B4-BE49-F238E27FC236}">
                <ns2:creationId id="{C1D99944-EEA6-4B79-831B-6D61F0D2E4FA}"/>
              </a:ext>
            </a:extLst>
          </p:cNvPr>
          <p:cNvSpPr>
            <a:spLocks noGrp="1"/>
          </p:cNvSpPr>
          <p:nvPr/>
        </p:nvSpPr>
        <p:spPr>
          <a:xfrm flipH="1" flipV="1">
            <a:off x="8009840" y="2045409"/>
            <a:ext cx="134066" cy="14364"/>
          </a:xfrm>
          <a:prstGeom prst="line">
            <a:avLst/>
          </a:prstGeom>
          <a:noFill/>
          <a:ln w="11491">
            <a:solidFill>
              <a:srgbClr val="006C78"/>
            </a:solidFill>
            <a:prstDash val="solid"/>
          </a:ln>
        </p:spPr>
      </p:sp>
      <p:sp>
        <p:nvSpPr>
          <p:cNvPr id="273" name="Reference line">
            <a:extLst>
              <a:ext uri="{FF2B5EF4-FFF2-40B4-BE49-F238E27FC236}">
                <ns2:creationId id="{7D2B3218-311C-4EF3-A4D6-70B684883529}"/>
              </a:ext>
            </a:extLst>
          </p:cNvPr>
          <p:cNvSpPr>
            <a:spLocks noGrp="1"/>
          </p:cNvSpPr>
          <p:nvPr/>
        </p:nvSpPr>
        <p:spPr>
          <a:xfrm flipH="1" flipV="1">
            <a:off x="7875773" y="1987952"/>
            <a:ext cx="134066" cy="57457"/>
          </a:xfrm>
          <a:prstGeom prst="line">
            <a:avLst/>
          </a:prstGeom>
          <a:noFill/>
          <a:ln w="11491">
            <a:solidFill>
              <a:srgbClr val="006C78"/>
            </a:solidFill>
            <a:prstDash val="solid"/>
          </a:ln>
        </p:spPr>
      </p:sp>
      <p:sp>
        <p:nvSpPr>
          <p:cNvPr id="274" name="Reference arrowhead">
            <a:extLst>
              <a:ext uri="{FF2B5EF4-FFF2-40B4-BE49-F238E27FC236}">
                <ns2:creationId id="{15360A0E-7083-4EC6-98F6-729A5B15DC49}"/>
              </a:ext>
            </a:extLst>
          </p:cNvPr>
          <p:cNvSpPr>
            <a:spLocks noGrp="1"/>
          </p:cNvSpPr>
          <p:nvPr/>
        </p:nvSpPr>
        <p:spPr>
          <a:xfrm rot="-4008085">
            <a:off x="7877937" y="1974023"/>
            <a:ext cx="37922" cy="45966"/>
          </a:xfrm>
          <a:prstGeom prst="triangle">
            <a:avLst/>
          </a:prstGeom>
          <a:solidFill>
            <a:srgbClr val="006C78"/>
          </a:solidFill>
          <a:ln w="0">
            <a:noFill/>
            <a:prstDash val="solid"/>
          </a:ln>
        </p:spPr>
      </p:sp>
      <p:sp>
        <p:nvSpPr>
          <p:cNvPr id="275" name="Editable reference text: Codebook geometry (equal action error)">
            <a:extLst>
              <a:ext uri="{FF2B5EF4-FFF2-40B4-BE49-F238E27FC236}">
                <ns2:creationId id="{7EF4B554-1B28-45D2-88BD-D3EE2C642AD7}"/>
              </a:ext>
            </a:extLst>
          </p:cNvPr>
          <p:cNvSpPr>
            <a:spLocks noGrp="1"/>
          </p:cNvSpPr>
          <p:nvPr/>
        </p:nvSpPr>
        <p:spPr>
          <a:xfrm>
            <a:off x="6343589" y="2404515"/>
            <a:ext cx="2633443" cy="172371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6" b="1" i="0">
                <a:solidFill>
                  <a:srgbClr val="16283F"/>
                </a:solidFill>
                <a:latin typeface="Times New Roman"/>
                <a:ea typeface="Times New Roman"/>
                <a:cs typeface="Times New Roman"/>
              </a:rPr>
              <a:t>Codebook geometry (equal action error)</a:t>
            </a:r>
          </a:p>
        </p:txBody>
      </p:sp>
      <p:sp>
        <p:nvSpPr>
          <p:cNvPr id="276" name="Editable reference element">
            <a:extLst>
              <a:ext uri="{FF2B5EF4-FFF2-40B4-BE49-F238E27FC236}">
                <ns2:creationId id="{BDC5148D-E3DC-45FB-A1DC-A569DBBC9D6A}"/>
              </a:ext>
            </a:extLst>
          </p:cNvPr>
          <p:cNvSpPr>
            <a:spLocks noGrp="1"/>
          </p:cNvSpPr>
          <p:nvPr/>
        </p:nvSpPr>
        <p:spPr>
          <a:xfrm>
            <a:off x="6429774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77" name="Editable reference element">
            <a:extLst>
              <a:ext uri="{FF2B5EF4-FFF2-40B4-BE49-F238E27FC236}">
                <ns2:creationId id="{A504A6CD-C057-41A2-8B68-0DC03E3A2D17}"/>
              </a:ext>
            </a:extLst>
          </p:cNvPr>
          <p:cNvSpPr>
            <a:spLocks noGrp="1"/>
          </p:cNvSpPr>
          <p:nvPr/>
        </p:nvSpPr>
        <p:spPr>
          <a:xfrm>
            <a:off x="6635661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78" name="Editable reference element">
            <a:extLst>
              <a:ext uri="{FF2B5EF4-FFF2-40B4-BE49-F238E27FC236}">
                <ns2:creationId id="{EBA0F2D9-2676-4B1F-BA2A-57A6AEE1E195}"/>
              </a:ext>
            </a:extLst>
          </p:cNvPr>
          <p:cNvSpPr>
            <a:spLocks noGrp="1"/>
          </p:cNvSpPr>
          <p:nvPr/>
        </p:nvSpPr>
        <p:spPr>
          <a:xfrm>
            <a:off x="6841549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79" name="Editable reference element">
            <a:extLst>
              <a:ext uri="{FF2B5EF4-FFF2-40B4-BE49-F238E27FC236}">
                <ns2:creationId id="{3B6CF00C-5989-4628-981D-4622870478F9}"/>
              </a:ext>
            </a:extLst>
          </p:cNvPr>
          <p:cNvSpPr>
            <a:spLocks noGrp="1"/>
          </p:cNvSpPr>
          <p:nvPr/>
        </p:nvSpPr>
        <p:spPr>
          <a:xfrm>
            <a:off x="7047436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0" name="Editable reference element">
            <a:extLst>
              <a:ext uri="{FF2B5EF4-FFF2-40B4-BE49-F238E27FC236}">
                <ns2:creationId id="{8FCA1CB0-B35E-4034-86E6-06F3ABCAB218}"/>
              </a:ext>
            </a:extLst>
          </p:cNvPr>
          <p:cNvSpPr>
            <a:spLocks noGrp="1"/>
          </p:cNvSpPr>
          <p:nvPr/>
        </p:nvSpPr>
        <p:spPr>
          <a:xfrm>
            <a:off x="7253323" y="2653495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1" name="Editable reference element">
            <a:extLst>
              <a:ext uri="{FF2B5EF4-FFF2-40B4-BE49-F238E27FC236}">
                <ns2:creationId id="{FFAD3811-426C-4C52-B374-17B3D73342DC}"/>
              </a:ext>
            </a:extLst>
          </p:cNvPr>
          <p:cNvSpPr>
            <a:spLocks noGrp="1"/>
          </p:cNvSpPr>
          <p:nvPr/>
        </p:nvSpPr>
        <p:spPr>
          <a:xfrm>
            <a:off x="6429774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2" name="Editable reference element">
            <a:extLst>
              <a:ext uri="{FF2B5EF4-FFF2-40B4-BE49-F238E27FC236}">
                <ns2:creationId id="{2C0C79CA-4CEA-48F8-9426-93FC241364E4}"/>
              </a:ext>
            </a:extLst>
          </p:cNvPr>
          <p:cNvSpPr>
            <a:spLocks noGrp="1"/>
          </p:cNvSpPr>
          <p:nvPr/>
        </p:nvSpPr>
        <p:spPr>
          <a:xfrm>
            <a:off x="6635661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3" name="Editable reference element">
            <a:extLst>
              <a:ext uri="{FF2B5EF4-FFF2-40B4-BE49-F238E27FC236}">
                <ns2:creationId id="{2B4BDA11-61AC-4F0B-98ED-B09CB5BAEA00}"/>
              </a:ext>
            </a:extLst>
          </p:cNvPr>
          <p:cNvSpPr>
            <a:spLocks noGrp="1"/>
          </p:cNvSpPr>
          <p:nvPr/>
        </p:nvSpPr>
        <p:spPr>
          <a:xfrm>
            <a:off x="6841549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4" name="Editable reference element">
            <a:extLst>
              <a:ext uri="{FF2B5EF4-FFF2-40B4-BE49-F238E27FC236}">
                <ns2:creationId id="{DD9F8A60-917E-444F-B7AE-6CD1A50DEDD3}"/>
              </a:ext>
            </a:extLst>
          </p:cNvPr>
          <p:cNvSpPr>
            <a:spLocks noGrp="1"/>
          </p:cNvSpPr>
          <p:nvPr/>
        </p:nvSpPr>
        <p:spPr>
          <a:xfrm>
            <a:off x="7047436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5" name="Editable reference element">
            <a:extLst>
              <a:ext uri="{FF2B5EF4-FFF2-40B4-BE49-F238E27FC236}">
                <ns2:creationId id="{B1E217FF-F446-48D1-A315-C5B296858D50}"/>
              </a:ext>
            </a:extLst>
          </p:cNvPr>
          <p:cNvSpPr>
            <a:spLocks noGrp="1"/>
          </p:cNvSpPr>
          <p:nvPr/>
        </p:nvSpPr>
        <p:spPr>
          <a:xfrm>
            <a:off x="7253323" y="284501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6" name="Editable reference element">
            <a:extLst>
              <a:ext uri="{FF2B5EF4-FFF2-40B4-BE49-F238E27FC236}">
                <ns2:creationId id="{0FAD9748-6BAB-47F4-9DE8-38F8EEDB9599}"/>
              </a:ext>
            </a:extLst>
          </p:cNvPr>
          <p:cNvSpPr>
            <a:spLocks noGrp="1"/>
          </p:cNvSpPr>
          <p:nvPr/>
        </p:nvSpPr>
        <p:spPr>
          <a:xfrm>
            <a:off x="6429774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7" name="Editable reference element">
            <a:extLst>
              <a:ext uri="{FF2B5EF4-FFF2-40B4-BE49-F238E27FC236}">
                <ns2:creationId id="{45E7C6BD-15D9-41EB-B9EB-C983C79A4B77}"/>
              </a:ext>
            </a:extLst>
          </p:cNvPr>
          <p:cNvSpPr>
            <a:spLocks noGrp="1"/>
          </p:cNvSpPr>
          <p:nvPr/>
        </p:nvSpPr>
        <p:spPr>
          <a:xfrm>
            <a:off x="6635661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8" name="Editable reference element">
            <a:extLst>
              <a:ext uri="{FF2B5EF4-FFF2-40B4-BE49-F238E27FC236}">
                <ns2:creationId id="{24607DE2-451B-4514-A938-5216605FE385}"/>
              </a:ext>
            </a:extLst>
          </p:cNvPr>
          <p:cNvSpPr>
            <a:spLocks noGrp="1"/>
          </p:cNvSpPr>
          <p:nvPr/>
        </p:nvSpPr>
        <p:spPr>
          <a:xfrm>
            <a:off x="6841549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89" name="Editable reference element">
            <a:extLst>
              <a:ext uri="{FF2B5EF4-FFF2-40B4-BE49-F238E27FC236}">
                <ns2:creationId id="{DAE6ED2E-B6AE-4D87-A3B7-F23F81FB4D0A}"/>
              </a:ext>
            </a:extLst>
          </p:cNvPr>
          <p:cNvSpPr>
            <a:spLocks noGrp="1"/>
          </p:cNvSpPr>
          <p:nvPr/>
        </p:nvSpPr>
        <p:spPr>
          <a:xfrm>
            <a:off x="7047436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0" name="Editable reference element">
            <a:extLst>
              <a:ext uri="{FF2B5EF4-FFF2-40B4-BE49-F238E27FC236}">
                <ns2:creationId id="{1DEABDA0-C80C-4B8D-A23F-3E162BCD8556}"/>
              </a:ext>
            </a:extLst>
          </p:cNvPr>
          <p:cNvSpPr>
            <a:spLocks noGrp="1"/>
          </p:cNvSpPr>
          <p:nvPr/>
        </p:nvSpPr>
        <p:spPr>
          <a:xfrm>
            <a:off x="7253323" y="3036541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1" name="Editable reference element">
            <a:extLst>
              <a:ext uri="{FF2B5EF4-FFF2-40B4-BE49-F238E27FC236}">
                <ns2:creationId id="{565F5EDB-837F-46FE-9E55-B7BA9BA73CBD}"/>
              </a:ext>
            </a:extLst>
          </p:cNvPr>
          <p:cNvSpPr>
            <a:spLocks noGrp="1"/>
          </p:cNvSpPr>
          <p:nvPr/>
        </p:nvSpPr>
        <p:spPr>
          <a:xfrm>
            <a:off x="6429774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2" name="Editable reference element">
            <a:extLst>
              <a:ext uri="{FF2B5EF4-FFF2-40B4-BE49-F238E27FC236}">
                <ns2:creationId id="{F89E5903-733A-4A6A-B06F-F3A26FDAE23B}"/>
              </a:ext>
            </a:extLst>
          </p:cNvPr>
          <p:cNvSpPr>
            <a:spLocks noGrp="1"/>
          </p:cNvSpPr>
          <p:nvPr/>
        </p:nvSpPr>
        <p:spPr>
          <a:xfrm>
            <a:off x="6635661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3" name="Editable reference element">
            <a:extLst>
              <a:ext uri="{FF2B5EF4-FFF2-40B4-BE49-F238E27FC236}">
                <ns2:creationId id="{246CD1DC-E06C-4820-AC48-114E5E473F69}"/>
              </a:ext>
            </a:extLst>
          </p:cNvPr>
          <p:cNvSpPr>
            <a:spLocks noGrp="1"/>
          </p:cNvSpPr>
          <p:nvPr/>
        </p:nvSpPr>
        <p:spPr>
          <a:xfrm>
            <a:off x="6841549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4" name="Editable reference element">
            <a:extLst>
              <a:ext uri="{FF2B5EF4-FFF2-40B4-BE49-F238E27FC236}">
                <ns2:creationId id="{268632F6-6DCC-416D-BA76-8DA4CDAA5BFD}"/>
              </a:ext>
            </a:extLst>
          </p:cNvPr>
          <p:cNvSpPr>
            <a:spLocks noGrp="1"/>
          </p:cNvSpPr>
          <p:nvPr/>
        </p:nvSpPr>
        <p:spPr>
          <a:xfrm>
            <a:off x="7047436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5" name="Editable reference element">
            <a:extLst>
              <a:ext uri="{FF2B5EF4-FFF2-40B4-BE49-F238E27FC236}">
                <ns2:creationId id="{7CCF165A-6E43-4C8B-9489-F7691BBF47BB}"/>
              </a:ext>
            </a:extLst>
          </p:cNvPr>
          <p:cNvSpPr>
            <a:spLocks noGrp="1"/>
          </p:cNvSpPr>
          <p:nvPr/>
        </p:nvSpPr>
        <p:spPr>
          <a:xfrm>
            <a:off x="7253323" y="3228064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6" name="Editable reference element">
            <a:extLst>
              <a:ext uri="{FF2B5EF4-FFF2-40B4-BE49-F238E27FC236}">
                <ns2:creationId id="{351DF489-F875-42F6-9973-9F5A8DE607E9}"/>
              </a:ext>
            </a:extLst>
          </p:cNvPr>
          <p:cNvSpPr>
            <a:spLocks noGrp="1"/>
          </p:cNvSpPr>
          <p:nvPr/>
        </p:nvSpPr>
        <p:spPr>
          <a:xfrm>
            <a:off x="6429774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7" name="Editable reference element">
            <a:extLst>
              <a:ext uri="{FF2B5EF4-FFF2-40B4-BE49-F238E27FC236}">
                <ns2:creationId id="{E93807DE-1C97-4317-BEAC-A2E94FC29C64}"/>
              </a:ext>
            </a:extLst>
          </p:cNvPr>
          <p:cNvSpPr>
            <a:spLocks noGrp="1"/>
          </p:cNvSpPr>
          <p:nvPr/>
        </p:nvSpPr>
        <p:spPr>
          <a:xfrm>
            <a:off x="6635661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8" name="Editable reference element">
            <a:extLst>
              <a:ext uri="{FF2B5EF4-FFF2-40B4-BE49-F238E27FC236}">
                <ns2:creationId id="{69189D98-BDDA-4FF4-A916-12B92E0FF44F}"/>
              </a:ext>
            </a:extLst>
          </p:cNvPr>
          <p:cNvSpPr>
            <a:spLocks noGrp="1"/>
          </p:cNvSpPr>
          <p:nvPr/>
        </p:nvSpPr>
        <p:spPr>
          <a:xfrm>
            <a:off x="6841549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299" name="Editable reference element">
            <a:extLst>
              <a:ext uri="{FF2B5EF4-FFF2-40B4-BE49-F238E27FC236}">
                <ns2:creationId id="{DF84FA88-7D24-4284-9762-DE485FE4DA76}"/>
              </a:ext>
            </a:extLst>
          </p:cNvPr>
          <p:cNvSpPr>
            <a:spLocks noGrp="1"/>
          </p:cNvSpPr>
          <p:nvPr/>
        </p:nvSpPr>
        <p:spPr>
          <a:xfrm>
            <a:off x="7047436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300" name="Editable reference element">
            <a:extLst>
              <a:ext uri="{FF2B5EF4-FFF2-40B4-BE49-F238E27FC236}">
                <ns2:creationId id="{70E3EE89-5DD6-4480-BC76-ACD80E3B54F2}"/>
              </a:ext>
            </a:extLst>
          </p:cNvPr>
          <p:cNvSpPr>
            <a:spLocks noGrp="1"/>
          </p:cNvSpPr>
          <p:nvPr/>
        </p:nvSpPr>
        <p:spPr>
          <a:xfrm>
            <a:off x="7253323" y="3419588"/>
            <a:ext cx="81397" cy="81397"/>
          </a:xfrm>
          <a:prstGeom prst="rect">
            <a:avLst/>
          </a:prstGeom>
          <a:solidFill>
            <a:srgbClr val="EDF3F8"/>
          </a:solidFill>
          <a:ln w="5746">
            <a:solidFill>
              <a:srgbClr val="859FB5"/>
            </a:solidFill>
            <a:prstDash val="solid"/>
          </a:ln>
        </p:spPr>
      </p:sp>
      <p:sp>
        <p:nvSpPr>
          <p:cNvPr id="301" name="Figure element 710">
            <a:extLst>
              <a:ext uri="{FF2B5EF4-FFF2-40B4-BE49-F238E27FC236}">
                <ns2:creationId id="{5182B3CD-51B3-451E-A80B-481AD45853C0}"/>
              </a:ext>
            </a:extLst>
          </p:cNvPr>
          <p:cNvSpPr>
            <a:spLocks noGrp="1"/>
          </p:cNvSpPr>
          <p:nvPr/>
        </p:nvSpPr>
        <p:spPr>
          <a:xfrm>
            <a:off x="6774516" y="2605614"/>
            <a:ext cx="220252" cy="938463"/>
          </a:xfrm>
          <a:prstGeom prst="ellipse">
            <a:avLst/>
          </a:prstGeom>
          <a:solidFill>
            <a:srgbClr val="EDF7F7"/>
          </a:solidFill>
          <a:ln w="4788">
            <a:solidFill>
              <a:srgbClr val="4398A4"/>
            </a:solidFill>
            <a:prstDash val="dash"/>
          </a:ln>
        </p:spPr>
      </p:sp>
      <p:sp>
        <p:nvSpPr>
          <p:cNvPr id="302" name="Editable reference element">
            <a:extLst>
              <a:ext uri="{FF2B5EF4-FFF2-40B4-BE49-F238E27FC236}">
                <ns2:creationId id="{26DE3C76-7F70-4AAB-ABC8-263CEC195B78}"/>
              </a:ext>
            </a:extLst>
          </p:cNvPr>
          <p:cNvSpPr>
            <a:spLocks noGrp="1"/>
          </p:cNvSpPr>
          <p:nvPr/>
        </p:nvSpPr>
        <p:spPr>
          <a:xfrm>
            <a:off x="6841549" y="3036541"/>
            <a:ext cx="86185" cy="81397"/>
          </a:xfrm>
          <a:prstGeom prst="rect">
            <a:avLst/>
          </a:prstGeom>
          <a:solidFill>
            <a:srgbClr val="16868C"/>
          </a:solidFill>
          <a:ln w="5267">
            <a:solidFill>
              <a:srgbClr val="057380"/>
            </a:solidFill>
            <a:prstDash val="solid"/>
          </a:ln>
        </p:spPr>
      </p:sp>
      <p:sp>
        <p:nvSpPr>
          <p:cNvPr id="303" name="Editable reference element">
            <a:extLst>
              <a:ext uri="{FF2B5EF4-FFF2-40B4-BE49-F238E27FC236}">
                <ns2:creationId id="{9F5C4274-D180-49E6-A3CE-ABA62CF86CF2}"/>
              </a:ext>
            </a:extLst>
          </p:cNvPr>
          <p:cNvSpPr>
            <a:spLocks noGrp="1"/>
          </p:cNvSpPr>
          <p:nvPr/>
        </p:nvSpPr>
        <p:spPr>
          <a:xfrm>
            <a:off x="6841549" y="3228064"/>
            <a:ext cx="86185" cy="81397"/>
          </a:xfrm>
          <a:prstGeom prst="rect">
            <a:avLst/>
          </a:prstGeom>
          <a:noFill/>
          <a:ln w="7661">
            <a:solidFill>
              <a:srgbClr val="006C78"/>
            </a:solidFill>
            <a:prstDash val="solid"/>
          </a:ln>
        </p:spPr>
      </p:sp>
      <p:sp>
        <p:nvSpPr>
          <p:cNvPr id="304" name="Editable reference element">
            <a:extLst>
              <a:ext uri="{FF2B5EF4-FFF2-40B4-BE49-F238E27FC236}">
                <ns2:creationId id="{48236462-4509-40F7-8809-E0785FF7A4C2}"/>
              </a:ext>
            </a:extLst>
          </p:cNvPr>
          <p:cNvSpPr>
            <a:spLocks noGrp="1"/>
          </p:cNvSpPr>
          <p:nvPr/>
        </p:nvSpPr>
        <p:spPr>
          <a:xfrm>
            <a:off x="7554972" y="2653495"/>
            <a:ext cx="105338" cy="110126"/>
          </a:xfrm>
          <a:prstGeom prst="rect">
            <a:avLst/>
          </a:prstGeom>
          <a:solidFill>
            <a:srgbClr val="13838B"/>
          </a:solidFill>
          <a:ln w="4788">
            <a:solidFill>
              <a:srgbClr val="066E79"/>
            </a:solidFill>
            <a:prstDash val="solid"/>
          </a:ln>
        </p:spPr>
      </p:sp>
      <p:sp>
        <p:nvSpPr>
          <p:cNvPr id="305" name="Editable reference text: central codeword  w">
            <a:extLst>
              <a:ext uri="{FF2B5EF4-FFF2-40B4-BE49-F238E27FC236}">
                <ns2:creationId id="{66C5A399-6B4A-4F7C-914F-B7FE2819262E}"/>
              </a:ext>
            </a:extLst>
          </p:cNvPr>
          <p:cNvSpPr>
            <a:spLocks noGrp="1"/>
          </p:cNvSpPr>
          <p:nvPr/>
        </p:nvSpPr>
        <p:spPr>
          <a:xfrm>
            <a:off x="7751283" y="2653495"/>
            <a:ext cx="1177867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central codeword  w</a:t>
            </a:r>
          </a:p>
        </p:txBody>
      </p:sp>
      <p:sp>
        <p:nvSpPr>
          <p:cNvPr id="306" name="Editable reference element">
            <a:extLst>
              <a:ext uri="{FF2B5EF4-FFF2-40B4-BE49-F238E27FC236}">
                <ns2:creationId id="{F23AD907-B793-4C88-B5B1-D218B95E9D94}"/>
              </a:ext>
            </a:extLst>
          </p:cNvPr>
          <p:cNvSpPr>
            <a:spLocks noGrp="1"/>
          </p:cNvSpPr>
          <p:nvPr/>
        </p:nvSpPr>
        <p:spPr>
          <a:xfrm>
            <a:off x="7554972" y="2864171"/>
            <a:ext cx="105338" cy="110126"/>
          </a:xfrm>
          <a:prstGeom prst="rect">
            <a:avLst/>
          </a:prstGeom>
          <a:solidFill>
            <a:srgbClr val="D5E5F1"/>
          </a:solidFill>
          <a:ln w="4788">
            <a:solidFill>
              <a:srgbClr val="82A4C3"/>
            </a:solidFill>
            <a:prstDash val="solid"/>
          </a:ln>
        </p:spPr>
      </p:sp>
      <p:sp>
        <p:nvSpPr>
          <p:cNvPr id="307" name="Editable reference text: other codewords  c">
            <a:extLst>
              <a:ext uri="{FF2B5EF4-FFF2-40B4-BE49-F238E27FC236}">
                <ns2:creationId id="{DC3F58B0-A232-40B4-9FF3-51EE6B8C5CD3}"/>
              </a:ext>
            </a:extLst>
          </p:cNvPr>
          <p:cNvSpPr>
            <a:spLocks noGrp="1"/>
          </p:cNvSpPr>
          <p:nvPr/>
        </p:nvSpPr>
        <p:spPr>
          <a:xfrm>
            <a:off x="7751283" y="2864171"/>
            <a:ext cx="1144350" cy="143642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5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other codewords  c</a:t>
            </a:r>
          </a:p>
        </p:txBody>
      </p:sp>
      <p:sp>
        <p:nvSpPr>
          <p:cNvPr id="308" name="Figure element 717">
            <a:extLst>
              <a:ext uri="{FF2B5EF4-FFF2-40B4-BE49-F238E27FC236}">
                <ns2:creationId id="{DEEF6AE9-27D6-4F67-AA4D-4ABC8DB4672B}"/>
              </a:ext>
            </a:extLst>
          </p:cNvPr>
          <p:cNvSpPr>
            <a:spLocks noGrp="1"/>
          </p:cNvSpPr>
          <p:nvPr/>
        </p:nvSpPr>
        <p:spPr>
          <a:xfrm>
            <a:off x="7535820" y="3079634"/>
            <a:ext cx="153218" cy="316013"/>
          </a:xfrm>
          <a:prstGeom prst="ellipse">
            <a:avLst/>
          </a:prstGeom>
          <a:solidFill>
            <a:srgbClr val="F2FAFB"/>
          </a:solidFill>
          <a:ln w="4788">
            <a:solidFill>
              <a:srgbClr val="3198A8"/>
            </a:solidFill>
            <a:prstDash val="dash"/>
          </a:ln>
        </p:spPr>
      </p:sp>
      <p:sp>
        <p:nvSpPr>
          <p:cNvPr id="309" name="Editable reference text: (v − w)ᵀM(v − w) = const.&#10;(vertical-to-horizontal&#10;">
            <a:extLst>
              <a:ext uri="{FF2B5EF4-FFF2-40B4-BE49-F238E27FC236}">
                <ns2:creationId id="{04E9334F-C798-46B8-91C0-7F77A8DB13D4}"/>
              </a:ext>
            </a:extLst>
          </p:cNvPr>
          <p:cNvSpPr>
            <a:spLocks noGrp="1"/>
          </p:cNvSpPr>
          <p:nvPr/>
        </p:nvSpPr>
        <p:spPr>
          <a:xfrm>
            <a:off x="7775224" y="3127515"/>
            <a:ext cx="1206595" cy="435715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 − w)ᵀM(v − w) = const.</a:t>
            </a:r>
          </a:p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(vertical-to-horizontal</a:t>
            </a:r>
          </a:p>
          <a:p>
            <a:pPr algn="l">
              <a:def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7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radius ratio = 3)</a:t>
            </a:r>
          </a:p>
        </p:txBody>
      </p:sp>
      <p:sp>
        <p:nvSpPr>
          <p:cNvPr id="310" name="Editable reference element">
            <a:extLst>
              <a:ext uri="{FF2B5EF4-FFF2-40B4-BE49-F238E27FC236}">
                <ns2:creationId id="{F6E837B7-65AC-46A2-9EAD-FB3DBF7A81F5}"/>
              </a:ext>
            </a:extLst>
          </p:cNvPr>
          <p:cNvSpPr>
            <a:spLocks noGrp="1"/>
          </p:cNvSpPr>
          <p:nvPr/>
        </p:nvSpPr>
        <p:spPr>
          <a:xfrm>
            <a:off x="6329224" y="3706872"/>
            <a:ext cx="2633443" cy="761304"/>
          </a:xfrm>
          <a:prstGeom prst="roundRect">
            <a:avLst>
              <a:gd name="adj" fmla="val 10009"/>
            </a:avLst>
          </a:prstGeom>
          <a:solidFill>
            <a:srgbClr val="F2F4F8"/>
          </a:solidFill>
          <a:ln w="0">
            <a:noFill/>
            <a:prstDash val="solid"/>
          </a:ln>
        </p:spPr>
      </p:sp>
      <p:sp>
        <p:nvSpPr>
          <p:cNvPr id="311" name="Editable reference text: The action-sensitive metric allocates finer&#10;codebo">
            <a:extLst>
              <a:ext uri="{FF2B5EF4-FFF2-40B4-BE49-F238E27FC236}">
                <ns2:creationId id="{239CE6B1-F37E-4953-88BC-74295B1EA445}"/>
              </a:ext>
            </a:extLst>
          </p:cNvPr>
          <p:cNvSpPr>
            <a:spLocks noGrp="1"/>
          </p:cNvSpPr>
          <p:nvPr/>
        </p:nvSpPr>
        <p:spPr>
          <a:xfrm>
            <a:off x="6434562" y="3793058"/>
            <a:ext cx="2437131" cy="612874"/>
          </a:xfrm>
          <a:prstGeom prst="rect">
            <a:avLst/>
          </a:prstGeom>
          <a:noFill/>
          <a:ln w="762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The action-sensitive metric allocates finer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codebook resolution along the more sensitive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direction (horizontal) and coarser resolution</a:t>
            </a:r>
          </a:p>
          <a:p>
            <a:pPr algn="l">
              <a:def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80" b="0" i="0">
                <a:solidFill>
                  <a:srgbClr val="59687A"/>
                </a:solidFill>
                <a:latin typeface="Times New Roman"/>
                <a:ea typeface="Times New Roman"/>
                <a:cs typeface="Times New Roman"/>
              </a:rPr>
              <a:t>along the less sensitive direction (vertical).</a:t>
            </a:r>
          </a:p>
        </p:txBody>
      </p:sp>
    </p:spTree>
    <p:extLst>
      <p:ext uri="{BB962C8B-B14F-4D97-AF65-F5344CB8AC3E}">
        <ns3:creationId val="3510779972"/>
      </p:ext>
    </p:extLst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04E0C-2344-8A03-F545-886373FF03EC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8382000" cy="552450"/>
          </a:xfrm>
          <a:prstGeom prst="rect">
            <a:avLst/>
          </a:prstGeom>
        </p:spPr>
        <p:txBody>
          <a:bodyPr vert="horz" lIns="0" tIns="0" rIns="0" bIns="0" anchor="ctr">
            <a:noAutofit/>
          </a:bodyPr>
          <a:lstStyle>
            <a:lvl1pPr algn="l" defTabSz="4572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pPr algn="l">
              <a:buNone/>
              <a:defRPr sz="2800" b="1">
                <a:solidFill>
                  <a:srgbClr val="4C88DE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4C88DE"/>
                </a:solidFill>
                <a:latin typeface="Arial"/>
                <a:ea typeface="Arial"/>
                <a:cs typeface="Arial"/>
              </a:rPr>
              <a:t>After VQ: cache, kernels and QAT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54DF9A-DFF8-8EA1-8B8E-942236D43D83}"/>
              </a:ext>
            </a:extLst>
          </p:cNvPr>
          <p:cNvSpPr>
            <a:spLocks noGrp="1"/>
          </p:cNvSpPr>
          <p:nvPr/>
        </p:nvSpPr>
        <p:spPr>
          <a:xfrm>
            <a:off x="187036" y="124691"/>
            <a:ext cx="152400" cy="35329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Cache heading">
            <a:extLst>
              <a:ext uri="{FF2B5EF4-FFF2-40B4-BE49-F238E27FC236}">
                <a16:creationId xmlns:a16="http://schemas.microsoft.com/office/drawing/2014/main" id="{450A193D-9839-44FA-964E-EF208C9D837E}"/>
              </a:ext>
            </a:extLst>
          </p:cNvPr>
          <p:cNvSpPr>
            <a:spLocks noGrp="1"/>
          </p:cNvSpPr>
          <p:nvPr/>
        </p:nvSpPr>
        <p:spPr>
          <a:xfrm>
            <a:off x="609600" y="914400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3569A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569A9"/>
                </a:solidFill>
                <a:latin typeface="Arial"/>
                <a:ea typeface="Arial"/>
                <a:cs typeface="Arial"/>
              </a:rPr>
              <a:t>1   KV cache quantization</a:t>
            </a:r>
          </a:p>
        </p:txBody>
      </p:sp>
      <p:sp>
        <p:nvSpPr>
          <p:cNvPr id="5" name="Cache body">
            <a:extLst>
              <a:ext uri="{FF2B5EF4-FFF2-40B4-BE49-F238E27FC236}">
                <a16:creationId xmlns:a16="http://schemas.microsoft.com/office/drawing/2014/main" id="{0F26C6FC-AE49-4B0C-A726-80A6700AFF58}"/>
              </a:ext>
            </a:extLst>
          </p:cNvPr>
          <p:cNvSpPr>
            <a:spLocks noGrp="1"/>
          </p:cNvSpPr>
          <p:nvPr/>
        </p:nvSpPr>
        <p:spPr>
          <a:xfrm>
            <a:off x="952500" y="1381125"/>
            <a:ext cx="75247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Test K/V precision after weight VQ; measure cache bytes and control fidelity.</a:t>
            </a:r>
          </a:p>
        </p:txBody>
      </p:sp>
      <p:sp>
        <p:nvSpPr>
          <p:cNvPr id="6" name="Kernel heading">
            <a:extLst>
              <a:ext uri="{FF2B5EF4-FFF2-40B4-BE49-F238E27FC236}">
                <a16:creationId xmlns:a16="http://schemas.microsoft.com/office/drawing/2014/main" id="{50B6569D-12E0-4905-A300-C54801179897}"/>
              </a:ext>
            </a:extLst>
          </p:cNvPr>
          <p:cNvSpPr>
            <a:spLocks noGrp="1"/>
          </p:cNvSpPr>
          <p:nvPr/>
        </p:nvSpPr>
        <p:spPr>
          <a:xfrm>
            <a:off x="609600" y="21621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237F7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7F79"/>
                </a:solidFill>
                <a:latin typeface="Arial"/>
                <a:ea typeface="Arial"/>
                <a:cs typeface="Arial"/>
              </a:rPr>
              <a:t>2   Rudder-inspired VQ kernels</a:t>
            </a:r>
          </a:p>
        </p:txBody>
      </p:sp>
      <p:sp>
        <p:nvSpPr>
          <p:cNvPr id="7" name="Kernel body">
            <a:extLst>
              <a:ext uri="{FF2B5EF4-FFF2-40B4-BE49-F238E27FC236}">
                <a16:creationId xmlns:a16="http://schemas.microsoft.com/office/drawing/2014/main" id="{4B706CD7-6052-4F33-8DD1-8A9C6C002D97}"/>
              </a:ext>
            </a:extLst>
          </p:cNvPr>
          <p:cNvSpPr>
            <a:spLocks noGrp="1"/>
          </p:cNvSpPr>
          <p:nvPr/>
        </p:nvSpPr>
        <p:spPr>
          <a:xfrm>
            <a:off x="952500" y="26289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Fuse codebook lookup / decode with GEMM and scaling; test native end-to-end latency.</a:t>
            </a:r>
          </a:p>
        </p:txBody>
      </p:sp>
      <p:sp>
        <p:nvSpPr>
          <p:cNvPr id="8" name="QAT heading">
            <a:extLst>
              <a:ext uri="{FF2B5EF4-FFF2-40B4-BE49-F238E27FC236}">
                <a16:creationId xmlns:a16="http://schemas.microsoft.com/office/drawing/2014/main" id="{43BEC1F8-5F25-41BB-A155-987436865E68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790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2100" b="1">
                <a:solidFill>
                  <a:srgbClr val="B26A2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26A23"/>
                </a:solidFill>
                <a:latin typeface="Arial"/>
                <a:ea typeface="Arial"/>
                <a:cs typeface="Arial"/>
              </a:rPr>
              <a:t>3   QAT, if GPU budget permits</a:t>
            </a:r>
          </a:p>
        </p:txBody>
      </p:sp>
      <p:sp>
        <p:nvSpPr>
          <p:cNvPr id="9" name="QAT body">
            <a:extLst>
              <a:ext uri="{FF2B5EF4-FFF2-40B4-BE49-F238E27FC236}">
                <a16:creationId xmlns:a16="http://schemas.microsoft.com/office/drawing/2014/main" id="{CA797E0A-CB0A-4E50-9C9E-AF0A63785DF9}"/>
              </a:ext>
            </a:extLst>
          </p:cNvPr>
          <p:cNvSpPr>
            <a:spLocks noGrp="1"/>
          </p:cNvSpPr>
          <p:nvPr/>
        </p:nvSpPr>
        <p:spPr>
          <a:xfrm>
            <a:off x="952500" y="3924300"/>
            <a:ext cx="7524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1725" b="0">
                <a:solidFill>
                  <a:srgbClr val="26344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6344B"/>
                </a:solidFill>
                <a:latin typeface="Arial"/>
                <a:ea typeface="Arial"/>
                <a:cs typeface="Arial"/>
              </a:rPr>
              <a:t>Start with an ActionDiT pilot; direct WAM-control QAT remains a direction to investigate.</a:t>
            </a:r>
          </a:p>
        </p:txBody>
      </p:sp>
      <p:sp>
        <p:nvSpPr>
          <p:cNvPr id="10" name="Evidence source">
            <a:extLst>
              <a:ext uri="{FF2B5EF4-FFF2-40B4-BE49-F238E27FC236}">
                <a16:creationId xmlns:a16="http://schemas.microsoft.com/office/drawing/2014/main" id="{A77459B9-DBFD-487A-BACA-9F63136D13D4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81724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38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Order: weight-VQ fidelity → paired closed-loop evaluation → packed kernels → resource-dependent QAT</a:t>
            </a: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DCD19109-4212-4C3B-9E19-37F4968AC061}"/>
              </a:ext>
            </a:extLst>
          </p:cNvPr>
          <p:cNvSpPr>
            <a:spLocks noGrp="1"/>
          </p:cNvSpPr>
          <p:nvPr/>
        </p:nvSpPr>
        <p:spPr>
          <a:xfrm>
            <a:off x="8715375" y="4619625"/>
            <a:ext cx="24765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buNone/>
              <a:defRPr sz="900" b="0">
                <a:solidFill>
                  <a:srgbClr val="697386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97386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510779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2574</Words>
  <Application>Microsoft Office PowerPoint</Application>
  <DocSecurity>0</DocSecurity>
  <PresentationFormat>全屏显示(16:9)</PresentationFormat>
  <Paragraphs>265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Yichen Guo</cp:lastModifiedBy>
  <cp:revision>1</cp:revision>
  <dcterms:created xsi:type="dcterms:W3CDTF">2026-10-06T13:13:01Z</dcterms:created>
  <dcterms:modified xsi:type="dcterms:W3CDTF">2026-10-06T15:20:20Z</dcterms:modified>
</cp:coreProperties>
</file>