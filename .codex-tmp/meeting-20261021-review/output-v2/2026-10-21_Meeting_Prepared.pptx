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634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当前实现：latent+action-aware Microscaling additive VQ，随后进行 per-input-channel D 和 per-Linear clipping ratio 的 refinement。沿用原第21页ImageGen设计，修正生成图中的不规范公式与输入标签；所有文字、公式、矩阵与箭头为PowerPoint原生可编辑对象，全部Times New Roman。Source: Weekly Slides/2026-10-21_assets/method-imagegen-reference.png。L_a为first10x6 motor MSE；L_z为生成future latent NMSE，observed frame0排除；L=L_a+lambda L_z，lambda=rho*c从初始calibration冻结。Student使用自己生成的future，不注入teacher future。Per-token动态A4，gripper不参与监督。当前执行decodedBF16+fakeA4+BF16KV，非nativeVQkernel。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 target Linear 共享两个 K=256,d=4 BF16 codebooks。每四个 scalar weight 使用两条 uint8 indices，core cost 为 16/4=4 bpw。每 output row 保留 BF16 RMS row gain r；沿 input dimension 每 32 个 weights 用一个 uint8 exponent，贡献 8/32=0.25 bpw。e_g=round(log2(block_RMS/r_row))，拟合中固定。有效预算含 codebooks、gains、tails 和 transforms，Fast-WAM row-scale≈4.020873，microscaling≈4.270878。Weight calibration 用 FP32 masters/STE 调整 BF16-stored books 与 row gains。</a:t>
            </a:r>
          </a:p>
          <a:p>
            <a:r>
              <a:t>Sources:</a:t>
            </a:r>
          </a:p>
          <a:p>
            <a:r>
              <a:t>D:/Downloads/Final Year Project/experiment/idea-validation/fastwam-vq-microscale/README.zh.md</a:t>
            </a:r>
          </a:p>
          <a:p>
            <a:r>
              <a:t>D:/Downloads/Final Year Project/experiment/idea-validation/fastwam-vq-microscale/RESULTS.zh.md</a:t>
            </a:r>
          </a:p>
          <a:p>
            <a:r>
              <a:t>D:/Downloads/Final Year Project/experiment/idea-validation/fastwam-vq-c8-action-latent-plus/README.zh.md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per-input-channel scaling + per-Linear activation clipping，不是每 channel 一个 clipping threshold。D=2^log2_D 为每个 physical input channel 一个正的 continuous scale；r_l 为每 Linear 一个 ratio，跨 token/denoising steps 共享。先对 input 施加已冻结 Smooth0.5/H128，然后 v=z/D；每 token s=r_l max|v|/7，signed A4 q=clamp(round(v/s),-7,7)。decoded BF16 Wq 乘相同 D 后以 BF16 缓存。忽略 rounding 时 compensating Linear 恒等；已 quantized 情况下改变 error。C80 refinement 从 C8 rho1.5 开始，80 updates，只训 D/r_l，VQ 参数冻结。使用 coupled dynamic-absmax surrogate 和 STE。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Project/experiment/idea-validation/fastwam-vq-per-channel-scaling-clipping/channel_banks.py</a:t>
            </a:r>
          </a:p>
          <a:p>
            <a:r>
              <a:t>D:/Downloads/Final Year Project/experiment/idea-validation/fastwam-vq-c80-per-channel-plus/README.zh.md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>
            <a:r>
              <a:t>Sources:</a:t>
            </a:r>
          </a:p>
          <a:p>
            <a:r>
              <a:t>D:/Downloads/Final Year Project/experiment/idea-validation/cosmos-policy-c8-w4a4/RESULTS.zh.md</a:t>
            </a:r>
          </a:p>
          <a:p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Project/experiment/idea-validation/fastwam-vq-future-reader/retrieved/results/analysis_cross/REPORT.zh.md</a:t>
            </a:r>
          </a:p>
          <a:p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关系代码用每feature mean-squared pairwise distance，不是Gram matrix。Action标准化first10×6，经length3stride1 orderedwindows得到8×18tokens，全部非selfwindows相邻。Latentshape[1,48,3,14,28]去frame0，按widthsplit两camera各14×14，各自2×2avgpool到7×7，2times×2views×49=196token×48features。邻边是samecamera,sametime的8neighbors以及sameposition跨time。Boundary spatial节点少于8邻居。无跨cameraedge，无action-latent强制时间插值。Teacher概率detach，tau依据C80teacherpositiveedgedistancemedian冻结。Softbin检测关系对整体translation/signflip等的盲区。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Project/experiment/idea-validation/fastwam-vq-relational-kl/relational_loss.py</a:t>
            </a:r>
          </a:p>
          <a:p>
            <a:r>
              <a:t>D:/Downloads/Final Year Project/experiment/idea-validation/fastwam-vq-relational-kl/README.zh.md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=alpha_a*(action_KL+beta_a*action_temporal_KL)+rho*c*alpha_z*(latent_KL+beta_z*latent_spatiotemporal_KL)。Teacheronlycalibrationfitting：alpha用C80initMSE/KL与NMSE/KL；tau_a=.05844502896,tau_z=.42243281007；beta_a=.61968510916,beta_z=27.14823378066，通过预设standardizednoise std .1的0.25relativeweight配平。0.25并不意味着真实modelerror或gradient中占25%。D/r_l独立从C8rho1.5checkpoint初始化，各80updates，未用heldoutselectfinal80。Distance关系本身有translation/signflip/部分timereversal盲区，softbin绝对anchor补足，不能声称所有结构错误可识别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Project/experiment/idea-validation/fastwam-vq-relational-kl/results/prepare/summary.json</a:t>
            </a:r>
          </a:p>
          <a:p>
            <a:r>
              <a:t>D:/Downloads/Final Year Project/experiment/idea-validation/fastwam-vq-relational-kl/protocol.json</a:t>
            </a:r>
          </a:p>
          <a:p>
            <a:r>
              <a:t>D:/Downloads/Final Year Project/experiment/idea-validation/fastwam-vq-relational-kl/results/ANALYSIS.zh.md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Project/experiment/idea-validation/fastwam-vq-relational-kl/results/ANALYSIS.zh.md</a:t>
            </a:r>
          </a:p>
          <a:p>
            <a:r>
              <a:t>D:/Downloads/Final Year Project/experiment/idea-validation/fastwam-vq-relational-kl/results/aggregate/summary.json</a:t>
            </a:r>
          </a:p>
          <a:p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Project/experiment/idea-validation/fastwam-vq-joint-per-channel/results/RESULTS.zh.md</a:t>
            </a:r>
          </a:p>
          <a:p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>
            <a:r>
              <a:t>Sources: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Slides/2026-10-21_assets/method-imagegen-reference.png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Slides/2026-10-21_assets/loss-imagegen-reference.png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752600"/>
            <a:ext cx="5953125" cy="533400"/>
          </a:xfrm>
        </p:spPr>
        <p:txBody>
          <a:bodyPr wrap="square" lIns="0" tIns="0" rIns="0" bIns="0" anchor="ctr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303847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</a:t>
            </a:r>
            <a:r>
              <a:rPr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VQ, activation refinement &amp; relational KL</a:t>
            </a:r>
          </a:p>
        </p:txBody>
      </p:sp>
      <p:sp>
        <p:nvSpPr>
          <p:cNvPr id="5" name="WAM Quantization">
            <a:extLst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noGrp="1"/>
          </p:cNvSpPr>
          <p:nvPr/>
        </p:nvSpPr>
        <p:spPr>
          <a:xfrm>
            <a:off x="2756726" y="2295525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32" name="diagram block">
            <a:extLst>
              <a:ext uri="{FF2B5EF4-FFF2-40B4-BE49-F238E27FC236}">
                <ns2:creationId id="{E571C2F1-2757-43E3-9203-6C0DC83C87EA}"/>
              </a:ext>
            </a:extLst>
          </p:cNvPr>
          <p:cNvSpPr>
            <a:spLocks noGrp="1"/>
          </p:cNvSpPr>
          <p:nvPr/>
        </p:nvSpPr>
        <p:spPr>
          <a:xfrm>
            <a:off x="277820" y="20645"/>
            <a:ext cx="3643859" cy="345289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45CB4CA1-B59B-470C-A24D-BDE794C5FBD7}"/>
              </a:ext>
            </a:extLst>
          </p:cNvPr>
          <p:cNvSpPr>
            <a:spLocks noGrp="1"/>
          </p:cNvSpPr>
          <p:nvPr/>
        </p:nvSpPr>
        <p:spPr>
          <a:xfrm>
            <a:off x="3962970" y="20645"/>
            <a:ext cx="2467089" cy="345289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80AAA7B3-5953-4862-B7B7-B8677830D394}"/>
              </a:ext>
            </a:extLst>
          </p:cNvPr>
          <p:cNvSpPr>
            <a:spLocks noGrp="1"/>
          </p:cNvSpPr>
          <p:nvPr/>
        </p:nvSpPr>
        <p:spPr>
          <a:xfrm>
            <a:off x="6466188" y="20645"/>
            <a:ext cx="2399992" cy="3452892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4" name="(a) Latent + action supervision">
            <a:extLst>
              <a:ext uri="{FF2B5EF4-FFF2-40B4-BE49-F238E27FC236}">
                <ns2:creationId id="{75C02293-0AB1-4AF6-B098-4837DB7B4EAE}"/>
              </a:ext>
            </a:extLst>
          </p:cNvPr>
          <p:cNvSpPr>
            <a:spLocks noGrp="1"/>
          </p:cNvSpPr>
          <p:nvPr/>
        </p:nvSpPr>
        <p:spPr>
          <a:xfrm>
            <a:off x="344917" y="72258"/>
            <a:ext cx="3499344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Latent + action supervision</a:t>
            </a:r>
          </a:p>
        </p:txBody>
      </p:sp>
      <p:sp>
        <p:nvSpPr>
          <p:cNvPr id="5" name="(b) Microscaling additive VQ weights">
            <a:extLst>
              <a:ext uri="{FF2B5EF4-FFF2-40B4-BE49-F238E27FC236}">
                <ns2:creationId id="{85FE1446-AA53-4EC8-8185-1EA6128E884E}"/>
              </a:ext>
            </a:extLst>
          </p:cNvPr>
          <p:cNvSpPr>
            <a:spLocks noGrp="1"/>
          </p:cNvSpPr>
          <p:nvPr/>
        </p:nvSpPr>
        <p:spPr>
          <a:xfrm>
            <a:off x="4030066" y="72258"/>
            <a:ext cx="2343218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>
              <a:ext uri="{FF2B5EF4-FFF2-40B4-BE49-F238E27FC236}">
                <ns2:creationId id="{66B4D71F-B4F6-4533-9A30-174D9B65FA14}"/>
              </a:ext>
            </a:extLst>
          </p:cNvPr>
          <p:cNvSpPr>
            <a:spLocks noGrp="1"/>
          </p:cNvSpPr>
          <p:nvPr/>
        </p:nvSpPr>
        <p:spPr>
          <a:xfrm>
            <a:off x="6517800" y="82580"/>
            <a:ext cx="2307089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Per-channel activation scaling + clipping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59DF82B1-A8F7-4CC1-BF62-B8B521AE9368}"/>
              </a:ext>
            </a:extLst>
          </p:cNvPr>
          <p:cNvSpPr>
            <a:spLocks noGrp="1"/>
          </p:cNvSpPr>
          <p:nvPr/>
        </p:nvSpPr>
        <p:spPr>
          <a:xfrm>
            <a:off x="1067495" y="294193"/>
            <a:ext cx="2028381" cy="1357415"/>
          </a:xfrm>
          <a:prstGeom prst="roundRect">
            <a:avLst>
              <a:gd name="adj" fmla="val 2662"/>
            </a:avLst>
          </a:prstGeom>
          <a:gradFill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8" name="diagram block">
            <a:extLst>
              <a:ext uri="{FF2B5EF4-FFF2-40B4-BE49-F238E27FC236}">
                <ns2:creationId id="{72CF882A-B2E3-4880-815D-1D785EFD268E}"/>
              </a:ext>
            </a:extLst>
          </p:cNvPr>
          <p:cNvSpPr>
            <a:spLocks noGrp="1"/>
          </p:cNvSpPr>
          <p:nvPr/>
        </p:nvSpPr>
        <p:spPr>
          <a:xfrm>
            <a:off x="1067495" y="1677414"/>
            <a:ext cx="2028381" cy="1476124"/>
          </a:xfrm>
          <a:prstGeom prst="roundRect">
            <a:avLst>
              <a:gd name="adj" fmla="val 2448"/>
            </a:avLst>
          </a:prstGeom>
          <a:gradFill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w="5161">
            <a:noFill/>
            <a:prstDash val="solid"/>
          </a:ln>
        </p:spPr>
      </p:sp>
      <p:cxnSp>
        <p:nvCxnSpPr>
          <p:cNvPr id="9" name="native PowerPoint connector">
            <a:extLst>
              <a:ext uri="{FF2B5EF4-FFF2-40B4-BE49-F238E27FC236}">
                <ns2:creationId id="{504F51EA-B5C4-4364-B80C-D1E4D8C89F14}"/>
              </a:ext>
            </a:extLst>
          </p:cNvPr>
          <p:cNvCxnSpPr/>
          <p:nvPr/>
        </p:nvCxnSpPr>
        <p:spPr>
          <a:xfrm flipH="0" flipV="0">
            <a:off x="1129430" y="397418"/>
            <a:ext cx="113548" cy="0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>
              <a:ext uri="{FF2B5EF4-FFF2-40B4-BE49-F238E27FC236}">
                <ns2:creationId id="{F189BB9D-BD9C-4C4E-9274-6A01D38D7A8E}"/>
              </a:ext>
            </a:extLst>
          </p:cNvPr>
          <p:cNvCxnSpPr/>
          <p:nvPr/>
        </p:nvCxnSpPr>
        <p:spPr>
          <a:xfrm flipH="0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>
              <a:ext uri="{FF2B5EF4-FFF2-40B4-BE49-F238E27FC236}">
                <ns2:creationId id="{33775FA5-CF5D-4D68-81A2-B1E103B4B246}"/>
              </a:ext>
            </a:extLst>
          </p:cNvPr>
          <p:cNvCxnSpPr/>
          <p:nvPr/>
        </p:nvCxnSpPr>
        <p:spPr>
          <a:xfrm flipH="1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>
              <a:ext uri="{FF2B5EF4-FFF2-40B4-BE49-F238E27FC236}">
                <ns2:creationId id="{29A94DF5-65CB-4B79-8BA3-7E02CF45BD9C}"/>
              </a:ext>
            </a:extLst>
          </p:cNvPr>
          <p:cNvSpPr>
            <a:spLocks noGrp="1"/>
          </p:cNvSpPr>
          <p:nvPr/>
        </p:nvSpPr>
        <p:spPr>
          <a:xfrm>
            <a:off x="1284269" y="340644"/>
            <a:ext cx="1729027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 (frozen)</a:t>
            </a:r>
          </a:p>
        </p:txBody>
      </p:sp>
      <p:sp>
        <p:nvSpPr>
          <p:cNvPr id="13" name="native vector shape">
            <a:extLst>
              <a:ext uri="{FF2B5EF4-FFF2-40B4-BE49-F238E27FC236}">
                <ns2:creationId id="{F49DFFD3-9BEA-455A-BC36-28EA5DF8A5FB}"/>
              </a:ext>
            </a:extLst>
          </p:cNvPr>
          <p:cNvSpPr>
            <a:spLocks noGrp="1"/>
          </p:cNvSpPr>
          <p:nvPr/>
        </p:nvSpPr>
        <p:spPr>
          <a:xfrm>
            <a:off x="1119108" y="1703220"/>
            <a:ext cx="144516" cy="185806"/>
          </a:xfrm>
          <a:custGeom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FF9C23"/>
          </a:solidFill>
          <a:ln w="6194">
            <a:solidFill>
              <a:srgbClr val="EF711C"/>
            </a:solidFill>
          </a:ln>
        </p:spPr>
      </p:sp>
      <p:sp>
        <p:nvSpPr>
          <p:cNvPr id="14" name="native vector shape">
            <a:extLst>
              <a:ext uri="{FF2B5EF4-FFF2-40B4-BE49-F238E27FC236}">
                <ns2:creationId id="{97F485FD-C505-4612-B75C-82665F2F9922}"/>
              </a:ext>
            </a:extLst>
          </p:cNvPr>
          <p:cNvSpPr>
            <a:spLocks noGrp="1"/>
          </p:cNvSpPr>
          <p:nvPr/>
        </p:nvSpPr>
        <p:spPr>
          <a:xfrm>
            <a:off x="1150075" y="1759994"/>
            <a:ext cx="98064" cy="129032"/>
          </a:xfrm>
          <a:custGeom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>
            <a:srgbClr val="FFD785"/>
          </a:solidFill>
          <a:ln w="6194">
            <a:noFill/>
          </a:ln>
        </p:spPr>
      </p:sp>
      <p:sp>
        <p:nvSpPr>
          <p:cNvPr id="15" name="Quantized WAM (student)">
            <a:extLst>
              <a:ext uri="{FF2B5EF4-FFF2-40B4-BE49-F238E27FC236}">
                <ns2:creationId id="{865B876E-B32C-4EE2-930B-B69F169E0D9E}"/>
              </a:ext>
            </a:extLst>
          </p:cNvPr>
          <p:cNvSpPr>
            <a:spLocks noGrp="1"/>
          </p:cNvSpPr>
          <p:nvPr/>
        </p:nvSpPr>
        <p:spPr>
          <a:xfrm>
            <a:off x="1284269" y="1734188"/>
            <a:ext cx="178064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 (student)</a:t>
            </a:r>
          </a:p>
        </p:txBody>
      </p:sp>
      <p:sp>
        <p:nvSpPr>
          <p:cNvPr id="16" name="614 target Linear layers">
            <a:extLst>
              <a:ext uri="{FF2B5EF4-FFF2-40B4-BE49-F238E27FC236}">
                <ns2:creationId id="{1A43B9D5-5EF0-43A5-B02F-799405AAF5AE}"/>
              </a:ext>
            </a:extLst>
          </p:cNvPr>
          <p:cNvSpPr>
            <a:spLocks noGrp="1"/>
          </p:cNvSpPr>
          <p:nvPr/>
        </p:nvSpPr>
        <p:spPr>
          <a:xfrm>
            <a:off x="2027492" y="1852897"/>
            <a:ext cx="102709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282"/>
          </a:bodyPr>
          <a:lstStyle>
            <a:def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rPr>
              <a:t>614 target Linear layers</a:t>
            </a:r>
          </a:p>
        </p:txBody>
      </p:sp>
      <p:cxnSp>
        <p:nvCxnSpPr>
          <p:cNvPr id="17" name="native PowerPoint connector">
            <a:extLst>
              <a:ext uri="{FF2B5EF4-FFF2-40B4-BE49-F238E27FC236}">
                <ns2:creationId id="{9713AD79-3E8B-4299-BA2B-53FD256AEFA3}"/>
              </a:ext>
            </a:extLst>
          </p:cNvPr>
          <p:cNvCxnSpPr/>
          <p:nvPr/>
        </p:nvCxnSpPr>
        <p:spPr>
          <a:xfrm flipH="0" flipV="0">
            <a:off x="2027492" y="1971607"/>
            <a:ext cx="1027094" cy="0"/>
          </a:xfrm>
          <a:prstGeom prst="straightConnector1">
            <a:avLst/>
          </a:prstGeom>
          <a:ln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>
              <a:ext uri="{FF2B5EF4-FFF2-40B4-BE49-F238E27FC236}">
                <ns2:creationId id="{D0258F67-D878-415A-8BD0-A2339FF1C777}"/>
              </a:ext>
            </a:extLst>
          </p:cNvPr>
          <p:cNvSpPr>
            <a:spLocks noGrp="1"/>
          </p:cNvSpPr>
          <p:nvPr/>
        </p:nvSpPr>
        <p:spPr>
          <a:xfrm>
            <a:off x="1315236" y="531611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19" name="Video DiT&#10;(BF16)">
            <a:extLst>
              <a:ext uri="{FF2B5EF4-FFF2-40B4-BE49-F238E27FC236}">
                <ns2:creationId id="{F002576C-B31A-4410-A211-E5628241777C}"/>
              </a:ext>
            </a:extLst>
          </p:cNvPr>
          <p:cNvSpPr>
            <a:spLocks noGrp="1"/>
          </p:cNvSpPr>
          <p:nvPr/>
        </p:nvSpPr>
        <p:spPr>
          <a:xfrm>
            <a:off x="1397817" y="66064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0" name="native vector shape">
            <a:extLst>
              <a:ext uri="{FF2B5EF4-FFF2-40B4-BE49-F238E27FC236}">
                <ns2:creationId id="{E051F021-9C64-4F9E-A19D-7650CAC47AC8}"/>
              </a:ext>
            </a:extLst>
          </p:cNvPr>
          <p:cNvSpPr>
            <a:spLocks noGrp="1"/>
          </p:cNvSpPr>
          <p:nvPr/>
        </p:nvSpPr>
        <p:spPr>
          <a:xfrm>
            <a:off x="2306201" y="547095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21" name="Action DiT&#10;(BF16)">
            <a:extLst>
              <a:ext uri="{FF2B5EF4-FFF2-40B4-BE49-F238E27FC236}">
                <ns2:creationId id="{27F4B570-D2CD-4B3C-A14F-24FCEDDFB877}"/>
              </a:ext>
            </a:extLst>
          </p:cNvPr>
          <p:cNvSpPr>
            <a:spLocks noGrp="1"/>
          </p:cNvSpPr>
          <p:nvPr/>
        </p:nvSpPr>
        <p:spPr>
          <a:xfrm>
            <a:off x="2388781" y="676127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2" name="native vector shape">
            <a:extLst>
              <a:ext uri="{FF2B5EF4-FFF2-40B4-BE49-F238E27FC236}">
                <ns2:creationId id="{B7F23763-874B-4C0C-AA38-88D1E451A5D9}"/>
              </a:ext>
            </a:extLst>
          </p:cNvPr>
          <p:cNvSpPr>
            <a:spLocks noGrp="1"/>
          </p:cNvSpPr>
          <p:nvPr/>
        </p:nvSpPr>
        <p:spPr>
          <a:xfrm>
            <a:off x="1315236" y="1950962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3" name="Video DiT&#10;(quantized)">
            <a:extLst>
              <a:ext uri="{FF2B5EF4-FFF2-40B4-BE49-F238E27FC236}">
                <ns2:creationId id="{85326C21-309B-4E5F-A4D6-CA4163256FB9}"/>
              </a:ext>
            </a:extLst>
          </p:cNvPr>
          <p:cNvSpPr>
            <a:spLocks noGrp="1"/>
          </p:cNvSpPr>
          <p:nvPr/>
        </p:nvSpPr>
        <p:spPr>
          <a:xfrm>
            <a:off x="1397817" y="207999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sp>
        <p:nvSpPr>
          <p:cNvPr id="24" name="native vector shape">
            <a:extLst>
              <a:ext uri="{FF2B5EF4-FFF2-40B4-BE49-F238E27FC236}">
                <ns2:creationId id="{05E22AAB-D9C1-4B58-82C1-D66829322ED2}"/>
              </a:ext>
            </a:extLst>
          </p:cNvPr>
          <p:cNvSpPr>
            <a:spLocks noGrp="1"/>
          </p:cNvSpPr>
          <p:nvPr/>
        </p:nvSpPr>
        <p:spPr>
          <a:xfrm>
            <a:off x="2306201" y="1971607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5" name="Action DiT&#10;(quantized)">
            <a:extLst>
              <a:ext uri="{FF2B5EF4-FFF2-40B4-BE49-F238E27FC236}">
                <ns2:creationId id="{158DA459-77D5-43E2-BC82-638CCBAA610E}"/>
              </a:ext>
            </a:extLst>
          </p:cNvPr>
          <p:cNvSpPr>
            <a:spLocks noGrp="1"/>
          </p:cNvSpPr>
          <p:nvPr/>
        </p:nvSpPr>
        <p:spPr>
          <a:xfrm>
            <a:off x="2388781" y="2100638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cxnSp>
        <p:nvCxnSpPr>
          <p:cNvPr id="26" name="native PowerPoint connector">
            <a:extLst>
              <a:ext uri="{FF2B5EF4-FFF2-40B4-BE49-F238E27FC236}">
                <ns2:creationId id="{462A181A-BD6A-4AA7-B02F-58E708C532E4}"/>
              </a:ext>
            </a:extLst>
          </p:cNvPr>
          <p:cNvCxnSpPr/>
          <p:nvPr/>
        </p:nvCxnSpPr>
        <p:spPr>
          <a:xfrm flipH="0" flipV="0">
            <a:off x="2027492" y="769030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>
              <a:ext uri="{FF2B5EF4-FFF2-40B4-BE49-F238E27FC236}">
                <ns2:creationId id="{79ED24B5-CB8F-41C0-85A0-7B5F5241BA16}"/>
              </a:ext>
            </a:extLst>
          </p:cNvPr>
          <p:cNvCxnSpPr/>
          <p:nvPr/>
        </p:nvCxnSpPr>
        <p:spPr>
          <a:xfrm flipH="0" flipV="0">
            <a:off x="2027492" y="2193541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>
              <a:ext uri="{FF2B5EF4-FFF2-40B4-BE49-F238E27FC236}">
                <ns2:creationId id="{4FC1CCDD-41A3-4982-B0C0-7333FF3E019D}"/>
              </a:ext>
            </a:extLst>
          </p:cNvPr>
          <p:cNvSpPr>
            <a:spLocks noGrp="1"/>
          </p:cNvSpPr>
          <p:nvPr/>
        </p:nvSpPr>
        <p:spPr>
          <a:xfrm>
            <a:off x="319110" y="887739"/>
            <a:ext cx="660643" cy="1274835"/>
          </a:xfrm>
          <a:prstGeom prst="roundRect">
            <a:avLst>
              <a:gd name="adj" fmla="val 3906"/>
            </a:avLst>
          </a:prstGeom>
          <a:gradFill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w="5161">
            <a:solidFill>
              <a:srgbClr val="63849E"/>
            </a:solidFill>
            <a:prstDash val="solid"/>
          </a:ln>
        </p:spPr>
      </p:sp>
      <p:sp>
        <p:nvSpPr>
          <p:cNvPr id="29" name="Observation&#10;+ language&#10;+ proprioception">
            <a:extLst>
              <a:ext uri="{FF2B5EF4-FFF2-40B4-BE49-F238E27FC236}">
                <ns2:creationId id="{F33A666B-6B17-4920-AE49-46665BB00DD3}"/>
              </a:ext>
            </a:extLst>
          </p:cNvPr>
          <p:cNvSpPr>
            <a:spLocks noGrp="1"/>
          </p:cNvSpPr>
          <p:nvPr/>
        </p:nvSpPr>
        <p:spPr>
          <a:xfrm>
            <a:off x="375884" y="1073545"/>
            <a:ext cx="557418" cy="3458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9309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language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proprioception</a:t>
            </a:r>
          </a:p>
        </p:txBody>
      </p:sp>
      <p:sp>
        <p:nvSpPr>
          <p:cNvPr id="30" name="o_t, l, p_t">
            <a:extLst>
              <a:ext uri="{FF2B5EF4-FFF2-40B4-BE49-F238E27FC236}">
                <ns2:creationId id="{93D7CF78-1CCF-481B-9C99-65190F6FE68C}"/>
              </a:ext>
            </a:extLst>
          </p:cNvPr>
          <p:cNvSpPr>
            <a:spLocks noGrp="1"/>
          </p:cNvSpPr>
          <p:nvPr/>
        </p:nvSpPr>
        <p:spPr>
          <a:xfrm>
            <a:off x="375884" y="1455479"/>
            <a:ext cx="588385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l, p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1" name="Current images&#10;Instruction&#10;Robot state">
            <a:extLst>
              <a:ext uri="{FF2B5EF4-FFF2-40B4-BE49-F238E27FC236}">
                <ns2:creationId id="{297213F1-FC52-4033-B52E-BBED8AD3FFCA}"/>
              </a:ext>
            </a:extLst>
          </p:cNvPr>
          <p:cNvSpPr>
            <a:spLocks noGrp="1"/>
          </p:cNvSpPr>
          <p:nvPr/>
        </p:nvSpPr>
        <p:spPr>
          <a:xfrm>
            <a:off x="360400" y="1692898"/>
            <a:ext cx="588385" cy="3767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80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Current images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Robot state</a:t>
            </a:r>
          </a:p>
        </p:txBody>
      </p:sp>
      <p:cxnSp>
        <p:nvCxnSpPr>
          <p:cNvPr id="32" name="native PowerPoint connector">
            <a:extLst>
              <a:ext uri="{FF2B5EF4-FFF2-40B4-BE49-F238E27FC236}">
                <ns2:creationId id="{5DD40D90-85AE-4B29-98D7-5686190A53EE}"/>
              </a:ext>
            </a:extLst>
          </p:cNvPr>
          <p:cNvCxnSpPr/>
          <p:nvPr/>
        </p:nvCxnSpPr>
        <p:spPr>
          <a:xfrm flipH="0" flipV="0">
            <a:off x="979753" y="11870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3" name="native PowerPoint connector">
            <a:extLst>
              <a:ext uri="{FF2B5EF4-FFF2-40B4-BE49-F238E27FC236}">
                <ns2:creationId id="{2757921D-ACC5-4676-BB0B-6C1CA07296A6}"/>
              </a:ext>
            </a:extLst>
          </p:cNvPr>
          <p:cNvCxnSpPr/>
          <p:nvPr/>
        </p:nvCxnSpPr>
        <p:spPr>
          <a:xfrm flipH="0" flipV="1">
            <a:off x="1129430" y="769030"/>
            <a:ext cx="0" cy="418063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4" name="native PowerPoint connector">
            <a:extLst>
              <a:ext uri="{FF2B5EF4-FFF2-40B4-BE49-F238E27FC236}">
                <ns2:creationId id="{467F9278-5DED-4C6A-9B94-AB9003044EFB}"/>
              </a:ext>
            </a:extLst>
          </p:cNvPr>
          <p:cNvCxnSpPr/>
          <p:nvPr/>
        </p:nvCxnSpPr>
        <p:spPr>
          <a:xfrm flipH="0" flipV="0">
            <a:off x="1129430" y="769030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5" name="native PowerPoint connector">
            <a:extLst>
              <a:ext uri="{FF2B5EF4-FFF2-40B4-BE49-F238E27FC236}">
                <ns2:creationId id="{D171601C-3715-4780-8E36-0728D98F4E8A}"/>
              </a:ext>
            </a:extLst>
          </p:cNvPr>
          <p:cNvCxnSpPr/>
          <p:nvPr/>
        </p:nvCxnSpPr>
        <p:spPr>
          <a:xfrm flipH="0" flipV="0">
            <a:off x="979753" y="20799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>
              <a:ext uri="{FF2B5EF4-FFF2-40B4-BE49-F238E27FC236}">
                <ns2:creationId id="{1189B610-A54F-4B4A-8994-633810C1C79A}"/>
              </a:ext>
            </a:extLst>
          </p:cNvPr>
          <p:cNvCxnSpPr/>
          <p:nvPr/>
        </p:nvCxnSpPr>
        <p:spPr>
          <a:xfrm flipH="0" flipV="0">
            <a:off x="1129430" y="2079993"/>
            <a:ext cx="0" cy="139354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7" name="native PowerPoint connector">
            <a:extLst>
              <a:ext uri="{FF2B5EF4-FFF2-40B4-BE49-F238E27FC236}">
                <ns2:creationId id="{3323F495-800D-47B9-BFF2-57ED28D414DA}"/>
              </a:ext>
            </a:extLst>
          </p:cNvPr>
          <p:cNvCxnSpPr/>
          <p:nvPr/>
        </p:nvCxnSpPr>
        <p:spPr>
          <a:xfrm flipH="0" flipV="0">
            <a:off x="1129430" y="2219348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8" name="diagram block">
            <a:extLst>
              <a:ext uri="{FF2B5EF4-FFF2-40B4-BE49-F238E27FC236}">
                <ns2:creationId id="{FE1F33E8-B79A-40CD-8399-2F563E649A61}"/>
              </a:ext>
            </a:extLst>
          </p:cNvPr>
          <p:cNvSpPr>
            <a:spLocks noGrp="1"/>
          </p:cNvSpPr>
          <p:nvPr/>
        </p:nvSpPr>
        <p:spPr>
          <a:xfrm>
            <a:off x="148039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39" name="diagram block">
            <a:extLst>
              <a:ext uri="{FF2B5EF4-FFF2-40B4-BE49-F238E27FC236}">
                <ns2:creationId id="{9DD553C1-3A1A-44C5-9BD7-D290759538C1}"/>
              </a:ext>
            </a:extLst>
          </p:cNvPr>
          <p:cNvSpPr>
            <a:spLocks noGrp="1"/>
          </p:cNvSpPr>
          <p:nvPr/>
        </p:nvSpPr>
        <p:spPr>
          <a:xfrm>
            <a:off x="156297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0" name="diagram block">
            <a:extLst>
              <a:ext uri="{FF2B5EF4-FFF2-40B4-BE49-F238E27FC236}">
                <ns2:creationId id="{718BF98C-916F-4169-86E5-7BB9CB91B4A7}"/>
              </a:ext>
            </a:extLst>
          </p:cNvPr>
          <p:cNvSpPr>
            <a:spLocks noGrp="1"/>
          </p:cNvSpPr>
          <p:nvPr/>
        </p:nvSpPr>
        <p:spPr>
          <a:xfrm>
            <a:off x="164555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1" name="diagram block">
            <a:extLst>
              <a:ext uri="{FF2B5EF4-FFF2-40B4-BE49-F238E27FC236}">
                <ns2:creationId id="{54E8CE54-1985-434A-9342-B0784059CB95}"/>
              </a:ext>
            </a:extLst>
          </p:cNvPr>
          <p:cNvSpPr>
            <a:spLocks noGrp="1"/>
          </p:cNvSpPr>
          <p:nvPr/>
        </p:nvSpPr>
        <p:spPr>
          <a:xfrm>
            <a:off x="172813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2" name="diagram block">
            <a:extLst>
              <a:ext uri="{FF2B5EF4-FFF2-40B4-BE49-F238E27FC236}">
                <ns2:creationId id="{A7ACC246-AC99-45F8-89F9-C43EE7312FC8}"/>
              </a:ext>
            </a:extLst>
          </p:cNvPr>
          <p:cNvSpPr>
            <a:spLocks noGrp="1"/>
          </p:cNvSpPr>
          <p:nvPr/>
        </p:nvSpPr>
        <p:spPr>
          <a:xfrm>
            <a:off x="247652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3" name="diagram block">
            <a:extLst>
              <a:ext uri="{FF2B5EF4-FFF2-40B4-BE49-F238E27FC236}">
                <ns2:creationId id="{A650AA7C-EC77-4261-AF2B-560156B04312}"/>
              </a:ext>
            </a:extLst>
          </p:cNvPr>
          <p:cNvSpPr>
            <a:spLocks noGrp="1"/>
          </p:cNvSpPr>
          <p:nvPr/>
        </p:nvSpPr>
        <p:spPr>
          <a:xfrm>
            <a:off x="255910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4" name="diagram block">
            <a:extLst>
              <a:ext uri="{FF2B5EF4-FFF2-40B4-BE49-F238E27FC236}">
                <ns2:creationId id="{CEDBE8B5-FF15-47FF-839A-287D673914BC}"/>
              </a:ext>
            </a:extLst>
          </p:cNvPr>
          <p:cNvSpPr>
            <a:spLocks noGrp="1"/>
          </p:cNvSpPr>
          <p:nvPr/>
        </p:nvSpPr>
        <p:spPr>
          <a:xfrm>
            <a:off x="264168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5" name="diagram block">
            <a:extLst>
              <a:ext uri="{FF2B5EF4-FFF2-40B4-BE49-F238E27FC236}">
                <ns2:creationId id="{0B417BE9-94E9-4DA2-818F-5CD175DB3372}"/>
              </a:ext>
            </a:extLst>
          </p:cNvPr>
          <p:cNvSpPr>
            <a:spLocks noGrp="1"/>
          </p:cNvSpPr>
          <p:nvPr/>
        </p:nvSpPr>
        <p:spPr>
          <a:xfrm>
            <a:off x="272426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6" name="diagram block">
            <a:extLst>
              <a:ext uri="{FF2B5EF4-FFF2-40B4-BE49-F238E27FC236}">
                <ns2:creationId id="{CAF17E00-4002-4F16-8E57-C891C805DBE7}"/>
              </a:ext>
            </a:extLst>
          </p:cNvPr>
          <p:cNvSpPr>
            <a:spLocks noGrp="1"/>
          </p:cNvSpPr>
          <p:nvPr/>
        </p:nvSpPr>
        <p:spPr>
          <a:xfrm>
            <a:off x="148039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7" name="diagram block">
            <a:extLst>
              <a:ext uri="{FF2B5EF4-FFF2-40B4-BE49-F238E27FC236}">
                <ns2:creationId id="{74A2B20F-12D6-43B9-83EA-4EE4223BA657}"/>
              </a:ext>
            </a:extLst>
          </p:cNvPr>
          <p:cNvSpPr>
            <a:spLocks noGrp="1"/>
          </p:cNvSpPr>
          <p:nvPr/>
        </p:nvSpPr>
        <p:spPr>
          <a:xfrm>
            <a:off x="156297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8" name="diagram block">
            <a:extLst>
              <a:ext uri="{FF2B5EF4-FFF2-40B4-BE49-F238E27FC236}">
                <ns2:creationId id="{A6AA42E8-E647-4748-8BC3-1EB3B81579F9}"/>
              </a:ext>
            </a:extLst>
          </p:cNvPr>
          <p:cNvSpPr>
            <a:spLocks noGrp="1"/>
          </p:cNvSpPr>
          <p:nvPr/>
        </p:nvSpPr>
        <p:spPr>
          <a:xfrm>
            <a:off x="164555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9" name="diagram block">
            <a:extLst>
              <a:ext uri="{FF2B5EF4-FFF2-40B4-BE49-F238E27FC236}">
                <ns2:creationId id="{73294550-F5DC-4796-BFAD-F8D3F8B47B50}"/>
              </a:ext>
            </a:extLst>
          </p:cNvPr>
          <p:cNvSpPr>
            <a:spLocks noGrp="1"/>
          </p:cNvSpPr>
          <p:nvPr/>
        </p:nvSpPr>
        <p:spPr>
          <a:xfrm>
            <a:off x="172813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50" name="diagram block">
            <a:extLst>
              <a:ext uri="{FF2B5EF4-FFF2-40B4-BE49-F238E27FC236}">
                <ns2:creationId id="{63178131-8371-4439-A743-D3BDDDA22A6D}"/>
              </a:ext>
            </a:extLst>
          </p:cNvPr>
          <p:cNvSpPr>
            <a:spLocks noGrp="1"/>
          </p:cNvSpPr>
          <p:nvPr/>
        </p:nvSpPr>
        <p:spPr>
          <a:xfrm>
            <a:off x="247652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1" name="diagram block">
            <a:extLst>
              <a:ext uri="{FF2B5EF4-FFF2-40B4-BE49-F238E27FC236}">
                <ns2:creationId id="{D85A9EE5-8305-46FF-AEBA-611F00FBEBD7}"/>
              </a:ext>
            </a:extLst>
          </p:cNvPr>
          <p:cNvSpPr>
            <a:spLocks noGrp="1"/>
          </p:cNvSpPr>
          <p:nvPr/>
        </p:nvSpPr>
        <p:spPr>
          <a:xfrm>
            <a:off x="255910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2" name="diagram block">
            <a:extLst>
              <a:ext uri="{FF2B5EF4-FFF2-40B4-BE49-F238E27FC236}">
                <ns2:creationId id="{856878D8-3AA3-4395-ABAF-74B5E148D744}"/>
              </a:ext>
            </a:extLst>
          </p:cNvPr>
          <p:cNvSpPr>
            <a:spLocks noGrp="1"/>
          </p:cNvSpPr>
          <p:nvPr/>
        </p:nvSpPr>
        <p:spPr>
          <a:xfrm>
            <a:off x="264168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3" name="diagram block">
            <a:extLst>
              <a:ext uri="{FF2B5EF4-FFF2-40B4-BE49-F238E27FC236}">
                <ns2:creationId id="{EA7B06EE-F8F1-40DB-98C2-D884E9048589}"/>
              </a:ext>
            </a:extLst>
          </p:cNvPr>
          <p:cNvSpPr>
            <a:spLocks noGrp="1"/>
          </p:cNvSpPr>
          <p:nvPr/>
        </p:nvSpPr>
        <p:spPr>
          <a:xfrm>
            <a:off x="272426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4" name="Future latent tokens Zᵀ">
            <a:extLst>
              <a:ext uri="{FF2B5EF4-FFF2-40B4-BE49-F238E27FC236}">
                <ns2:creationId id="{2DCABF17-AEA3-4BC0-BBA1-47D0C5DFC9E7}"/>
              </a:ext>
            </a:extLst>
          </p:cNvPr>
          <p:cNvSpPr>
            <a:spLocks noGrp="1"/>
          </p:cNvSpPr>
          <p:nvPr/>
        </p:nvSpPr>
        <p:spPr>
          <a:xfrm>
            <a:off x="1222333" y="1249028"/>
            <a:ext cx="1140642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Zᵀ</a:t>
            </a:r>
          </a:p>
        </p:txBody>
      </p:sp>
      <p:sp>
        <p:nvSpPr>
          <p:cNvPr id="55" name="(teacher-generated future)">
            <a:extLst>
              <a:ext uri="{FF2B5EF4-FFF2-40B4-BE49-F238E27FC236}">
                <ns2:creationId id="{72712D57-1E62-4E13-8223-F3B29A133A56}"/>
              </a:ext>
            </a:extLst>
          </p:cNvPr>
          <p:cNvSpPr>
            <a:spLocks noGrp="1"/>
          </p:cNvSpPr>
          <p:nvPr/>
        </p:nvSpPr>
        <p:spPr>
          <a:xfrm>
            <a:off x="1227494" y="1367738"/>
            <a:ext cx="1021932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(teacher-generated future)</a:t>
            </a:r>
          </a:p>
        </p:txBody>
      </p:sp>
      <p:sp>
        <p:nvSpPr>
          <p:cNvPr id="56" name="Action chunk aᵀ">
            <a:extLst>
              <a:ext uri="{FF2B5EF4-FFF2-40B4-BE49-F238E27FC236}">
                <ns2:creationId id="{72355920-D1F3-45F6-8007-809C2A07FEDC}"/>
              </a:ext>
            </a:extLst>
          </p:cNvPr>
          <p:cNvSpPr>
            <a:spLocks noGrp="1"/>
          </p:cNvSpPr>
          <p:nvPr/>
        </p:nvSpPr>
        <p:spPr>
          <a:xfrm>
            <a:off x="2368136" y="1249028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aᵀ</a:t>
            </a:r>
          </a:p>
        </p:txBody>
      </p:sp>
      <p:sp>
        <p:nvSpPr>
          <p:cNvPr id="57" name="(6 motor dimensions)">
            <a:extLst>
              <a:ext uri="{FF2B5EF4-FFF2-40B4-BE49-F238E27FC236}">
                <ns2:creationId id="{04C081E6-DB64-48AD-8CFA-4C05BD0A613C}"/>
              </a:ext>
            </a:extLst>
          </p:cNvPr>
          <p:cNvSpPr>
            <a:spLocks noGrp="1"/>
          </p:cNvSpPr>
          <p:nvPr/>
        </p:nvSpPr>
        <p:spPr>
          <a:xfrm>
            <a:off x="2357813" y="1367738"/>
            <a:ext cx="717417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48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sp>
        <p:nvSpPr>
          <p:cNvPr id="58" name="Future latent tokens Zˢ">
            <a:extLst>
              <a:ext uri="{FF2B5EF4-FFF2-40B4-BE49-F238E27FC236}">
                <ns2:creationId id="{190718B0-B61D-4D07-9981-D44507752AB1}"/>
              </a:ext>
            </a:extLst>
          </p:cNvPr>
          <p:cNvSpPr>
            <a:spLocks noGrp="1"/>
          </p:cNvSpPr>
          <p:nvPr/>
        </p:nvSpPr>
        <p:spPr>
          <a:xfrm>
            <a:off x="1227494" y="2714830"/>
            <a:ext cx="110967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Zˢ</a:t>
            </a:r>
          </a:p>
        </p:txBody>
      </p:sp>
      <p:sp>
        <p:nvSpPr>
          <p:cNvPr id="59" name="(student-generated future)">
            <a:extLst>
              <a:ext uri="{FF2B5EF4-FFF2-40B4-BE49-F238E27FC236}">
                <ns2:creationId id="{5A4A1672-2BEF-4C2E-8F1B-9B2201421C9C}"/>
              </a:ext>
            </a:extLst>
          </p:cNvPr>
          <p:cNvSpPr>
            <a:spLocks noGrp="1"/>
          </p:cNvSpPr>
          <p:nvPr/>
        </p:nvSpPr>
        <p:spPr>
          <a:xfrm>
            <a:off x="1227494" y="2833539"/>
            <a:ext cx="1021932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(student-generated future)</a:t>
            </a:r>
          </a:p>
        </p:txBody>
      </p:sp>
      <p:sp>
        <p:nvSpPr>
          <p:cNvPr id="60" name="Action chunk aˢ">
            <a:extLst>
              <a:ext uri="{FF2B5EF4-FFF2-40B4-BE49-F238E27FC236}">
                <ns2:creationId id="{93DBEB2B-66F0-46D9-9228-C35A3229A52E}"/>
              </a:ext>
            </a:extLst>
          </p:cNvPr>
          <p:cNvSpPr>
            <a:spLocks noGrp="1"/>
          </p:cNvSpPr>
          <p:nvPr/>
        </p:nvSpPr>
        <p:spPr>
          <a:xfrm>
            <a:off x="2368136" y="2714830"/>
            <a:ext cx="71741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aˢ</a:t>
            </a:r>
          </a:p>
        </p:txBody>
      </p:sp>
      <p:sp>
        <p:nvSpPr>
          <p:cNvPr id="61" name="(6 motor dimensions)">
            <a:extLst>
              <a:ext uri="{FF2B5EF4-FFF2-40B4-BE49-F238E27FC236}">
                <ns2:creationId id="{605D01CC-50AF-4549-A108-B4EE59C5BACB}"/>
              </a:ext>
            </a:extLst>
          </p:cNvPr>
          <p:cNvSpPr>
            <a:spLocks noGrp="1"/>
          </p:cNvSpPr>
          <p:nvPr/>
        </p:nvSpPr>
        <p:spPr>
          <a:xfrm>
            <a:off x="2357813" y="2833539"/>
            <a:ext cx="717417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48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cxnSp>
        <p:nvCxnSpPr>
          <p:cNvPr id="62" name="native PowerPoint connector">
            <a:extLst>
              <a:ext uri="{FF2B5EF4-FFF2-40B4-BE49-F238E27FC236}">
                <ns2:creationId id="{B8C9F60A-B4DE-4576-9751-6EC882D64A4E}"/>
              </a:ext>
            </a:extLst>
          </p:cNvPr>
          <p:cNvCxnSpPr/>
          <p:nvPr/>
        </p:nvCxnSpPr>
        <p:spPr>
          <a:xfrm flipH="0" flipV="0">
            <a:off x="1227494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3" name="native PowerPoint connector">
            <a:extLst>
              <a:ext uri="{FF2B5EF4-FFF2-40B4-BE49-F238E27FC236}">
                <ns2:creationId id="{F5F1B2FB-8C2D-4F48-9DDA-F28CE5561096}"/>
              </a:ext>
            </a:extLst>
          </p:cNvPr>
          <p:cNvCxnSpPr/>
          <p:nvPr/>
        </p:nvCxnSpPr>
        <p:spPr>
          <a:xfrm flipH="0" flipV="0">
            <a:off x="1227494" y="1507092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4" name="native PowerPoint connector">
            <a:extLst>
              <a:ext uri="{FF2B5EF4-FFF2-40B4-BE49-F238E27FC236}">
                <ns2:creationId id="{D145083A-B939-47FF-A518-8B14B8419C43}"/>
              </a:ext>
            </a:extLst>
          </p:cNvPr>
          <p:cNvCxnSpPr/>
          <p:nvPr/>
        </p:nvCxnSpPr>
        <p:spPr>
          <a:xfrm flipH="0" flipV="1">
            <a:off x="224942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5" name="T tokens (exclude frame 0)">
            <a:extLst>
              <a:ext uri="{FF2B5EF4-FFF2-40B4-BE49-F238E27FC236}">
                <ns2:creationId id="{12C82D48-B9FD-4F37-8B1D-54DA669238D8}"/>
              </a:ext>
            </a:extLst>
          </p:cNvPr>
          <p:cNvSpPr>
            <a:spLocks noGrp="1"/>
          </p:cNvSpPr>
          <p:nvPr/>
        </p:nvSpPr>
        <p:spPr>
          <a:xfrm>
            <a:off x="1191366" y="154322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66" name="native PowerPoint connector">
            <a:extLst>
              <a:ext uri="{FF2B5EF4-FFF2-40B4-BE49-F238E27FC236}">
                <ns2:creationId id="{B88A45E6-DF9B-459D-866C-73348D8C4BFD}"/>
              </a:ext>
            </a:extLst>
          </p:cNvPr>
          <p:cNvCxnSpPr/>
          <p:nvPr/>
        </p:nvCxnSpPr>
        <p:spPr>
          <a:xfrm flipH="0" flipV="0">
            <a:off x="2316523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7" name="native PowerPoint connector">
            <a:extLst>
              <a:ext uri="{FF2B5EF4-FFF2-40B4-BE49-F238E27FC236}">
                <ns2:creationId id="{B212D362-E2AF-4940-9AD8-E06F0332D45D}"/>
              </a:ext>
            </a:extLst>
          </p:cNvPr>
          <p:cNvCxnSpPr/>
          <p:nvPr/>
        </p:nvCxnSpPr>
        <p:spPr>
          <a:xfrm flipH="0" flipV="0">
            <a:off x="2316523" y="1507092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8" name="native PowerPoint connector">
            <a:extLst>
              <a:ext uri="{FF2B5EF4-FFF2-40B4-BE49-F238E27FC236}">
                <ns2:creationId id="{75DC3709-DB45-43CB-9F25-5680CA2A2BCF}"/>
              </a:ext>
            </a:extLst>
          </p:cNvPr>
          <p:cNvCxnSpPr/>
          <p:nvPr/>
        </p:nvCxnSpPr>
        <p:spPr>
          <a:xfrm flipH="0" flipV="1">
            <a:off x="294103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9" name="H tokens">
            <a:extLst>
              <a:ext uri="{FF2B5EF4-FFF2-40B4-BE49-F238E27FC236}">
                <ns2:creationId id="{23C4A01D-0128-4074-8383-DE4FFE5B0D14}"/>
              </a:ext>
            </a:extLst>
          </p:cNvPr>
          <p:cNvSpPr>
            <a:spLocks noGrp="1"/>
          </p:cNvSpPr>
          <p:nvPr/>
        </p:nvSpPr>
        <p:spPr>
          <a:xfrm>
            <a:off x="2280394" y="154322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0" name="native PowerPoint connector">
            <a:extLst>
              <a:ext uri="{FF2B5EF4-FFF2-40B4-BE49-F238E27FC236}">
                <ns2:creationId id="{F4EC0CFC-38B0-49FC-875C-54CFC4E3C18D}"/>
              </a:ext>
            </a:extLst>
          </p:cNvPr>
          <p:cNvCxnSpPr/>
          <p:nvPr/>
        </p:nvCxnSpPr>
        <p:spPr>
          <a:xfrm flipH="0" flipV="0">
            <a:off x="1227494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1" name="native PowerPoint connector">
            <a:extLst>
              <a:ext uri="{FF2B5EF4-FFF2-40B4-BE49-F238E27FC236}">
                <ns2:creationId id="{D5D3E9A3-1B50-4B25-B94F-A8715F569AF0}"/>
              </a:ext>
            </a:extLst>
          </p:cNvPr>
          <p:cNvCxnSpPr/>
          <p:nvPr/>
        </p:nvCxnSpPr>
        <p:spPr>
          <a:xfrm flipH="0" flipV="0">
            <a:off x="1227494" y="2967733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2" name="native PowerPoint connector">
            <a:extLst>
              <a:ext uri="{FF2B5EF4-FFF2-40B4-BE49-F238E27FC236}">
                <ns2:creationId id="{B65631D9-AB8F-4B6B-8B5A-C7FD3B696DCD}"/>
              </a:ext>
            </a:extLst>
          </p:cNvPr>
          <p:cNvCxnSpPr/>
          <p:nvPr/>
        </p:nvCxnSpPr>
        <p:spPr>
          <a:xfrm flipH="0" flipV="1">
            <a:off x="224942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3" name="T tokens (exclude frame 0)">
            <a:extLst>
              <a:ext uri="{FF2B5EF4-FFF2-40B4-BE49-F238E27FC236}">
                <ns2:creationId id="{46BE16C6-638F-45CE-953D-D0B0705E62BE}"/>
              </a:ext>
            </a:extLst>
          </p:cNvPr>
          <p:cNvSpPr>
            <a:spLocks noGrp="1"/>
          </p:cNvSpPr>
          <p:nvPr/>
        </p:nvSpPr>
        <p:spPr>
          <a:xfrm>
            <a:off x="1191366" y="300386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74" name="native PowerPoint connector">
            <a:extLst>
              <a:ext uri="{FF2B5EF4-FFF2-40B4-BE49-F238E27FC236}">
                <ns2:creationId id="{7EAC82D8-799E-4A63-B3A0-88F3B666C975}"/>
              </a:ext>
            </a:extLst>
          </p:cNvPr>
          <p:cNvCxnSpPr/>
          <p:nvPr/>
        </p:nvCxnSpPr>
        <p:spPr>
          <a:xfrm flipH="0" flipV="0">
            <a:off x="2316523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5" name="native PowerPoint connector">
            <a:extLst>
              <a:ext uri="{FF2B5EF4-FFF2-40B4-BE49-F238E27FC236}">
                <ns2:creationId id="{3B7C6C79-7E15-46EF-BFD6-255FB87FA1A1}"/>
              </a:ext>
            </a:extLst>
          </p:cNvPr>
          <p:cNvCxnSpPr/>
          <p:nvPr/>
        </p:nvCxnSpPr>
        <p:spPr>
          <a:xfrm flipH="0" flipV="0">
            <a:off x="2316523" y="2967733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6" name="native PowerPoint connector">
            <a:extLst>
              <a:ext uri="{FF2B5EF4-FFF2-40B4-BE49-F238E27FC236}">
                <ns2:creationId id="{1BDD476C-5594-4228-B1ED-7C9D1684F939}"/>
              </a:ext>
            </a:extLst>
          </p:cNvPr>
          <p:cNvCxnSpPr/>
          <p:nvPr/>
        </p:nvCxnSpPr>
        <p:spPr>
          <a:xfrm flipH="0" flipV="1">
            <a:off x="294103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7" name="H tokens">
            <a:extLst>
              <a:ext uri="{FF2B5EF4-FFF2-40B4-BE49-F238E27FC236}">
                <ns2:creationId id="{83BF3D93-49C7-45A8-9E18-0648F1DE154E}"/>
              </a:ext>
            </a:extLst>
          </p:cNvPr>
          <p:cNvSpPr>
            <a:spLocks noGrp="1"/>
          </p:cNvSpPr>
          <p:nvPr/>
        </p:nvSpPr>
        <p:spPr>
          <a:xfrm>
            <a:off x="2280394" y="300386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8" name="native PowerPoint connector">
            <a:extLst>
              <a:ext uri="{FF2B5EF4-FFF2-40B4-BE49-F238E27FC236}">
                <ns2:creationId id="{F1495EEF-9ADE-4B5F-8716-505DC66A161C}"/>
              </a:ext>
            </a:extLst>
          </p:cNvPr>
          <p:cNvCxnSpPr/>
          <p:nvPr/>
        </p:nvCxnSpPr>
        <p:spPr>
          <a:xfrm flipH="0" flipV="0">
            <a:off x="1821041" y="1114835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79" name="native PowerPoint connector">
            <a:extLst>
              <a:ext uri="{FF2B5EF4-FFF2-40B4-BE49-F238E27FC236}">
                <ns2:creationId id="{84FDDF86-DE64-486C-9927-5607ACAA3F2E}"/>
              </a:ext>
            </a:extLst>
          </p:cNvPr>
          <p:cNvCxnSpPr/>
          <p:nvPr/>
        </p:nvCxnSpPr>
        <p:spPr>
          <a:xfrm flipH="0" flipV="1">
            <a:off x="1862331" y="954836"/>
            <a:ext cx="0" cy="159999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0" name="native PowerPoint connector">
            <a:extLst>
              <a:ext uri="{FF2B5EF4-FFF2-40B4-BE49-F238E27FC236}">
                <ns2:creationId id="{021A8FF5-6B4D-46C5-974A-9BED215BE672}"/>
              </a:ext>
            </a:extLst>
          </p:cNvPr>
          <p:cNvCxnSpPr/>
          <p:nvPr/>
        </p:nvCxnSpPr>
        <p:spPr>
          <a:xfrm flipH="0" flipV="0">
            <a:off x="1862331" y="954836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1" name="Video K/V">
            <a:extLst>
              <a:ext uri="{FF2B5EF4-FFF2-40B4-BE49-F238E27FC236}">
                <ns2:creationId id="{F54911E5-C998-44B4-B1D0-AA2288C832B6}"/>
              </a:ext>
            </a:extLst>
          </p:cNvPr>
          <p:cNvSpPr>
            <a:spLocks noGrp="1"/>
          </p:cNvSpPr>
          <p:nvPr/>
        </p:nvSpPr>
        <p:spPr>
          <a:xfrm>
            <a:off x="1877815" y="1037416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2" name="(teacher future)">
            <a:extLst>
              <a:ext uri="{FF2B5EF4-FFF2-40B4-BE49-F238E27FC236}">
                <ns2:creationId id="{4EA939A3-36E9-453A-8675-36CF54E11CC3}"/>
              </a:ext>
            </a:extLst>
          </p:cNvPr>
          <p:cNvSpPr>
            <a:spLocks noGrp="1"/>
          </p:cNvSpPr>
          <p:nvPr/>
        </p:nvSpPr>
        <p:spPr>
          <a:xfrm>
            <a:off x="1877815" y="1145803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future)</a:t>
            </a:r>
          </a:p>
        </p:txBody>
      </p:sp>
      <p:cxnSp>
        <p:nvCxnSpPr>
          <p:cNvPr id="83" name="native PowerPoint connector">
            <a:extLst>
              <a:ext uri="{FF2B5EF4-FFF2-40B4-BE49-F238E27FC236}">
                <ns2:creationId id="{596BC328-806D-4484-BB65-7949FD459D7B}"/>
              </a:ext>
            </a:extLst>
          </p:cNvPr>
          <p:cNvCxnSpPr/>
          <p:nvPr/>
        </p:nvCxnSpPr>
        <p:spPr>
          <a:xfrm flipH="0" flipV="0">
            <a:off x="1821041" y="2565153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4" name="native PowerPoint connector">
            <a:extLst>
              <a:ext uri="{FF2B5EF4-FFF2-40B4-BE49-F238E27FC236}">
                <ns2:creationId id="{27D2D875-B390-4B5D-ADCD-E49F93DC9135}"/>
              </a:ext>
            </a:extLst>
          </p:cNvPr>
          <p:cNvCxnSpPr/>
          <p:nvPr/>
        </p:nvCxnSpPr>
        <p:spPr>
          <a:xfrm flipH="0" flipV="1">
            <a:off x="1862331" y="2394831"/>
            <a:ext cx="0" cy="170322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>
              <a:ext uri="{FF2B5EF4-FFF2-40B4-BE49-F238E27FC236}">
                <ns2:creationId id="{6EA33C81-AE80-4A47-B2F2-47723289043B}"/>
              </a:ext>
            </a:extLst>
          </p:cNvPr>
          <p:cNvCxnSpPr/>
          <p:nvPr/>
        </p:nvCxnSpPr>
        <p:spPr>
          <a:xfrm flipH="0" flipV="0">
            <a:off x="1862331" y="2394831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>
              <a:ext uri="{FF2B5EF4-FFF2-40B4-BE49-F238E27FC236}">
                <ns2:creationId id="{0CB1089A-D8FF-4430-B73E-DAC21EB954A8}"/>
              </a:ext>
            </a:extLst>
          </p:cNvPr>
          <p:cNvSpPr>
            <a:spLocks noGrp="1"/>
          </p:cNvSpPr>
          <p:nvPr/>
        </p:nvSpPr>
        <p:spPr>
          <a:xfrm>
            <a:off x="1877815" y="2477411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7" name="(student future)">
            <a:extLst>
              <a:ext uri="{FF2B5EF4-FFF2-40B4-BE49-F238E27FC236}">
                <ns2:creationId id="{FEAC24EB-2D5F-49EB-AF2E-B1E848B195FD}"/>
              </a:ext>
            </a:extLst>
          </p:cNvPr>
          <p:cNvSpPr>
            <a:spLocks noGrp="1"/>
          </p:cNvSpPr>
          <p:nvPr/>
        </p:nvSpPr>
        <p:spPr>
          <a:xfrm>
            <a:off x="1877815" y="2585798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 future)</a:t>
            </a:r>
          </a:p>
        </p:txBody>
      </p:sp>
      <p:cxnSp>
        <p:nvCxnSpPr>
          <p:cNvPr id="88" name="native PowerPoint connector">
            <a:extLst>
              <a:ext uri="{FF2B5EF4-FFF2-40B4-BE49-F238E27FC236}">
                <ns2:creationId id="{B26A9D6F-D07E-42A5-BC9F-D4473D579920}"/>
              </a:ext>
            </a:extLst>
          </p:cNvPr>
          <p:cNvCxnSpPr/>
          <p:nvPr/>
        </p:nvCxnSpPr>
        <p:spPr>
          <a:xfrm flipH="0" flipV="0">
            <a:off x="2946199" y="769030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>
              <a:ext uri="{FF2B5EF4-FFF2-40B4-BE49-F238E27FC236}">
                <ns2:creationId id="{0E2E4A67-C6DB-4B2D-9F0F-6B117C194A32}"/>
              </a:ext>
            </a:extLst>
          </p:cNvPr>
          <p:cNvCxnSpPr/>
          <p:nvPr/>
        </p:nvCxnSpPr>
        <p:spPr>
          <a:xfrm flipH="0" flipV="1">
            <a:off x="3147488" y="645159"/>
            <a:ext cx="0" cy="123871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>
              <a:ext uri="{FF2B5EF4-FFF2-40B4-BE49-F238E27FC236}">
                <ns2:creationId id="{7CA3F5B0-2730-4308-B703-7BED1CB669A9}"/>
              </a:ext>
            </a:extLst>
          </p:cNvPr>
          <p:cNvCxnSpPr/>
          <p:nvPr/>
        </p:nvCxnSpPr>
        <p:spPr>
          <a:xfrm flipH="0" flipV="0">
            <a:off x="3147488" y="645159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>
              <a:ext uri="{FF2B5EF4-FFF2-40B4-BE49-F238E27FC236}">
                <ns2:creationId id="{C95D6475-5FD2-4059-8592-57D38BC86A09}"/>
              </a:ext>
            </a:extLst>
          </p:cNvPr>
          <p:cNvCxnSpPr/>
          <p:nvPr/>
        </p:nvCxnSpPr>
        <p:spPr>
          <a:xfrm flipH="0" flipV="0">
            <a:off x="2946199" y="2193541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>
              <a:ext uri="{FF2B5EF4-FFF2-40B4-BE49-F238E27FC236}">
                <ns2:creationId id="{5837948C-7DDB-41D4-8F83-0C254FFEDE74}"/>
              </a:ext>
            </a:extLst>
          </p:cNvPr>
          <p:cNvCxnSpPr/>
          <p:nvPr/>
        </p:nvCxnSpPr>
        <p:spPr>
          <a:xfrm flipH="0" flipV="0">
            <a:off x="3147488" y="21935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>
              <a:ext uri="{FF2B5EF4-FFF2-40B4-BE49-F238E27FC236}">
                <ns2:creationId id="{053B7A31-675E-437F-B469-FDABAD9093CA}"/>
              </a:ext>
            </a:extLst>
          </p:cNvPr>
          <p:cNvCxnSpPr/>
          <p:nvPr/>
        </p:nvCxnSpPr>
        <p:spPr>
          <a:xfrm flipH="0" flipV="0">
            <a:off x="3147488" y="227612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>
              <a:ext uri="{FF2B5EF4-FFF2-40B4-BE49-F238E27FC236}">
                <ns2:creationId id="{DAC43F5C-9049-409D-9FA9-E8C839A37ED8}"/>
              </a:ext>
            </a:extLst>
          </p:cNvPr>
          <p:cNvCxnSpPr/>
          <p:nvPr/>
        </p:nvCxnSpPr>
        <p:spPr>
          <a:xfrm flipH="0" flipV="0">
            <a:off x="3147488" y="645159"/>
            <a:ext cx="0" cy="1630963"/>
          </a:xfrm>
          <a:prstGeom prst="straightConnector1">
            <a:avLst/>
          </a:prstGeom>
          <a:ln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>
              <a:ext uri="{FF2B5EF4-FFF2-40B4-BE49-F238E27FC236}">
                <ns2:creationId id="{9932272C-9617-42E2-A123-8A01B867941D}"/>
              </a:ext>
            </a:extLst>
          </p:cNvPr>
          <p:cNvSpPr>
            <a:spLocks noGrp="1"/>
          </p:cNvSpPr>
          <p:nvPr/>
        </p:nvSpPr>
        <p:spPr>
          <a:xfrm>
            <a:off x="3261036" y="485160"/>
            <a:ext cx="629675" cy="903223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0D297"/>
            </a:solidFill>
            <a:prstDash val="solid"/>
          </a:ln>
        </p:spPr>
      </p:sp>
      <p:sp>
        <p:nvSpPr>
          <p:cNvPr id="96" name="Future&#10;latent loss">
            <a:extLst>
              <a:ext uri="{FF2B5EF4-FFF2-40B4-BE49-F238E27FC236}">
                <ns2:creationId id="{64205DEC-BB54-44EF-B0F9-446676F260F3}"/>
              </a:ext>
            </a:extLst>
          </p:cNvPr>
          <p:cNvSpPr>
            <a:spLocks noGrp="1"/>
          </p:cNvSpPr>
          <p:nvPr/>
        </p:nvSpPr>
        <p:spPr>
          <a:xfrm>
            <a:off x="3312649" y="526450"/>
            <a:ext cx="526450" cy="247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5"/>
          </a:bodyPr>
          <a:lstStyle>
            <a:def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latent loss</a:t>
            </a:r>
          </a:p>
        </p:txBody>
      </p:sp>
      <p:sp>
        <p:nvSpPr>
          <p:cNvPr id="97" name="L_z = NMSE">
            <a:extLst>
              <a:ext uri="{FF2B5EF4-FFF2-40B4-BE49-F238E27FC236}">
                <ns2:creationId id="{7E81FF55-350F-44D2-A180-AA1A1778876A}"/>
              </a:ext>
            </a:extLst>
          </p:cNvPr>
          <p:cNvSpPr>
            <a:spLocks noGrp="1"/>
          </p:cNvSpPr>
          <p:nvPr/>
        </p:nvSpPr>
        <p:spPr>
          <a:xfrm>
            <a:off x="3302327" y="846449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6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5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NMSE</a:t>
            </a:r>
          </a:p>
        </p:txBody>
      </p:sp>
      <p:sp>
        <p:nvSpPr>
          <p:cNvPr id="98" name="(Z^S, Z^T)">
            <a:extLst>
              <a:ext uri="{FF2B5EF4-FFF2-40B4-BE49-F238E27FC236}">
                <ns2:creationId id="{92AB4801-224D-44E8-9F98-20EECA91F2A1}"/>
              </a:ext>
            </a:extLst>
          </p:cNvPr>
          <p:cNvSpPr>
            <a:spLocks noGrp="1"/>
          </p:cNvSpPr>
          <p:nvPr/>
        </p:nvSpPr>
        <p:spPr>
          <a:xfrm>
            <a:off x="3302327" y="1001287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9" name="(future only,&#10;frame 0 excluded)">
            <a:extLst>
              <a:ext uri="{FF2B5EF4-FFF2-40B4-BE49-F238E27FC236}">
                <ns2:creationId id="{CF32BE93-A4F4-4123-ABC3-4225BA9FAED6}"/>
              </a:ext>
            </a:extLst>
          </p:cNvPr>
          <p:cNvSpPr>
            <a:spLocks noGrp="1"/>
          </p:cNvSpPr>
          <p:nvPr/>
        </p:nvSpPr>
        <p:spPr>
          <a:xfrm>
            <a:off x="3297165" y="1197416"/>
            <a:ext cx="557418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969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(future only,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frame 0 excluded)</a:t>
            </a:r>
          </a:p>
        </p:txBody>
      </p:sp>
      <p:sp>
        <p:nvSpPr>
          <p:cNvPr id="100" name="diagram block">
            <a:extLst>
              <a:ext uri="{FF2B5EF4-FFF2-40B4-BE49-F238E27FC236}">
                <ns2:creationId id="{98F31485-87E7-479F-83AC-8E237050FA1F}"/>
              </a:ext>
            </a:extLst>
          </p:cNvPr>
          <p:cNvSpPr>
            <a:spLocks noGrp="1"/>
          </p:cNvSpPr>
          <p:nvPr/>
        </p:nvSpPr>
        <p:spPr>
          <a:xfrm>
            <a:off x="3261036" y="1723865"/>
            <a:ext cx="629675" cy="1068384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w="5161">
            <a:solidFill>
              <a:srgbClr val="98D7DE"/>
            </a:solidFill>
            <a:prstDash val="solid"/>
          </a:ln>
        </p:spPr>
      </p:sp>
      <p:sp>
        <p:nvSpPr>
          <p:cNvPr id="101" name="First-10&#10;motor action&#10;loss">
            <a:extLst>
              <a:ext uri="{FF2B5EF4-FFF2-40B4-BE49-F238E27FC236}">
                <ns2:creationId id="{150DDA0C-EEC0-4AF6-A8F2-FE24558A3C6E}"/>
              </a:ext>
            </a:extLst>
          </p:cNvPr>
          <p:cNvSpPr>
            <a:spLocks noGrp="1"/>
          </p:cNvSpPr>
          <p:nvPr/>
        </p:nvSpPr>
        <p:spPr>
          <a:xfrm>
            <a:off x="3307488" y="1790962"/>
            <a:ext cx="541934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867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First-10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2" name="L_a = MSE">
            <a:extLst>
              <a:ext uri="{FF2B5EF4-FFF2-40B4-BE49-F238E27FC236}">
                <ns2:creationId id="{B547E166-2EB9-4CF0-A921-6ECB37D33937}"/>
              </a:ext>
            </a:extLst>
          </p:cNvPr>
          <p:cNvSpPr>
            <a:spLocks noGrp="1"/>
          </p:cNvSpPr>
          <p:nvPr/>
        </p:nvSpPr>
        <p:spPr>
          <a:xfrm>
            <a:off x="3302327" y="2167735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3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MSE</a:t>
            </a:r>
          </a:p>
        </p:txBody>
      </p:sp>
      <p:sp>
        <p:nvSpPr>
          <p:cNvPr id="103" name="(a^S, a^T)">
            <a:extLst>
              <a:ext uri="{FF2B5EF4-FFF2-40B4-BE49-F238E27FC236}">
                <ns2:creationId id="{66D5B86D-9345-4F99-ACD6-9CF1F7E1676A}"/>
              </a:ext>
            </a:extLst>
          </p:cNvPr>
          <p:cNvSpPr>
            <a:spLocks noGrp="1"/>
          </p:cNvSpPr>
          <p:nvPr/>
        </p:nvSpPr>
        <p:spPr>
          <a:xfrm>
            <a:off x="3302327" y="2327735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04" name="(6 motor dims&#10;only, gripper&#10;excluded)">
            <a:extLst>
              <a:ext uri="{FF2B5EF4-FFF2-40B4-BE49-F238E27FC236}">
                <ns2:creationId id="{EBB7271C-964E-4625-816E-8004071DE334}"/>
              </a:ext>
            </a:extLst>
          </p:cNvPr>
          <p:cNvSpPr>
            <a:spLocks noGrp="1"/>
          </p:cNvSpPr>
          <p:nvPr/>
        </p:nvSpPr>
        <p:spPr>
          <a:xfrm>
            <a:off x="3302327" y="2503218"/>
            <a:ext cx="536772" cy="2683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1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only, gripper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excluded)</a:t>
            </a:r>
          </a:p>
        </p:txBody>
      </p:sp>
      <p:sp>
        <p:nvSpPr>
          <p:cNvPr id="105" name="Transform weight rows into groups of 32 scalars">
            <a:extLst>
              <a:ext uri="{FF2B5EF4-FFF2-40B4-BE49-F238E27FC236}">
                <ns2:creationId id="{5F22959F-E953-490F-9B55-E2FD575D6D09}"/>
              </a:ext>
            </a:extLst>
          </p:cNvPr>
          <p:cNvSpPr>
            <a:spLocks noGrp="1"/>
          </p:cNvSpPr>
          <p:nvPr/>
        </p:nvSpPr>
        <p:spPr>
          <a:xfrm>
            <a:off x="4066195" y="273548"/>
            <a:ext cx="229676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 weight rows into groups of 32 scalars</a:t>
            </a:r>
          </a:p>
        </p:txBody>
      </p:sp>
      <p:sp>
        <p:nvSpPr>
          <p:cNvPr id="106" name="(each vector has d = 4)">
            <a:extLst>
              <a:ext uri="{FF2B5EF4-FFF2-40B4-BE49-F238E27FC236}">
                <ns2:creationId id="{388AA04E-223C-487E-8105-559891765968}"/>
              </a:ext>
            </a:extLst>
          </p:cNvPr>
          <p:cNvSpPr>
            <a:spLocks noGrp="1"/>
          </p:cNvSpPr>
          <p:nvPr/>
        </p:nvSpPr>
        <p:spPr>
          <a:xfrm>
            <a:off x="4122969" y="387096"/>
            <a:ext cx="2198703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(each vector has d = 4)</a:t>
            </a:r>
          </a:p>
        </p:txBody>
      </p:sp>
      <p:sp>
        <p:nvSpPr>
          <p:cNvPr id="107" name="Transformed weight row  w">
            <a:extLst>
              <a:ext uri="{FF2B5EF4-FFF2-40B4-BE49-F238E27FC236}">
                <ns2:creationId id="{AB540DC8-2ED2-48C4-AEDA-D6EAB09255EF}"/>
              </a:ext>
            </a:extLst>
          </p:cNvPr>
          <p:cNvSpPr>
            <a:spLocks noGrp="1"/>
          </p:cNvSpPr>
          <p:nvPr/>
        </p:nvSpPr>
        <p:spPr>
          <a:xfrm>
            <a:off x="4210711" y="521289"/>
            <a:ext cx="197160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Transformed weight row  w</a:t>
            </a:r>
          </a:p>
        </p:txBody>
      </p:sp>
      <p:sp>
        <p:nvSpPr>
          <p:cNvPr id="108" name="diagram block">
            <a:extLst>
              <a:ext uri="{FF2B5EF4-FFF2-40B4-BE49-F238E27FC236}">
                <ns2:creationId id="{829C8DBF-0F22-49A9-9512-9F1D4FF72B96}"/>
              </a:ext>
            </a:extLst>
          </p:cNvPr>
          <p:cNvSpPr>
            <a:spLocks noGrp="1"/>
          </p:cNvSpPr>
          <p:nvPr/>
        </p:nvSpPr>
        <p:spPr>
          <a:xfrm>
            <a:off x="425716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09" name="diagram block">
            <a:extLst>
              <a:ext uri="{FF2B5EF4-FFF2-40B4-BE49-F238E27FC236}">
                <ns2:creationId id="{C75B57AC-879E-4FCA-9A30-3CD6176D4A91}"/>
              </a:ext>
            </a:extLst>
          </p:cNvPr>
          <p:cNvSpPr>
            <a:spLocks noGrp="1"/>
          </p:cNvSpPr>
          <p:nvPr/>
        </p:nvSpPr>
        <p:spPr>
          <a:xfrm>
            <a:off x="437554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0" name="diagram block">
            <a:extLst>
              <a:ext uri="{FF2B5EF4-FFF2-40B4-BE49-F238E27FC236}">
                <ns2:creationId id="{7B13A627-5455-4D89-8D85-5D283322D86A}"/>
              </a:ext>
            </a:extLst>
          </p:cNvPr>
          <p:cNvSpPr>
            <a:spLocks noGrp="1"/>
          </p:cNvSpPr>
          <p:nvPr/>
        </p:nvSpPr>
        <p:spPr>
          <a:xfrm>
            <a:off x="449393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1" name="diagram block">
            <a:extLst>
              <a:ext uri="{FF2B5EF4-FFF2-40B4-BE49-F238E27FC236}">
                <ns2:creationId id="{88C03362-3069-4ABC-9BBA-1B460A2CD057}"/>
              </a:ext>
            </a:extLst>
          </p:cNvPr>
          <p:cNvSpPr>
            <a:spLocks noGrp="1"/>
          </p:cNvSpPr>
          <p:nvPr/>
        </p:nvSpPr>
        <p:spPr>
          <a:xfrm>
            <a:off x="461232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2" name="diagram block">
            <a:extLst>
              <a:ext uri="{FF2B5EF4-FFF2-40B4-BE49-F238E27FC236}">
                <ns2:creationId id="{215A4646-D512-4277-8C7B-6C9FB3D83957}"/>
              </a:ext>
            </a:extLst>
          </p:cNvPr>
          <p:cNvSpPr>
            <a:spLocks noGrp="1"/>
          </p:cNvSpPr>
          <p:nvPr/>
        </p:nvSpPr>
        <p:spPr>
          <a:xfrm>
            <a:off x="473070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3" name="diagram block">
            <a:extLst>
              <a:ext uri="{FF2B5EF4-FFF2-40B4-BE49-F238E27FC236}">
                <ns2:creationId id="{A521B99D-5520-4178-A552-483A589B1EB8}"/>
              </a:ext>
            </a:extLst>
          </p:cNvPr>
          <p:cNvSpPr>
            <a:spLocks noGrp="1"/>
          </p:cNvSpPr>
          <p:nvPr/>
        </p:nvSpPr>
        <p:spPr>
          <a:xfrm>
            <a:off x="484909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4" name="diagram block">
            <a:extLst>
              <a:ext uri="{FF2B5EF4-FFF2-40B4-BE49-F238E27FC236}">
                <ns2:creationId id="{B903AA7E-1637-43B5-B813-4B25F6989F01}"/>
              </a:ext>
            </a:extLst>
          </p:cNvPr>
          <p:cNvSpPr>
            <a:spLocks noGrp="1"/>
          </p:cNvSpPr>
          <p:nvPr/>
        </p:nvSpPr>
        <p:spPr>
          <a:xfrm>
            <a:off x="496748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5" name="diagram block">
            <a:extLst>
              <a:ext uri="{FF2B5EF4-FFF2-40B4-BE49-F238E27FC236}">
                <ns2:creationId id="{3F7D791E-3801-46FB-8EBA-7E395D4E6D35}"/>
              </a:ext>
            </a:extLst>
          </p:cNvPr>
          <p:cNvSpPr>
            <a:spLocks noGrp="1"/>
          </p:cNvSpPr>
          <p:nvPr/>
        </p:nvSpPr>
        <p:spPr>
          <a:xfrm>
            <a:off x="508586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6" name="diagram block">
            <a:extLst>
              <a:ext uri="{FF2B5EF4-FFF2-40B4-BE49-F238E27FC236}">
                <ns2:creationId id="{BFF71563-535A-4774-9904-B283AEF936CC}"/>
              </a:ext>
            </a:extLst>
          </p:cNvPr>
          <p:cNvSpPr>
            <a:spLocks noGrp="1"/>
          </p:cNvSpPr>
          <p:nvPr/>
        </p:nvSpPr>
        <p:spPr>
          <a:xfrm>
            <a:off x="520425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7" name="diagram block">
            <a:extLst>
              <a:ext uri="{FF2B5EF4-FFF2-40B4-BE49-F238E27FC236}">
                <ns2:creationId id="{901204F1-62F3-4778-8C96-32AAFC24EA64}"/>
              </a:ext>
            </a:extLst>
          </p:cNvPr>
          <p:cNvSpPr>
            <a:spLocks noGrp="1"/>
          </p:cNvSpPr>
          <p:nvPr/>
        </p:nvSpPr>
        <p:spPr>
          <a:xfrm>
            <a:off x="532264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8" name="diagram block">
            <a:extLst>
              <a:ext uri="{FF2B5EF4-FFF2-40B4-BE49-F238E27FC236}">
                <ns2:creationId id="{4D483890-BDFA-4A04-8337-F5C2888B4B3A}"/>
              </a:ext>
            </a:extLst>
          </p:cNvPr>
          <p:cNvSpPr>
            <a:spLocks noGrp="1"/>
          </p:cNvSpPr>
          <p:nvPr/>
        </p:nvSpPr>
        <p:spPr>
          <a:xfrm>
            <a:off x="544102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9" name="diagram block">
            <a:extLst>
              <a:ext uri="{FF2B5EF4-FFF2-40B4-BE49-F238E27FC236}">
                <ns2:creationId id="{ACCB9247-126B-41BD-81F6-1627BC345A58}"/>
              </a:ext>
            </a:extLst>
          </p:cNvPr>
          <p:cNvSpPr>
            <a:spLocks noGrp="1"/>
          </p:cNvSpPr>
          <p:nvPr/>
        </p:nvSpPr>
        <p:spPr>
          <a:xfrm>
            <a:off x="555941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0" name="diagram block">
            <a:extLst>
              <a:ext uri="{FF2B5EF4-FFF2-40B4-BE49-F238E27FC236}">
                <ns2:creationId id="{8C619438-A25D-4C26-B270-BA5E4AA79A7F}"/>
              </a:ext>
            </a:extLst>
          </p:cNvPr>
          <p:cNvSpPr>
            <a:spLocks noGrp="1"/>
          </p:cNvSpPr>
          <p:nvPr/>
        </p:nvSpPr>
        <p:spPr>
          <a:xfrm>
            <a:off x="567780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1" name="diagram block">
            <a:extLst>
              <a:ext uri="{FF2B5EF4-FFF2-40B4-BE49-F238E27FC236}">
                <ns2:creationId id="{85D5C479-A6BF-4D98-A2FA-D64A6B752FBD}"/>
              </a:ext>
            </a:extLst>
          </p:cNvPr>
          <p:cNvSpPr>
            <a:spLocks noGrp="1"/>
          </p:cNvSpPr>
          <p:nvPr/>
        </p:nvSpPr>
        <p:spPr>
          <a:xfrm>
            <a:off x="5796190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2" name="diagram block">
            <a:extLst>
              <a:ext uri="{FF2B5EF4-FFF2-40B4-BE49-F238E27FC236}">
                <ns2:creationId id="{2DA0A653-D3CF-4F95-B4C8-4671481050AC}"/>
              </a:ext>
            </a:extLst>
          </p:cNvPr>
          <p:cNvSpPr>
            <a:spLocks noGrp="1"/>
          </p:cNvSpPr>
          <p:nvPr/>
        </p:nvSpPr>
        <p:spPr>
          <a:xfrm>
            <a:off x="591457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3" name="diagram block">
            <a:extLst>
              <a:ext uri="{FF2B5EF4-FFF2-40B4-BE49-F238E27FC236}">
                <ns2:creationId id="{80BD6747-CE80-45BC-AD51-9EDABA6C2F32}"/>
              </a:ext>
            </a:extLst>
          </p:cNvPr>
          <p:cNvSpPr>
            <a:spLocks noGrp="1"/>
          </p:cNvSpPr>
          <p:nvPr/>
        </p:nvSpPr>
        <p:spPr>
          <a:xfrm>
            <a:off x="603296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4" name="diagram block">
            <a:extLst>
              <a:ext uri="{FF2B5EF4-FFF2-40B4-BE49-F238E27FC236}">
                <ns2:creationId id="{EC53A9AF-B46D-46BE-803D-959CCC396D3D}"/>
              </a:ext>
            </a:extLst>
          </p:cNvPr>
          <p:cNvSpPr>
            <a:spLocks noGrp="1"/>
          </p:cNvSpPr>
          <p:nvPr/>
        </p:nvSpPr>
        <p:spPr>
          <a:xfrm>
            <a:off x="425716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5" name="diagram block">
            <a:extLst>
              <a:ext uri="{FF2B5EF4-FFF2-40B4-BE49-F238E27FC236}">
                <ns2:creationId id="{A244E0EE-53D9-44FF-9CCA-2DB433ACBAD4}"/>
              </a:ext>
            </a:extLst>
          </p:cNvPr>
          <p:cNvSpPr>
            <a:spLocks noGrp="1"/>
          </p:cNvSpPr>
          <p:nvPr/>
        </p:nvSpPr>
        <p:spPr>
          <a:xfrm>
            <a:off x="435845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6" name="diagram block">
            <a:extLst>
              <a:ext uri="{FF2B5EF4-FFF2-40B4-BE49-F238E27FC236}">
                <ns2:creationId id="{A2BAC573-D520-418D-AB64-A2B101A63557}"/>
              </a:ext>
            </a:extLst>
          </p:cNvPr>
          <p:cNvSpPr>
            <a:spLocks noGrp="1"/>
          </p:cNvSpPr>
          <p:nvPr/>
        </p:nvSpPr>
        <p:spPr>
          <a:xfrm>
            <a:off x="445974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7" name="diagram block">
            <a:extLst>
              <a:ext uri="{FF2B5EF4-FFF2-40B4-BE49-F238E27FC236}">
                <ns2:creationId id="{633EDC8B-4CFD-481C-B1E5-0FD9549F03AC}"/>
              </a:ext>
            </a:extLst>
          </p:cNvPr>
          <p:cNvSpPr>
            <a:spLocks noGrp="1"/>
          </p:cNvSpPr>
          <p:nvPr/>
        </p:nvSpPr>
        <p:spPr>
          <a:xfrm>
            <a:off x="456103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8" name="diagram block">
            <a:extLst>
              <a:ext uri="{FF2B5EF4-FFF2-40B4-BE49-F238E27FC236}">
                <ns2:creationId id="{0991FA5C-1384-4E49-9387-EA5BD020B009}"/>
              </a:ext>
            </a:extLst>
          </p:cNvPr>
          <p:cNvSpPr>
            <a:spLocks noGrp="1"/>
          </p:cNvSpPr>
          <p:nvPr/>
        </p:nvSpPr>
        <p:spPr>
          <a:xfrm>
            <a:off x="466232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9" name="diagram block">
            <a:extLst>
              <a:ext uri="{FF2B5EF4-FFF2-40B4-BE49-F238E27FC236}">
                <ns2:creationId id="{1E876D3B-3897-41C1-BF1F-6380D3FF5CB5}"/>
              </a:ext>
            </a:extLst>
          </p:cNvPr>
          <p:cNvSpPr>
            <a:spLocks noGrp="1"/>
          </p:cNvSpPr>
          <p:nvPr/>
        </p:nvSpPr>
        <p:spPr>
          <a:xfrm>
            <a:off x="476361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0" name="diagram block">
            <a:extLst>
              <a:ext uri="{FF2B5EF4-FFF2-40B4-BE49-F238E27FC236}">
                <ns2:creationId id="{664EB4CD-DB5E-4FEC-A227-7354E9C6707D}"/>
              </a:ext>
            </a:extLst>
          </p:cNvPr>
          <p:cNvSpPr>
            <a:spLocks noGrp="1"/>
          </p:cNvSpPr>
          <p:nvPr/>
        </p:nvSpPr>
        <p:spPr>
          <a:xfrm>
            <a:off x="486490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1" name="diagram block">
            <a:extLst>
              <a:ext uri="{FF2B5EF4-FFF2-40B4-BE49-F238E27FC236}">
                <ns2:creationId id="{B7D2926A-E218-404E-B463-A0607B81F2B0}"/>
              </a:ext>
            </a:extLst>
          </p:cNvPr>
          <p:cNvSpPr>
            <a:spLocks noGrp="1"/>
          </p:cNvSpPr>
          <p:nvPr/>
        </p:nvSpPr>
        <p:spPr>
          <a:xfrm>
            <a:off x="496619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2" name="diagram block">
            <a:extLst>
              <a:ext uri="{FF2B5EF4-FFF2-40B4-BE49-F238E27FC236}">
                <ns2:creationId id="{74BAC2B0-2640-4C77-952F-2061448E5E7C}"/>
              </a:ext>
            </a:extLst>
          </p:cNvPr>
          <p:cNvSpPr>
            <a:spLocks noGrp="1"/>
          </p:cNvSpPr>
          <p:nvPr/>
        </p:nvSpPr>
        <p:spPr>
          <a:xfrm>
            <a:off x="5103611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3" name="diagram block">
            <a:extLst>
              <a:ext uri="{FF2B5EF4-FFF2-40B4-BE49-F238E27FC236}">
                <ns2:creationId id="{338DC949-9880-4B4D-ABA6-F7F177971131}"/>
              </a:ext>
            </a:extLst>
          </p:cNvPr>
          <p:cNvSpPr>
            <a:spLocks noGrp="1"/>
          </p:cNvSpPr>
          <p:nvPr/>
        </p:nvSpPr>
        <p:spPr>
          <a:xfrm>
            <a:off x="519909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4" name="diagram block">
            <a:extLst>
              <a:ext uri="{FF2B5EF4-FFF2-40B4-BE49-F238E27FC236}">
                <ns2:creationId id="{ED5E6B57-5708-441F-A221-DD917ABF43B0}"/>
              </a:ext>
            </a:extLst>
          </p:cNvPr>
          <p:cNvSpPr>
            <a:spLocks noGrp="1"/>
          </p:cNvSpPr>
          <p:nvPr/>
        </p:nvSpPr>
        <p:spPr>
          <a:xfrm>
            <a:off x="5294578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5" name="diagram block">
            <a:extLst>
              <a:ext uri="{FF2B5EF4-FFF2-40B4-BE49-F238E27FC236}">
                <ns2:creationId id="{DD112826-0764-4CC9-831B-F9A123DF4437}"/>
              </a:ext>
            </a:extLst>
          </p:cNvPr>
          <p:cNvSpPr>
            <a:spLocks noGrp="1"/>
          </p:cNvSpPr>
          <p:nvPr/>
        </p:nvSpPr>
        <p:spPr>
          <a:xfrm>
            <a:off x="5390062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6" name="diagram block">
            <a:extLst>
              <a:ext uri="{FF2B5EF4-FFF2-40B4-BE49-F238E27FC236}">
                <ns2:creationId id="{E53155F0-5B64-4A37-A98F-08A10E8CF3CC}"/>
              </a:ext>
            </a:extLst>
          </p:cNvPr>
          <p:cNvSpPr>
            <a:spLocks noGrp="1"/>
          </p:cNvSpPr>
          <p:nvPr/>
        </p:nvSpPr>
        <p:spPr>
          <a:xfrm>
            <a:off x="548554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7" name="diagram block">
            <a:extLst>
              <a:ext uri="{FF2B5EF4-FFF2-40B4-BE49-F238E27FC236}">
                <ns2:creationId id="{3FE076F7-8789-4CDB-8048-F0032EFA6E77}"/>
              </a:ext>
            </a:extLst>
          </p:cNvPr>
          <p:cNvSpPr>
            <a:spLocks noGrp="1"/>
          </p:cNvSpPr>
          <p:nvPr/>
        </p:nvSpPr>
        <p:spPr>
          <a:xfrm>
            <a:off x="5581029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8" name="diagram block">
            <a:extLst>
              <a:ext uri="{FF2B5EF4-FFF2-40B4-BE49-F238E27FC236}">
                <ns2:creationId id="{2510A421-75BE-4F1A-B995-661E5F063041}"/>
              </a:ext>
            </a:extLst>
          </p:cNvPr>
          <p:cNvSpPr>
            <a:spLocks noGrp="1"/>
          </p:cNvSpPr>
          <p:nvPr/>
        </p:nvSpPr>
        <p:spPr>
          <a:xfrm>
            <a:off x="5676513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9" name="diagram block">
            <a:extLst>
              <a:ext uri="{FF2B5EF4-FFF2-40B4-BE49-F238E27FC236}">
                <ns2:creationId id="{D3032DBD-FCDE-47E4-AA2E-57DDE81B24B7}"/>
              </a:ext>
            </a:extLst>
          </p:cNvPr>
          <p:cNvSpPr>
            <a:spLocks noGrp="1"/>
          </p:cNvSpPr>
          <p:nvPr/>
        </p:nvSpPr>
        <p:spPr>
          <a:xfrm>
            <a:off x="5771996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40" name="…">
            <a:extLst>
              <a:ext uri="{FF2B5EF4-FFF2-40B4-BE49-F238E27FC236}">
                <ns2:creationId id="{9AA1DA2E-CC48-4A03-B338-C27F57E08399}"/>
              </a:ext>
            </a:extLst>
          </p:cNvPr>
          <p:cNvSpPr>
            <a:spLocks noGrp="1"/>
          </p:cNvSpPr>
          <p:nvPr/>
        </p:nvSpPr>
        <p:spPr>
          <a:xfrm>
            <a:off x="6027479" y="738062"/>
            <a:ext cx="247741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31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41" name="native PowerPoint connector">
            <a:extLst>
              <a:ext uri="{FF2B5EF4-FFF2-40B4-BE49-F238E27FC236}">
                <ns2:creationId id="{BCC5425B-68B0-408B-AC36-238D1C3B68A7}"/>
              </a:ext>
            </a:extLst>
          </p:cNvPr>
          <p:cNvCxnSpPr/>
          <p:nvPr/>
        </p:nvCxnSpPr>
        <p:spPr>
          <a:xfrm flipH="0" flipV="0">
            <a:off x="4257162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>
              <a:ext uri="{FF2B5EF4-FFF2-40B4-BE49-F238E27FC236}">
                <ns2:creationId id="{CD09A0D1-A842-4FEB-A47E-0E031ABEEDA7}"/>
              </a:ext>
            </a:extLst>
          </p:cNvPr>
          <p:cNvCxnSpPr/>
          <p:nvPr/>
        </p:nvCxnSpPr>
        <p:spPr>
          <a:xfrm flipH="0" flipV="0">
            <a:off x="4257162" y="949674"/>
            <a:ext cx="799997" cy="0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>
              <a:ext uri="{FF2B5EF4-FFF2-40B4-BE49-F238E27FC236}">
                <ns2:creationId id="{1D46F9B2-89C5-43C7-B55B-9B9E6E53EC4D}"/>
              </a:ext>
            </a:extLst>
          </p:cNvPr>
          <p:cNvCxnSpPr/>
          <p:nvPr/>
        </p:nvCxnSpPr>
        <p:spPr>
          <a:xfrm flipH="0" flipV="1">
            <a:off x="5057160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>
              <a:ext uri="{FF2B5EF4-FFF2-40B4-BE49-F238E27FC236}">
                <ns2:creationId id="{F149F501-2129-4F33-98A2-42E636E7A67B}"/>
              </a:ext>
            </a:extLst>
          </p:cNvPr>
          <p:cNvSpPr>
            <a:spLocks noGrp="1"/>
          </p:cNvSpPr>
          <p:nvPr/>
        </p:nvSpPr>
        <p:spPr>
          <a:xfrm>
            <a:off x="4257162" y="970319"/>
            <a:ext cx="85677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Group g (32 scalars)</a:t>
            </a:r>
          </a:p>
        </p:txBody>
      </p:sp>
      <p:sp>
        <p:nvSpPr>
          <p:cNvPr id="145" name="Group g + 1">
            <a:extLst>
              <a:ext uri="{FF2B5EF4-FFF2-40B4-BE49-F238E27FC236}">
                <ns2:creationId id="{E38ACD43-C7D4-4179-A60F-F57427A17969}"/>
              </a:ext>
            </a:extLst>
          </p:cNvPr>
          <p:cNvSpPr>
            <a:spLocks noGrp="1"/>
          </p:cNvSpPr>
          <p:nvPr/>
        </p:nvSpPr>
        <p:spPr>
          <a:xfrm>
            <a:off x="5289417" y="970319"/>
            <a:ext cx="614192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Group g + 1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2F443D1F-899C-4711-AE5B-3C57F1F18D70}"/>
              </a:ext>
            </a:extLst>
          </p:cNvPr>
          <p:cNvSpPr>
            <a:spLocks noGrp="1"/>
          </p:cNvSpPr>
          <p:nvPr/>
        </p:nvSpPr>
        <p:spPr>
          <a:xfrm>
            <a:off x="4061034" y="1145803"/>
            <a:ext cx="2178058" cy="319999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5161">
            <a:solidFill>
              <a:srgbClr val="5C6D82"/>
            </a:solidFill>
            <a:prstDash val="dash"/>
          </a:ln>
        </p:spPr>
      </p:sp>
      <p:sp>
        <p:nvSpPr>
          <p:cNvPr id="147" name="32 scalars = 8 vectors (d = 4)">
            <a:extLst>
              <a:ext uri="{FF2B5EF4-FFF2-40B4-BE49-F238E27FC236}">
                <ns2:creationId id="{4A31113A-DA3D-443E-99FC-6FDECE23A060}"/>
              </a:ext>
            </a:extLst>
          </p:cNvPr>
          <p:cNvSpPr>
            <a:spLocks noGrp="1"/>
          </p:cNvSpPr>
          <p:nvPr/>
        </p:nvSpPr>
        <p:spPr>
          <a:xfrm>
            <a:off x="4128130" y="1171609"/>
            <a:ext cx="2043864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32 scalars = 8 vectors (d = 4)</a:t>
            </a:r>
          </a:p>
        </p:txBody>
      </p:sp>
      <p:sp>
        <p:nvSpPr>
          <p:cNvPr id="148" name="diagram block">
            <a:extLst>
              <a:ext uri="{FF2B5EF4-FFF2-40B4-BE49-F238E27FC236}">
                <ns2:creationId id="{8E3A0213-CD65-4E2F-93DF-2E132D018C30}"/>
              </a:ext>
            </a:extLst>
          </p:cNvPr>
          <p:cNvSpPr>
            <a:spLocks noGrp="1"/>
          </p:cNvSpPr>
          <p:nvPr/>
        </p:nvSpPr>
        <p:spPr>
          <a:xfrm>
            <a:off x="4205550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49" name="diagram block">
            <a:extLst>
              <a:ext uri="{FF2B5EF4-FFF2-40B4-BE49-F238E27FC236}">
                <ns2:creationId id="{639BE09F-15F1-4F4F-85DF-846C6A6F9FFA}"/>
              </a:ext>
            </a:extLst>
          </p:cNvPr>
          <p:cNvSpPr>
            <a:spLocks noGrp="1"/>
          </p:cNvSpPr>
          <p:nvPr/>
        </p:nvSpPr>
        <p:spPr>
          <a:xfrm>
            <a:off x="4310065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0" name="diagram block">
            <a:extLst>
              <a:ext uri="{FF2B5EF4-FFF2-40B4-BE49-F238E27FC236}">
                <ns2:creationId id="{91C85303-7462-4B5A-8D21-0BE448108F0A}"/>
              </a:ext>
            </a:extLst>
          </p:cNvPr>
          <p:cNvSpPr>
            <a:spLocks noGrp="1"/>
          </p:cNvSpPr>
          <p:nvPr/>
        </p:nvSpPr>
        <p:spPr>
          <a:xfrm>
            <a:off x="441458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1" name="diagram block">
            <a:extLst>
              <a:ext uri="{FF2B5EF4-FFF2-40B4-BE49-F238E27FC236}">
                <ns2:creationId id="{2DA02289-0DBB-42E7-906C-DF7E4DBD1505}"/>
              </a:ext>
            </a:extLst>
          </p:cNvPr>
          <p:cNvSpPr>
            <a:spLocks noGrp="1"/>
          </p:cNvSpPr>
          <p:nvPr/>
        </p:nvSpPr>
        <p:spPr>
          <a:xfrm>
            <a:off x="451909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2" name="diagram block">
            <a:extLst>
              <a:ext uri="{FF2B5EF4-FFF2-40B4-BE49-F238E27FC236}">
                <ns2:creationId id="{F4C76DA7-4C77-438F-B64F-97EB25BC3880}"/>
              </a:ext>
            </a:extLst>
          </p:cNvPr>
          <p:cNvSpPr>
            <a:spLocks noGrp="1"/>
          </p:cNvSpPr>
          <p:nvPr/>
        </p:nvSpPr>
        <p:spPr>
          <a:xfrm>
            <a:off x="469587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3" name="diagram block">
            <a:extLst>
              <a:ext uri="{FF2B5EF4-FFF2-40B4-BE49-F238E27FC236}">
                <ns2:creationId id="{60307727-5387-4250-B5DE-3DC41EBB9C5F}"/>
              </a:ext>
            </a:extLst>
          </p:cNvPr>
          <p:cNvSpPr>
            <a:spLocks noGrp="1"/>
          </p:cNvSpPr>
          <p:nvPr/>
        </p:nvSpPr>
        <p:spPr>
          <a:xfrm>
            <a:off x="480038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4" name="diagram block">
            <a:extLst>
              <a:ext uri="{FF2B5EF4-FFF2-40B4-BE49-F238E27FC236}">
                <ns2:creationId id="{EA65BE6B-E22F-4B01-8C76-EE2D7016DBDD}"/>
              </a:ext>
            </a:extLst>
          </p:cNvPr>
          <p:cNvSpPr>
            <a:spLocks noGrp="1"/>
          </p:cNvSpPr>
          <p:nvPr/>
        </p:nvSpPr>
        <p:spPr>
          <a:xfrm>
            <a:off x="490490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5" name="diagram block">
            <a:extLst>
              <a:ext uri="{FF2B5EF4-FFF2-40B4-BE49-F238E27FC236}">
                <ns2:creationId id="{523104AC-3DFC-4748-AA22-E9E85CBEA144}"/>
              </a:ext>
            </a:extLst>
          </p:cNvPr>
          <p:cNvSpPr>
            <a:spLocks noGrp="1"/>
          </p:cNvSpPr>
          <p:nvPr/>
        </p:nvSpPr>
        <p:spPr>
          <a:xfrm>
            <a:off x="5009418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6" name="diagram block">
            <a:extLst>
              <a:ext uri="{FF2B5EF4-FFF2-40B4-BE49-F238E27FC236}">
                <ns2:creationId id="{B3DF6CF3-BE96-480B-A677-D197AFF82058}"/>
              </a:ext>
            </a:extLst>
          </p:cNvPr>
          <p:cNvSpPr>
            <a:spLocks noGrp="1"/>
          </p:cNvSpPr>
          <p:nvPr/>
        </p:nvSpPr>
        <p:spPr>
          <a:xfrm>
            <a:off x="528425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7" name="diagram block">
            <a:extLst>
              <a:ext uri="{FF2B5EF4-FFF2-40B4-BE49-F238E27FC236}">
                <ns2:creationId id="{37161BFE-77ED-4F6E-98B1-F24BD9D3CA31}"/>
              </a:ext>
            </a:extLst>
          </p:cNvPr>
          <p:cNvSpPr>
            <a:spLocks noGrp="1"/>
          </p:cNvSpPr>
          <p:nvPr/>
        </p:nvSpPr>
        <p:spPr>
          <a:xfrm>
            <a:off x="538877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8" name="diagram block">
            <a:extLst>
              <a:ext uri="{FF2B5EF4-FFF2-40B4-BE49-F238E27FC236}">
                <ns2:creationId id="{737768D1-CA02-4813-A9AE-0A0D1F8EB02A}"/>
              </a:ext>
            </a:extLst>
          </p:cNvPr>
          <p:cNvSpPr>
            <a:spLocks noGrp="1"/>
          </p:cNvSpPr>
          <p:nvPr/>
        </p:nvSpPr>
        <p:spPr>
          <a:xfrm>
            <a:off x="549328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9" name="diagram block">
            <a:extLst>
              <a:ext uri="{FF2B5EF4-FFF2-40B4-BE49-F238E27FC236}">
                <ns2:creationId id="{AA1FD1AE-50D1-4BF0-B054-0F952F623DD4}"/>
              </a:ext>
            </a:extLst>
          </p:cNvPr>
          <p:cNvSpPr>
            <a:spLocks noGrp="1"/>
          </p:cNvSpPr>
          <p:nvPr/>
        </p:nvSpPr>
        <p:spPr>
          <a:xfrm>
            <a:off x="5597803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60" name="…">
            <a:extLst>
              <a:ext uri="{FF2B5EF4-FFF2-40B4-BE49-F238E27FC236}">
                <ns2:creationId id="{2581F584-E63F-4063-A067-5CD7ED275D13}"/>
              </a:ext>
            </a:extLst>
          </p:cNvPr>
          <p:cNvSpPr>
            <a:spLocks noGrp="1"/>
          </p:cNvSpPr>
          <p:nvPr/>
        </p:nvSpPr>
        <p:spPr>
          <a:xfrm>
            <a:off x="5129418" y="1300641"/>
            <a:ext cx="123871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61" name="…">
            <a:extLst>
              <a:ext uri="{FF2B5EF4-FFF2-40B4-BE49-F238E27FC236}">
                <ns2:creationId id="{88919944-D22F-4D8A-8C4F-17C86EB5BF8C}"/>
              </a:ext>
            </a:extLst>
          </p:cNvPr>
          <p:cNvSpPr>
            <a:spLocks noGrp="1"/>
          </p:cNvSpPr>
          <p:nvPr/>
        </p:nvSpPr>
        <p:spPr>
          <a:xfrm>
            <a:off x="5944899" y="1300641"/>
            <a:ext cx="134193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62" name="native PowerPoint connector">
            <a:extLst>
              <a:ext uri="{FF2B5EF4-FFF2-40B4-BE49-F238E27FC236}">
                <ns2:creationId id="{73B03500-E0D7-4AC8-AA70-78BBE81907E8}"/>
              </a:ext>
            </a:extLst>
          </p:cNvPr>
          <p:cNvCxnSpPr/>
          <p:nvPr/>
        </p:nvCxnSpPr>
        <p:spPr>
          <a:xfrm flipH="1" flipV="0">
            <a:off x="4169421" y="799997"/>
            <a:ext cx="92903" cy="0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>
              <a:ext uri="{FF2B5EF4-FFF2-40B4-BE49-F238E27FC236}">
                <ns2:creationId id="{1D6B7CD8-368D-4AB3-BCB4-6FEBF1FC0606}"/>
              </a:ext>
            </a:extLst>
          </p:cNvPr>
          <p:cNvCxnSpPr/>
          <p:nvPr/>
        </p:nvCxnSpPr>
        <p:spPr>
          <a:xfrm flipH="1" flipV="0">
            <a:off x="4076518" y="799997"/>
            <a:ext cx="92903" cy="345805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>
              <a:ext uri="{FF2B5EF4-FFF2-40B4-BE49-F238E27FC236}">
                <ns2:creationId id="{82C1F370-EEF9-4435-B55F-8B07447E5573}"/>
              </a:ext>
            </a:extLst>
          </p:cNvPr>
          <p:cNvCxnSpPr/>
          <p:nvPr/>
        </p:nvCxnSpPr>
        <p:spPr>
          <a:xfrm flipH="0" flipV="0">
            <a:off x="5862318" y="908384"/>
            <a:ext cx="211612" cy="82580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>
              <a:ext uri="{FF2B5EF4-FFF2-40B4-BE49-F238E27FC236}">
                <ns2:creationId id="{31908671-0D9A-4389-BBB7-05EF25FB6D0C}"/>
              </a:ext>
            </a:extLst>
          </p:cNvPr>
          <p:cNvCxnSpPr/>
          <p:nvPr/>
        </p:nvCxnSpPr>
        <p:spPr>
          <a:xfrm flipH="0" flipV="0">
            <a:off x="6073931" y="990965"/>
            <a:ext cx="118709" cy="149677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>
              <a:ext uri="{FF2B5EF4-FFF2-40B4-BE49-F238E27FC236}">
                <ns2:creationId id="{6D249520-EEFA-4D88-BBB0-CE39E6BFA683}"/>
              </a:ext>
            </a:extLst>
          </p:cNvPr>
          <p:cNvSpPr>
            <a:spLocks noGrp="1"/>
          </p:cNvSpPr>
          <p:nvPr/>
        </p:nvSpPr>
        <p:spPr>
          <a:xfrm>
            <a:off x="4035228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F3F9FF"/>
          </a:solidFill>
          <a:ln w="5161">
            <a:solidFill>
              <a:srgbClr val="6BB7EB"/>
            </a:solidFill>
            <a:prstDash val="solid"/>
          </a:ln>
        </p:spPr>
      </p:sp>
      <p:sp>
        <p:nvSpPr>
          <p:cNvPr id="167" name="Codebook 1">
            <a:extLst>
              <a:ext uri="{FF2B5EF4-FFF2-40B4-BE49-F238E27FC236}">
                <ns2:creationId id="{4A019DC4-4AEE-4C37-B7A6-AF37786CAFF6}"/>
              </a:ext>
            </a:extLst>
          </p:cNvPr>
          <p:cNvSpPr>
            <a:spLocks noGrp="1"/>
          </p:cNvSpPr>
          <p:nvPr/>
        </p:nvSpPr>
        <p:spPr>
          <a:xfrm>
            <a:off x="408684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Codebook 1</a:t>
            </a:r>
          </a:p>
        </p:txBody>
      </p:sp>
      <p:sp>
        <p:nvSpPr>
          <p:cNvPr id="168" name="C₁ ∈ ℝ²⁵⁶×⁴, BF16">
            <a:extLst>
              <a:ext uri="{FF2B5EF4-FFF2-40B4-BE49-F238E27FC236}">
                <ns2:creationId id="{EDD7295F-1B55-4E03-92B6-73A4284CD4E8}"/>
              </a:ext>
            </a:extLst>
          </p:cNvPr>
          <p:cNvSpPr>
            <a:spLocks noGrp="1"/>
          </p:cNvSpPr>
          <p:nvPr/>
        </p:nvSpPr>
        <p:spPr>
          <a:xfrm>
            <a:off x="4092002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>
              <a:ext uri="{FF2B5EF4-FFF2-40B4-BE49-F238E27FC236}">
                <ns2:creationId id="{CD46A9C1-EEAD-43C9-86EB-895F3AF795D1}"/>
              </a:ext>
            </a:extLst>
          </p:cNvPr>
          <p:cNvSpPr>
            <a:spLocks noGrp="1"/>
          </p:cNvSpPr>
          <p:nvPr/>
        </p:nvSpPr>
        <p:spPr>
          <a:xfrm>
            <a:off x="4076518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170" name="i₁ (8-bit)">
            <a:extLst>
              <a:ext uri="{FF2B5EF4-FFF2-40B4-BE49-F238E27FC236}">
                <ns2:creationId id="{2DA0BB4A-376A-4705-AE06-2780FE07FB11}"/>
              </a:ext>
            </a:extLst>
          </p:cNvPr>
          <p:cNvSpPr>
            <a:spLocks noGrp="1"/>
          </p:cNvSpPr>
          <p:nvPr/>
        </p:nvSpPr>
        <p:spPr>
          <a:xfrm>
            <a:off x="410748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 (8-bit)</a:t>
            </a:r>
          </a:p>
        </p:txBody>
      </p:sp>
      <p:sp>
        <p:nvSpPr>
          <p:cNvPr id="171" name="diagram block">
            <a:extLst>
              <a:ext uri="{FF2B5EF4-FFF2-40B4-BE49-F238E27FC236}">
                <ns2:creationId id="{54D343E8-C812-4F35-8E97-3F51FC8A2BD1}"/>
              </a:ext>
            </a:extLst>
          </p:cNvPr>
          <p:cNvSpPr>
            <a:spLocks noGrp="1"/>
          </p:cNvSpPr>
          <p:nvPr/>
        </p:nvSpPr>
        <p:spPr>
          <a:xfrm>
            <a:off x="412813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2" name="i₁,1">
            <a:extLst>
              <a:ext uri="{FF2B5EF4-FFF2-40B4-BE49-F238E27FC236}">
                <ns2:creationId id="{107B9AD8-F083-467B-86BC-57AD8BF361D9}"/>
              </a:ext>
            </a:extLst>
          </p:cNvPr>
          <p:cNvSpPr>
            <a:spLocks noGrp="1"/>
          </p:cNvSpPr>
          <p:nvPr/>
        </p:nvSpPr>
        <p:spPr>
          <a:xfrm>
            <a:off x="4153937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>
              <a:ext uri="{FF2B5EF4-FFF2-40B4-BE49-F238E27FC236}">
                <ns2:creationId id="{49573A7C-14DC-4DE2-A70E-BAB431EB5B10}"/>
              </a:ext>
            </a:extLst>
          </p:cNvPr>
          <p:cNvSpPr>
            <a:spLocks noGrp="1"/>
          </p:cNvSpPr>
          <p:nvPr/>
        </p:nvSpPr>
        <p:spPr>
          <a:xfrm>
            <a:off x="412813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4" name="i₁,2">
            <a:extLst>
              <a:ext uri="{FF2B5EF4-FFF2-40B4-BE49-F238E27FC236}">
                <ns2:creationId id="{D640CC97-C18B-45F1-84A1-4A497E6BE229}"/>
              </a:ext>
            </a:extLst>
          </p:cNvPr>
          <p:cNvSpPr>
            <a:spLocks noGrp="1"/>
          </p:cNvSpPr>
          <p:nvPr/>
        </p:nvSpPr>
        <p:spPr>
          <a:xfrm>
            <a:off x="4153937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3FF7EC1D-A30C-4941-861D-DA300175E2FD}"/>
              </a:ext>
            </a:extLst>
          </p:cNvPr>
          <p:cNvSpPr>
            <a:spLocks noGrp="1"/>
          </p:cNvSpPr>
          <p:nvPr/>
        </p:nvSpPr>
        <p:spPr>
          <a:xfrm>
            <a:off x="412813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6" name="i₁,8">
            <a:extLst>
              <a:ext uri="{FF2B5EF4-FFF2-40B4-BE49-F238E27FC236}">
                <ns2:creationId id="{6D58A342-5581-4113-9CC8-1AA204520C5D}"/>
              </a:ext>
            </a:extLst>
          </p:cNvPr>
          <p:cNvSpPr>
            <a:spLocks noGrp="1"/>
          </p:cNvSpPr>
          <p:nvPr/>
        </p:nvSpPr>
        <p:spPr>
          <a:xfrm>
            <a:off x="4153937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>
              <a:ext uri="{FF2B5EF4-FFF2-40B4-BE49-F238E27FC236}">
                <ns2:creationId id="{8698E463-19FD-4906-B031-E8622CB0FED2}"/>
              </a:ext>
            </a:extLst>
          </p:cNvPr>
          <p:cNvSpPr>
            <a:spLocks noGrp="1"/>
          </p:cNvSpPr>
          <p:nvPr/>
        </p:nvSpPr>
        <p:spPr>
          <a:xfrm>
            <a:off x="4174582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178" name="8 codewords">
            <a:extLst>
              <a:ext uri="{FF2B5EF4-FFF2-40B4-BE49-F238E27FC236}">
                <ns2:creationId id="{3ACB0A48-BD8F-4B6F-847C-441E46B22D95}"/>
              </a:ext>
            </a:extLst>
          </p:cNvPr>
          <p:cNvSpPr>
            <a:spLocks noGrp="1"/>
          </p:cNvSpPr>
          <p:nvPr/>
        </p:nvSpPr>
        <p:spPr>
          <a:xfrm>
            <a:off x="457200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179" name="(4 scalars each)">
            <a:extLst>
              <a:ext uri="{FF2B5EF4-FFF2-40B4-BE49-F238E27FC236}">
                <ns2:creationId id="{6CBBCB61-1CB1-45C8-8911-4326EE3A46B1}"/>
              </a:ext>
            </a:extLst>
          </p:cNvPr>
          <p:cNvSpPr>
            <a:spLocks noGrp="1"/>
          </p:cNvSpPr>
          <p:nvPr/>
        </p:nvSpPr>
        <p:spPr>
          <a:xfrm>
            <a:off x="4551355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180" name="Lookup">
            <a:extLst>
              <a:ext uri="{FF2B5EF4-FFF2-40B4-BE49-F238E27FC236}">
                <ns2:creationId id="{E2BE4AF7-96E7-4860-8A5C-56A4665DB21E}"/>
              </a:ext>
            </a:extLst>
          </p:cNvPr>
          <p:cNvSpPr>
            <a:spLocks noGrp="1"/>
          </p:cNvSpPr>
          <p:nvPr/>
        </p:nvSpPr>
        <p:spPr>
          <a:xfrm>
            <a:off x="438619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181" name="native PowerPoint connector">
            <a:extLst>
              <a:ext uri="{FF2B5EF4-FFF2-40B4-BE49-F238E27FC236}">
                <ns2:creationId id="{9688460B-6283-4037-9FDA-DF0EB1FCCB20}"/>
              </a:ext>
            </a:extLst>
          </p:cNvPr>
          <p:cNvCxnSpPr/>
          <p:nvPr/>
        </p:nvCxnSpPr>
        <p:spPr>
          <a:xfrm flipH="0" flipV="0">
            <a:off x="4396517" y="2239993"/>
            <a:ext cx="299354" cy="0"/>
          </a:xfrm>
          <a:prstGeom prst="straightConnector1">
            <a:avLst/>
          </a:prstGeom>
          <a:ln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>
              <a:ext uri="{FF2B5EF4-FFF2-40B4-BE49-F238E27FC236}">
                <ns2:creationId id="{613648BF-4D3F-40EB-AAD7-7783A8EF1633}"/>
              </a:ext>
            </a:extLst>
          </p:cNvPr>
          <p:cNvSpPr>
            <a:spLocks noGrp="1"/>
          </p:cNvSpPr>
          <p:nvPr/>
        </p:nvSpPr>
        <p:spPr>
          <a:xfrm>
            <a:off x="4747483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3" name="diagram block">
            <a:extLst>
              <a:ext uri="{FF2B5EF4-FFF2-40B4-BE49-F238E27FC236}">
                <ns2:creationId id="{444B7955-0C2A-4F0F-BE13-183227ED446A}"/>
              </a:ext>
            </a:extLst>
          </p:cNvPr>
          <p:cNvSpPr>
            <a:spLocks noGrp="1"/>
          </p:cNvSpPr>
          <p:nvPr/>
        </p:nvSpPr>
        <p:spPr>
          <a:xfrm>
            <a:off x="4815870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4" name="diagram block">
            <a:extLst>
              <a:ext uri="{FF2B5EF4-FFF2-40B4-BE49-F238E27FC236}">
                <ns2:creationId id="{9E0B9C75-7919-4678-95A9-34DAA56D5C9E}"/>
              </a:ext>
            </a:extLst>
          </p:cNvPr>
          <p:cNvSpPr>
            <a:spLocks noGrp="1"/>
          </p:cNvSpPr>
          <p:nvPr/>
        </p:nvSpPr>
        <p:spPr>
          <a:xfrm>
            <a:off x="4884257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5" name="diagram block">
            <a:extLst>
              <a:ext uri="{FF2B5EF4-FFF2-40B4-BE49-F238E27FC236}">
                <ns2:creationId id="{22907D69-A24B-485C-9F3B-44733F9D3C75}"/>
              </a:ext>
            </a:extLst>
          </p:cNvPr>
          <p:cNvSpPr>
            <a:spLocks noGrp="1"/>
          </p:cNvSpPr>
          <p:nvPr/>
        </p:nvSpPr>
        <p:spPr>
          <a:xfrm>
            <a:off x="4952644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6" name="diagram block">
            <a:extLst>
              <a:ext uri="{FF2B5EF4-FFF2-40B4-BE49-F238E27FC236}">
                <ns2:creationId id="{52D5AEF2-66E4-4AB9-A4F8-30D7291C3EB0}"/>
              </a:ext>
            </a:extLst>
          </p:cNvPr>
          <p:cNvSpPr>
            <a:spLocks noGrp="1"/>
          </p:cNvSpPr>
          <p:nvPr/>
        </p:nvSpPr>
        <p:spPr>
          <a:xfrm>
            <a:off x="4747483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7" name="diagram block">
            <a:extLst>
              <a:ext uri="{FF2B5EF4-FFF2-40B4-BE49-F238E27FC236}">
                <ns2:creationId id="{A0A427BC-956B-4C49-A4F4-E30DFE1E865E}"/>
              </a:ext>
            </a:extLst>
          </p:cNvPr>
          <p:cNvSpPr>
            <a:spLocks noGrp="1"/>
          </p:cNvSpPr>
          <p:nvPr/>
        </p:nvSpPr>
        <p:spPr>
          <a:xfrm>
            <a:off x="4815870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8" name="diagram block">
            <a:extLst>
              <a:ext uri="{FF2B5EF4-FFF2-40B4-BE49-F238E27FC236}">
                <ns2:creationId id="{2399162D-F41A-4C0D-BA2B-84A957896BDE}"/>
              </a:ext>
            </a:extLst>
          </p:cNvPr>
          <p:cNvSpPr>
            <a:spLocks noGrp="1"/>
          </p:cNvSpPr>
          <p:nvPr/>
        </p:nvSpPr>
        <p:spPr>
          <a:xfrm>
            <a:off x="4884257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9" name="diagram block">
            <a:extLst>
              <a:ext uri="{FF2B5EF4-FFF2-40B4-BE49-F238E27FC236}">
                <ns2:creationId id="{09B3C170-5275-4A34-A6F5-1DAEB5B8C6A2}"/>
              </a:ext>
            </a:extLst>
          </p:cNvPr>
          <p:cNvSpPr>
            <a:spLocks noGrp="1"/>
          </p:cNvSpPr>
          <p:nvPr/>
        </p:nvSpPr>
        <p:spPr>
          <a:xfrm>
            <a:off x="4952644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0" name="diagram block">
            <a:extLst>
              <a:ext uri="{FF2B5EF4-FFF2-40B4-BE49-F238E27FC236}">
                <ns2:creationId id="{228B56CD-3D24-44DA-8992-C8CC207898F6}"/>
              </a:ext>
            </a:extLst>
          </p:cNvPr>
          <p:cNvSpPr>
            <a:spLocks noGrp="1"/>
          </p:cNvSpPr>
          <p:nvPr/>
        </p:nvSpPr>
        <p:spPr>
          <a:xfrm>
            <a:off x="4747483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1" name="diagram block">
            <a:extLst>
              <a:ext uri="{FF2B5EF4-FFF2-40B4-BE49-F238E27FC236}">
                <ns2:creationId id="{70DE56FB-1A56-4C46-820F-F9C79C400838}"/>
              </a:ext>
            </a:extLst>
          </p:cNvPr>
          <p:cNvSpPr>
            <a:spLocks noGrp="1"/>
          </p:cNvSpPr>
          <p:nvPr/>
        </p:nvSpPr>
        <p:spPr>
          <a:xfrm>
            <a:off x="4815870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2" name="diagram block">
            <a:extLst>
              <a:ext uri="{FF2B5EF4-FFF2-40B4-BE49-F238E27FC236}">
                <ns2:creationId id="{579DCD27-C1E3-43E9-A342-C73638380DA4}"/>
              </a:ext>
            </a:extLst>
          </p:cNvPr>
          <p:cNvSpPr>
            <a:spLocks noGrp="1"/>
          </p:cNvSpPr>
          <p:nvPr/>
        </p:nvSpPr>
        <p:spPr>
          <a:xfrm>
            <a:off x="4884257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3" name="diagram block">
            <a:extLst>
              <a:ext uri="{FF2B5EF4-FFF2-40B4-BE49-F238E27FC236}">
                <ns2:creationId id="{39EA40BB-ECC9-43C4-BF55-2D9535A6D35F}"/>
              </a:ext>
            </a:extLst>
          </p:cNvPr>
          <p:cNvSpPr>
            <a:spLocks noGrp="1"/>
          </p:cNvSpPr>
          <p:nvPr/>
        </p:nvSpPr>
        <p:spPr>
          <a:xfrm>
            <a:off x="4952644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4" name="diagram block">
            <a:extLst>
              <a:ext uri="{FF2B5EF4-FFF2-40B4-BE49-F238E27FC236}">
                <ns2:creationId id="{4B3F0912-2FAA-4B47-8025-2C8AF7FBDC25}"/>
              </a:ext>
            </a:extLst>
          </p:cNvPr>
          <p:cNvSpPr>
            <a:spLocks noGrp="1"/>
          </p:cNvSpPr>
          <p:nvPr/>
        </p:nvSpPr>
        <p:spPr>
          <a:xfrm>
            <a:off x="4747483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5" name="diagram block">
            <a:extLst>
              <a:ext uri="{FF2B5EF4-FFF2-40B4-BE49-F238E27FC236}">
                <ns2:creationId id="{AE6BE8C2-6BF4-4905-A0AE-8132FF7B7F03}"/>
              </a:ext>
            </a:extLst>
          </p:cNvPr>
          <p:cNvSpPr>
            <a:spLocks noGrp="1"/>
          </p:cNvSpPr>
          <p:nvPr/>
        </p:nvSpPr>
        <p:spPr>
          <a:xfrm>
            <a:off x="4815870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6" name="diagram block">
            <a:extLst>
              <a:ext uri="{FF2B5EF4-FFF2-40B4-BE49-F238E27FC236}">
                <ns2:creationId id="{59154EC1-F171-4F09-BFEB-CC0805858F79}"/>
              </a:ext>
            </a:extLst>
          </p:cNvPr>
          <p:cNvSpPr>
            <a:spLocks noGrp="1"/>
          </p:cNvSpPr>
          <p:nvPr/>
        </p:nvSpPr>
        <p:spPr>
          <a:xfrm>
            <a:off x="4884257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7" name="diagram block">
            <a:extLst>
              <a:ext uri="{FF2B5EF4-FFF2-40B4-BE49-F238E27FC236}">
                <ns2:creationId id="{D459E1E1-B1A6-49AA-98CE-805D12B7000F}"/>
              </a:ext>
            </a:extLst>
          </p:cNvPr>
          <p:cNvSpPr>
            <a:spLocks noGrp="1"/>
          </p:cNvSpPr>
          <p:nvPr/>
        </p:nvSpPr>
        <p:spPr>
          <a:xfrm>
            <a:off x="4952644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15D3A3D4-647E-439E-A113-373E521F4365}"/>
              </a:ext>
            </a:extLst>
          </p:cNvPr>
          <p:cNvSpPr>
            <a:spLocks noGrp="1"/>
          </p:cNvSpPr>
          <p:nvPr/>
        </p:nvSpPr>
        <p:spPr>
          <a:xfrm>
            <a:off x="5289417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EFFAF8"/>
          </a:solidFill>
          <a:ln w="5161">
            <a:solidFill>
              <a:srgbClr val="41A0A5"/>
            </a:solidFill>
            <a:prstDash val="solid"/>
          </a:ln>
        </p:spPr>
      </p:sp>
      <p:sp>
        <p:nvSpPr>
          <p:cNvPr id="199" name="Codebook 2">
            <a:extLst>
              <a:ext uri="{FF2B5EF4-FFF2-40B4-BE49-F238E27FC236}">
                <ns2:creationId id="{687E0AD1-388E-4B92-9A1B-408F5BBBB1DB}"/>
              </a:ext>
            </a:extLst>
          </p:cNvPr>
          <p:cNvSpPr>
            <a:spLocks noGrp="1"/>
          </p:cNvSpPr>
          <p:nvPr/>
        </p:nvSpPr>
        <p:spPr>
          <a:xfrm>
            <a:off x="534103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Codebook 2</a:t>
            </a:r>
          </a:p>
        </p:txBody>
      </p:sp>
      <p:sp>
        <p:nvSpPr>
          <p:cNvPr id="200" name="C₂ ∈ ℝ²⁵⁶×⁴, BF16">
            <a:extLst>
              <a:ext uri="{FF2B5EF4-FFF2-40B4-BE49-F238E27FC236}">
                <ns2:creationId id="{679BAA11-F9AE-423E-B5F3-8A202F5792A3}"/>
              </a:ext>
            </a:extLst>
          </p:cNvPr>
          <p:cNvSpPr>
            <a:spLocks noGrp="1"/>
          </p:cNvSpPr>
          <p:nvPr/>
        </p:nvSpPr>
        <p:spPr>
          <a:xfrm>
            <a:off x="5346191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>
              <a:ext uri="{FF2B5EF4-FFF2-40B4-BE49-F238E27FC236}">
                <ns2:creationId id="{9933E522-F963-43B8-BCEF-AAC27DBD3169}"/>
              </a:ext>
            </a:extLst>
          </p:cNvPr>
          <p:cNvSpPr>
            <a:spLocks noGrp="1"/>
          </p:cNvSpPr>
          <p:nvPr/>
        </p:nvSpPr>
        <p:spPr>
          <a:xfrm>
            <a:off x="5330707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202" name="i₂ (8-bit)">
            <a:extLst>
              <a:ext uri="{FF2B5EF4-FFF2-40B4-BE49-F238E27FC236}">
                <ns2:creationId id="{DDAD04AB-9841-4F8E-9211-6A325AB9672F}"/>
              </a:ext>
            </a:extLst>
          </p:cNvPr>
          <p:cNvSpPr>
            <a:spLocks noGrp="1"/>
          </p:cNvSpPr>
          <p:nvPr/>
        </p:nvSpPr>
        <p:spPr>
          <a:xfrm>
            <a:off x="536167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 (8-bit)</a:t>
            </a:r>
          </a:p>
        </p:txBody>
      </p:sp>
      <p:sp>
        <p:nvSpPr>
          <p:cNvPr id="203" name="diagram block">
            <a:extLst>
              <a:ext uri="{FF2B5EF4-FFF2-40B4-BE49-F238E27FC236}">
                <ns2:creationId id="{35FAFC39-4673-4784-9259-D9951BE960DF}"/>
              </a:ext>
            </a:extLst>
          </p:cNvPr>
          <p:cNvSpPr>
            <a:spLocks noGrp="1"/>
          </p:cNvSpPr>
          <p:nvPr/>
        </p:nvSpPr>
        <p:spPr>
          <a:xfrm>
            <a:off x="538232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4" name="i₂,1">
            <a:extLst>
              <a:ext uri="{FF2B5EF4-FFF2-40B4-BE49-F238E27FC236}">
                <ns2:creationId id="{2D2971D8-DC1C-4D07-B81A-56ABA7BED223}"/>
              </a:ext>
            </a:extLst>
          </p:cNvPr>
          <p:cNvSpPr>
            <a:spLocks noGrp="1"/>
          </p:cNvSpPr>
          <p:nvPr/>
        </p:nvSpPr>
        <p:spPr>
          <a:xfrm>
            <a:off x="5408126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>
              <a:ext uri="{FF2B5EF4-FFF2-40B4-BE49-F238E27FC236}">
                <ns2:creationId id="{11746571-D06A-4104-A3C8-D75C9C4C10F0}"/>
              </a:ext>
            </a:extLst>
          </p:cNvPr>
          <p:cNvSpPr>
            <a:spLocks noGrp="1"/>
          </p:cNvSpPr>
          <p:nvPr/>
        </p:nvSpPr>
        <p:spPr>
          <a:xfrm>
            <a:off x="538232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6" name="i₂,2">
            <a:extLst>
              <a:ext uri="{FF2B5EF4-FFF2-40B4-BE49-F238E27FC236}">
                <ns2:creationId id="{96DB4C1C-3C2D-4F76-A75D-A8CB62617DA9}"/>
              </a:ext>
            </a:extLst>
          </p:cNvPr>
          <p:cNvSpPr>
            <a:spLocks noGrp="1"/>
          </p:cNvSpPr>
          <p:nvPr/>
        </p:nvSpPr>
        <p:spPr>
          <a:xfrm>
            <a:off x="5408126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>
              <a:ext uri="{FF2B5EF4-FFF2-40B4-BE49-F238E27FC236}">
                <ns2:creationId id="{0AF6643B-1911-41B8-A38E-682119176A29}"/>
              </a:ext>
            </a:extLst>
          </p:cNvPr>
          <p:cNvSpPr>
            <a:spLocks noGrp="1"/>
          </p:cNvSpPr>
          <p:nvPr/>
        </p:nvSpPr>
        <p:spPr>
          <a:xfrm>
            <a:off x="538232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8" name="i₂,8">
            <a:extLst>
              <a:ext uri="{FF2B5EF4-FFF2-40B4-BE49-F238E27FC236}">
                <ns2:creationId id="{6651453A-0E7C-4637-9633-F57686C51019}"/>
              </a:ext>
            </a:extLst>
          </p:cNvPr>
          <p:cNvSpPr>
            <a:spLocks noGrp="1"/>
          </p:cNvSpPr>
          <p:nvPr/>
        </p:nvSpPr>
        <p:spPr>
          <a:xfrm>
            <a:off x="5408126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>
              <a:ext uri="{FF2B5EF4-FFF2-40B4-BE49-F238E27FC236}">
                <ns2:creationId id="{BDF319F3-25E4-4609-B58F-C94D12CCDF39}"/>
              </a:ext>
            </a:extLst>
          </p:cNvPr>
          <p:cNvSpPr>
            <a:spLocks noGrp="1"/>
          </p:cNvSpPr>
          <p:nvPr/>
        </p:nvSpPr>
        <p:spPr>
          <a:xfrm>
            <a:off x="5428771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210" name="8 codewords">
            <a:extLst>
              <a:ext uri="{FF2B5EF4-FFF2-40B4-BE49-F238E27FC236}">
                <ns2:creationId id="{51CD32A8-D781-46A1-959D-EDC53072685C}"/>
              </a:ext>
            </a:extLst>
          </p:cNvPr>
          <p:cNvSpPr>
            <a:spLocks noGrp="1"/>
          </p:cNvSpPr>
          <p:nvPr/>
        </p:nvSpPr>
        <p:spPr>
          <a:xfrm>
            <a:off x="582619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211" name="(4 scalars each)">
            <a:extLst>
              <a:ext uri="{FF2B5EF4-FFF2-40B4-BE49-F238E27FC236}">
                <ns2:creationId id="{5174246E-31C6-4196-BCBB-1DDD31FF2FDF}"/>
              </a:ext>
            </a:extLst>
          </p:cNvPr>
          <p:cNvSpPr>
            <a:spLocks noGrp="1"/>
          </p:cNvSpPr>
          <p:nvPr/>
        </p:nvSpPr>
        <p:spPr>
          <a:xfrm>
            <a:off x="5805544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212" name="Lookup">
            <a:extLst>
              <a:ext uri="{FF2B5EF4-FFF2-40B4-BE49-F238E27FC236}">
                <ns2:creationId id="{97AD3F5A-DBFC-47AF-9D7F-0296C0C2908A}"/>
              </a:ext>
            </a:extLst>
          </p:cNvPr>
          <p:cNvSpPr>
            <a:spLocks noGrp="1"/>
          </p:cNvSpPr>
          <p:nvPr/>
        </p:nvSpPr>
        <p:spPr>
          <a:xfrm>
            <a:off x="564038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213" name="native PowerPoint connector">
            <a:extLst>
              <a:ext uri="{FF2B5EF4-FFF2-40B4-BE49-F238E27FC236}">
                <ns2:creationId id="{1CB53D38-65A9-4E33-9D78-0EB470C9AD7C}"/>
              </a:ext>
            </a:extLst>
          </p:cNvPr>
          <p:cNvCxnSpPr/>
          <p:nvPr/>
        </p:nvCxnSpPr>
        <p:spPr>
          <a:xfrm flipH="0" flipV="0">
            <a:off x="5650706" y="2239993"/>
            <a:ext cx="299354" cy="0"/>
          </a:xfrm>
          <a:prstGeom prst="straightConnector1">
            <a:avLst/>
          </a:prstGeom>
          <a:ln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>
              <a:ext uri="{FF2B5EF4-FFF2-40B4-BE49-F238E27FC236}">
                <ns2:creationId id="{54127185-3164-40B1-854B-773E81D21A9C}"/>
              </a:ext>
            </a:extLst>
          </p:cNvPr>
          <p:cNvSpPr>
            <a:spLocks noGrp="1"/>
          </p:cNvSpPr>
          <p:nvPr/>
        </p:nvSpPr>
        <p:spPr>
          <a:xfrm>
            <a:off x="6001673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5" name="diagram block">
            <a:extLst>
              <a:ext uri="{FF2B5EF4-FFF2-40B4-BE49-F238E27FC236}">
                <ns2:creationId id="{389BBC44-F7F2-4B2A-A8C5-7C213256B51D}"/>
              </a:ext>
            </a:extLst>
          </p:cNvPr>
          <p:cNvSpPr>
            <a:spLocks noGrp="1"/>
          </p:cNvSpPr>
          <p:nvPr/>
        </p:nvSpPr>
        <p:spPr>
          <a:xfrm>
            <a:off x="6070060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6" name="diagram block">
            <a:extLst>
              <a:ext uri="{FF2B5EF4-FFF2-40B4-BE49-F238E27FC236}">
                <ns2:creationId id="{13897A69-10F1-4651-B41F-499ADA8A945E}"/>
              </a:ext>
            </a:extLst>
          </p:cNvPr>
          <p:cNvSpPr>
            <a:spLocks noGrp="1"/>
          </p:cNvSpPr>
          <p:nvPr/>
        </p:nvSpPr>
        <p:spPr>
          <a:xfrm>
            <a:off x="6138447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7" name="diagram block">
            <a:extLst>
              <a:ext uri="{FF2B5EF4-FFF2-40B4-BE49-F238E27FC236}">
                <ns2:creationId id="{CD118F27-0235-450B-9380-373DA2A2227D}"/>
              </a:ext>
            </a:extLst>
          </p:cNvPr>
          <p:cNvSpPr>
            <a:spLocks noGrp="1"/>
          </p:cNvSpPr>
          <p:nvPr/>
        </p:nvSpPr>
        <p:spPr>
          <a:xfrm>
            <a:off x="6206834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166BC462-32FE-4AE5-BBDA-2DE052EA0F76}"/>
              </a:ext>
            </a:extLst>
          </p:cNvPr>
          <p:cNvSpPr>
            <a:spLocks noGrp="1"/>
          </p:cNvSpPr>
          <p:nvPr/>
        </p:nvSpPr>
        <p:spPr>
          <a:xfrm>
            <a:off x="6001673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07D6B31F-C033-4289-9F05-07D1F3BE0525}"/>
              </a:ext>
            </a:extLst>
          </p:cNvPr>
          <p:cNvSpPr>
            <a:spLocks noGrp="1"/>
          </p:cNvSpPr>
          <p:nvPr/>
        </p:nvSpPr>
        <p:spPr>
          <a:xfrm>
            <a:off x="6070060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0" name="diagram block">
            <a:extLst>
              <a:ext uri="{FF2B5EF4-FFF2-40B4-BE49-F238E27FC236}">
                <ns2:creationId id="{D11CCF83-4EAA-467F-836A-0A065531321A}"/>
              </a:ext>
            </a:extLst>
          </p:cNvPr>
          <p:cNvSpPr>
            <a:spLocks noGrp="1"/>
          </p:cNvSpPr>
          <p:nvPr/>
        </p:nvSpPr>
        <p:spPr>
          <a:xfrm>
            <a:off x="6138447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1" name="diagram block">
            <a:extLst>
              <a:ext uri="{FF2B5EF4-FFF2-40B4-BE49-F238E27FC236}">
                <ns2:creationId id="{FC838525-23E8-442F-A971-64978E541D71}"/>
              </a:ext>
            </a:extLst>
          </p:cNvPr>
          <p:cNvSpPr>
            <a:spLocks noGrp="1"/>
          </p:cNvSpPr>
          <p:nvPr/>
        </p:nvSpPr>
        <p:spPr>
          <a:xfrm>
            <a:off x="6206834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DE9125F7-37B6-48D2-A712-BE28CAADB38C}"/>
              </a:ext>
            </a:extLst>
          </p:cNvPr>
          <p:cNvSpPr>
            <a:spLocks noGrp="1"/>
          </p:cNvSpPr>
          <p:nvPr/>
        </p:nvSpPr>
        <p:spPr>
          <a:xfrm>
            <a:off x="6001673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7F886CFD-9133-4325-892F-1DA129980510}"/>
              </a:ext>
            </a:extLst>
          </p:cNvPr>
          <p:cNvSpPr>
            <a:spLocks noGrp="1"/>
          </p:cNvSpPr>
          <p:nvPr/>
        </p:nvSpPr>
        <p:spPr>
          <a:xfrm>
            <a:off x="6070060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8521886C-DA25-47D8-BF76-0A79CA1FEB0A}"/>
              </a:ext>
            </a:extLst>
          </p:cNvPr>
          <p:cNvSpPr>
            <a:spLocks noGrp="1"/>
          </p:cNvSpPr>
          <p:nvPr/>
        </p:nvSpPr>
        <p:spPr>
          <a:xfrm>
            <a:off x="6138447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FC0DC6D7-F886-4C29-8244-2BA72DF992DC}"/>
              </a:ext>
            </a:extLst>
          </p:cNvPr>
          <p:cNvSpPr>
            <a:spLocks noGrp="1"/>
          </p:cNvSpPr>
          <p:nvPr/>
        </p:nvSpPr>
        <p:spPr>
          <a:xfrm>
            <a:off x="6206834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6" name="diagram block">
            <a:extLst>
              <a:ext uri="{FF2B5EF4-FFF2-40B4-BE49-F238E27FC236}">
                <ns2:creationId id="{2819C4F6-7FAF-44FC-AC36-7EFCF7AF10C8}"/>
              </a:ext>
            </a:extLst>
          </p:cNvPr>
          <p:cNvSpPr>
            <a:spLocks noGrp="1"/>
          </p:cNvSpPr>
          <p:nvPr/>
        </p:nvSpPr>
        <p:spPr>
          <a:xfrm>
            <a:off x="6001673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7" name="diagram block">
            <a:extLst>
              <a:ext uri="{FF2B5EF4-FFF2-40B4-BE49-F238E27FC236}">
                <ns2:creationId id="{64E9F49D-7A3D-44A2-B020-D2F3841C3185}"/>
              </a:ext>
            </a:extLst>
          </p:cNvPr>
          <p:cNvSpPr>
            <a:spLocks noGrp="1"/>
          </p:cNvSpPr>
          <p:nvPr/>
        </p:nvSpPr>
        <p:spPr>
          <a:xfrm>
            <a:off x="6070060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8" name="diagram block">
            <a:extLst>
              <a:ext uri="{FF2B5EF4-FFF2-40B4-BE49-F238E27FC236}">
                <ns2:creationId id="{36AD708A-D277-4750-B0EF-940AA3635DD2}"/>
              </a:ext>
            </a:extLst>
          </p:cNvPr>
          <p:cNvSpPr>
            <a:spLocks noGrp="1"/>
          </p:cNvSpPr>
          <p:nvPr/>
        </p:nvSpPr>
        <p:spPr>
          <a:xfrm>
            <a:off x="6138447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491D79EC-9E7C-49CF-A056-960BE420FBC2}"/>
              </a:ext>
            </a:extLst>
          </p:cNvPr>
          <p:cNvSpPr>
            <a:spLocks noGrp="1"/>
          </p:cNvSpPr>
          <p:nvPr/>
        </p:nvSpPr>
        <p:spPr>
          <a:xfrm>
            <a:off x="6206834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30" name="+">
            <a:extLst>
              <a:ext uri="{FF2B5EF4-FFF2-40B4-BE49-F238E27FC236}">
                <ns2:creationId id="{5D266510-0ECE-4A3A-8DFA-0B8493831283}"/>
              </a:ext>
            </a:extLst>
          </p:cNvPr>
          <p:cNvSpPr>
            <a:spLocks noGrp="1"/>
          </p:cNvSpPr>
          <p:nvPr/>
        </p:nvSpPr>
        <p:spPr>
          <a:xfrm>
            <a:off x="5150063" y="2033542"/>
            <a:ext cx="129032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1" name="diagram block">
            <a:extLst>
              <a:ext uri="{FF2B5EF4-FFF2-40B4-BE49-F238E27FC236}">
                <ns2:creationId id="{64CD8485-CF95-48D9-A056-ABD681C439D5}"/>
              </a:ext>
            </a:extLst>
          </p:cNvPr>
          <p:cNvSpPr>
            <a:spLocks noGrp="1"/>
          </p:cNvSpPr>
          <p:nvPr/>
        </p:nvSpPr>
        <p:spPr>
          <a:xfrm>
            <a:off x="4040389" y="2529024"/>
            <a:ext cx="2307089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3DCA8"/>
            </a:solidFill>
            <a:prstDash val="solid"/>
          </a:ln>
        </p:spPr>
      </p:sp>
      <p:sp>
        <p:nvSpPr>
          <p:cNvPr id="232" name="Ŵ[g] = r_row × 2^{e(g)} × (C₁[i₁] + C₂[i₂])">
            <a:extLst>
              <a:ext uri="{FF2B5EF4-FFF2-40B4-BE49-F238E27FC236}">
                <ns2:creationId id="{40D5916E-8DD2-4178-B51A-8BEFBBAEB688}"/>
              </a:ext>
            </a:extLst>
          </p:cNvPr>
          <p:cNvSpPr>
            <a:spLocks noGrp="1"/>
          </p:cNvSpPr>
          <p:nvPr/>
        </p:nvSpPr>
        <p:spPr>
          <a:xfrm>
            <a:off x="4086840" y="2570314"/>
            <a:ext cx="2214187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2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e(g)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(C₁[i₁] + C₂[i₂])</a:t>
            </a:r>
          </a:p>
        </p:txBody>
      </p:sp>
      <p:cxnSp>
        <p:nvCxnSpPr>
          <p:cNvPr id="233" name="native PowerPoint connector">
            <a:extLst>
              <a:ext uri="{FF2B5EF4-FFF2-40B4-BE49-F238E27FC236}">
                <ns2:creationId id="{F7D2D00A-E300-4EF7-BC6F-BD347A597FCF}"/>
              </a:ext>
            </a:extLst>
          </p:cNvPr>
          <p:cNvCxnSpPr/>
          <p:nvPr/>
        </p:nvCxnSpPr>
        <p:spPr>
          <a:xfrm flipH="0" flipV="1">
            <a:off x="4298452" y="2756120"/>
            <a:ext cx="87742" cy="123871"/>
          </a:xfrm>
          <a:prstGeom prst="straightConnector1">
            <a:avLst/>
          </a:prstGeom>
          <a:ln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>
              <a:ext uri="{FF2B5EF4-FFF2-40B4-BE49-F238E27FC236}">
                <ns2:creationId id="{CF16E665-42FE-4616-AB94-39C642B32970}"/>
              </a:ext>
            </a:extLst>
          </p:cNvPr>
          <p:cNvCxnSpPr/>
          <p:nvPr/>
        </p:nvCxnSpPr>
        <p:spPr>
          <a:xfrm flipH="0" flipV="1">
            <a:off x="4886838" y="2756120"/>
            <a:ext cx="82580" cy="118709"/>
          </a:xfrm>
          <a:prstGeom prst="straightConnector1">
            <a:avLst/>
          </a:prstGeom>
          <a:ln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>
              <a:ext uri="{FF2B5EF4-FFF2-40B4-BE49-F238E27FC236}">
                <ns2:creationId id="{23C0EE8E-15B9-4F6D-9D52-08E7A67694A3}"/>
              </a:ext>
            </a:extLst>
          </p:cNvPr>
          <p:cNvCxnSpPr/>
          <p:nvPr/>
        </p:nvCxnSpPr>
        <p:spPr>
          <a:xfrm flipH="0" flipV="1">
            <a:off x="5521674" y="2756120"/>
            <a:ext cx="0" cy="123871"/>
          </a:xfrm>
          <a:prstGeom prst="straightConnector1">
            <a:avLst/>
          </a:prstGeom>
          <a:ln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>
              <a:ext uri="{FF2B5EF4-FFF2-40B4-BE49-F238E27FC236}">
                <ns2:creationId id="{09D6DCE4-3C45-45BD-BDC2-556A56A6043E}"/>
              </a:ext>
            </a:extLst>
          </p:cNvPr>
          <p:cNvCxnSpPr/>
          <p:nvPr/>
        </p:nvCxnSpPr>
        <p:spPr>
          <a:xfrm flipH="0" flipV="1">
            <a:off x="6130705" y="2756120"/>
            <a:ext cx="0" cy="123871"/>
          </a:xfrm>
          <a:prstGeom prst="straightConnector1">
            <a:avLst/>
          </a:prstGeom>
          <a:ln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>
              <a:ext uri="{FF2B5EF4-FFF2-40B4-BE49-F238E27FC236}">
                <ns2:creationId id="{1240CE53-463C-46C9-A88B-3453CB441606}"/>
              </a:ext>
            </a:extLst>
          </p:cNvPr>
          <p:cNvSpPr>
            <a:spLocks noGrp="1"/>
          </p:cNvSpPr>
          <p:nvPr/>
        </p:nvSpPr>
        <p:spPr>
          <a:xfrm>
            <a:off x="4040389" y="2869668"/>
            <a:ext cx="51612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869"/>
          </a:bodyPr>
          <a:lstStyle>
            <a:def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row gain</a:t>
            </a:r>
          </a:p>
        </p:txBody>
      </p:sp>
      <p:sp>
        <p:nvSpPr>
          <p:cNvPr id="238" name="r_row">
            <a:extLst>
              <a:ext uri="{FF2B5EF4-FFF2-40B4-BE49-F238E27FC236}">
                <ns2:creationId id="{1A6C641E-5C4E-4602-81D3-8C7DA916F5BC}"/>
              </a:ext>
            </a:extLst>
          </p:cNvPr>
          <p:cNvSpPr>
            <a:spLocks noGrp="1"/>
          </p:cNvSpPr>
          <p:nvPr/>
        </p:nvSpPr>
        <p:spPr>
          <a:xfrm>
            <a:off x="4159098" y="2988378"/>
            <a:ext cx="294193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124"/>
          </a:bodyPr>
          <a:lstStyle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1" baseline="-2300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239" name="B32 power-of-two&#10;scales">
            <a:extLst>
              <a:ext uri="{FF2B5EF4-FFF2-40B4-BE49-F238E27FC236}">
                <ns2:creationId id="{C1B4B160-0B47-43A0-9AB1-B754CC8C7046}"/>
              </a:ext>
            </a:extLst>
          </p:cNvPr>
          <p:cNvSpPr>
            <a:spLocks noGrp="1"/>
          </p:cNvSpPr>
          <p:nvPr/>
        </p:nvSpPr>
        <p:spPr>
          <a:xfrm>
            <a:off x="4597806" y="2864507"/>
            <a:ext cx="65548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992"/>
          </a:bodyPr>
          <a:lstStyle>
            <a:def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B32 power-of-two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scales</a:t>
            </a:r>
          </a:p>
        </p:txBody>
      </p:sp>
      <p:sp>
        <p:nvSpPr>
          <p:cNvPr id="240" name="2 × 8-bit indices /&#10;4 weights = 4 core bpw">
            <a:extLst>
              <a:ext uri="{FF2B5EF4-FFF2-40B4-BE49-F238E27FC236}">
                <ns2:creationId id="{ED283786-F027-48B6-9D0B-6D4C0CFB3CD9}"/>
              </a:ext>
            </a:extLst>
          </p:cNvPr>
          <p:cNvSpPr>
            <a:spLocks noGrp="1"/>
          </p:cNvSpPr>
          <p:nvPr/>
        </p:nvSpPr>
        <p:spPr>
          <a:xfrm>
            <a:off x="5289417" y="2864507"/>
            <a:ext cx="650321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6351"/>
          </a:bodyPr>
          <a:lstStyle>
            <a:def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2 × 8-bit indices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4 weights = 4 core bpw</a:t>
            </a:r>
          </a:p>
        </p:txBody>
      </p:sp>
      <p:sp>
        <p:nvSpPr>
          <p:cNvPr id="241" name="~4.27 bpw&#10;including&#10;metadata">
            <a:extLst>
              <a:ext uri="{FF2B5EF4-FFF2-40B4-BE49-F238E27FC236}">
                <ns2:creationId id="{B20E8BE3-978C-464B-B81B-C6206DEEA5B9}"/>
              </a:ext>
            </a:extLst>
          </p:cNvPr>
          <p:cNvSpPr>
            <a:spLocks noGrp="1"/>
          </p:cNvSpPr>
          <p:nvPr/>
        </p:nvSpPr>
        <p:spPr>
          <a:xfrm>
            <a:off x="6011995" y="2843862"/>
            <a:ext cx="392257" cy="2838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4821"/>
          </a:bodyPr>
          <a:lstStyle>
            <a:def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~4.27 bpw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including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metadata</a:t>
            </a:r>
          </a:p>
        </p:txBody>
      </p:sp>
      <p:sp>
        <p:nvSpPr>
          <p:cNvPr id="242" name="diagram block">
            <a:extLst>
              <a:ext uri="{FF2B5EF4-FFF2-40B4-BE49-F238E27FC236}">
                <ns2:creationId id="{76E4AD9A-C6C3-4F6E-8902-E8D1535CB5BC}"/>
              </a:ext>
            </a:extLst>
          </p:cNvPr>
          <p:cNvSpPr>
            <a:spLocks noGrp="1"/>
          </p:cNvSpPr>
          <p:nvPr/>
        </p:nvSpPr>
        <p:spPr>
          <a:xfrm>
            <a:off x="4040389" y="3163861"/>
            <a:ext cx="2307089" cy="242580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49BA3"/>
            </a:solidFill>
            <a:prstDash val="solid"/>
          </a:ln>
        </p:spPr>
      </p:sp>
      <p:sp>
        <p:nvSpPr>
          <p:cNvPr id="243" name="Indices and B32 exponents are frozen">
            <a:extLst>
              <a:ext uri="{FF2B5EF4-FFF2-40B4-BE49-F238E27FC236}">
                <ns2:creationId id="{FAEF2A94-2E03-44B5-9C38-74DE852B7B02}"/>
              </a:ext>
            </a:extLst>
          </p:cNvPr>
          <p:cNvSpPr>
            <a:spLocks noGrp="1"/>
          </p:cNvSpPr>
          <p:nvPr/>
        </p:nvSpPr>
        <p:spPr>
          <a:xfrm>
            <a:off x="4097163" y="3205151"/>
            <a:ext cx="219354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>
              <a:ext uri="{FF2B5EF4-FFF2-40B4-BE49-F238E27FC236}">
                <ns2:creationId id="{EFB8CFBF-6045-42E1-B778-5D1277E4E29F}"/>
              </a:ext>
            </a:extLst>
          </p:cNvPr>
          <p:cNvSpPr>
            <a:spLocks noGrp="1"/>
          </p:cNvSpPr>
          <p:nvPr/>
        </p:nvSpPr>
        <p:spPr>
          <a:xfrm>
            <a:off x="4092002" y="3318699"/>
            <a:ext cx="2209025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5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A3F55612-A76C-4FA3-A87B-F555B87DE349}"/>
              </a:ext>
            </a:extLst>
          </p:cNvPr>
          <p:cNvSpPr>
            <a:spLocks noGrp="1"/>
          </p:cNvSpPr>
          <p:nvPr/>
        </p:nvSpPr>
        <p:spPr>
          <a:xfrm>
            <a:off x="6538445" y="309676"/>
            <a:ext cx="1223222" cy="190967"/>
          </a:xfrm>
          <a:prstGeom prst="roundRect">
            <a:avLst>
              <a:gd name="adj" fmla="val 8108"/>
            </a:avLst>
          </a:prstGeom>
          <a:solidFill>
            <a:srgbClr val="DDEFFF"/>
          </a:solidFill>
          <a:ln w="5161">
            <a:noFill/>
            <a:prstDash val="solid"/>
          </a:ln>
        </p:spPr>
      </p:sp>
      <p:sp>
        <p:nvSpPr>
          <p:cNvPr id="246" name="Activation path (input X)">
            <a:extLst>
              <a:ext uri="{FF2B5EF4-FFF2-40B4-BE49-F238E27FC236}">
                <ns2:creationId id="{A6B7812D-ACCD-4130-ADE7-5453590C098B}"/>
              </a:ext>
            </a:extLst>
          </p:cNvPr>
          <p:cNvSpPr>
            <a:spLocks noGrp="1"/>
          </p:cNvSpPr>
          <p:nvPr/>
        </p:nvSpPr>
        <p:spPr>
          <a:xfrm>
            <a:off x="6564252" y="335483"/>
            <a:ext cx="1171609" cy="139354"/>
          </a:xfrm>
          <a:prstGeom prst="rect">
            <a:avLst/>
          </a:prstGeom>
          <a:solidFill>
            <a:srgbClr val="DDEFFF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rPr>
              <a:t>Activation path (input X)</a:t>
            </a:r>
          </a:p>
        </p:txBody>
      </p:sp>
      <p:sp>
        <p:nvSpPr>
          <p:cNvPr id="247" name="X">
            <a:extLst>
              <a:ext uri="{FF2B5EF4-FFF2-40B4-BE49-F238E27FC236}">
                <ns2:creationId id="{6239F267-3D67-43CF-B330-47A51410478F}"/>
              </a:ext>
            </a:extLst>
          </p:cNvPr>
          <p:cNvSpPr>
            <a:spLocks noGrp="1"/>
          </p:cNvSpPr>
          <p:nvPr/>
        </p:nvSpPr>
        <p:spPr>
          <a:xfrm>
            <a:off x="6548768" y="815481"/>
            <a:ext cx="134193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47"/>
          </a:bodyPr>
          <a:lstStyle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>
              <a:ext uri="{FF2B5EF4-FFF2-40B4-BE49-F238E27FC236}">
                <ns2:creationId id="{FCD3D5E8-F4C3-49F7-AEA1-166EE0590F67}"/>
              </a:ext>
            </a:extLst>
          </p:cNvPr>
          <p:cNvSpPr>
            <a:spLocks noGrp="1"/>
          </p:cNvSpPr>
          <p:nvPr/>
        </p:nvSpPr>
        <p:spPr>
          <a:xfrm>
            <a:off x="6806832" y="650321"/>
            <a:ext cx="469676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269AC"/>
            </a:solidFill>
            <a:prstDash val="solid"/>
          </a:ln>
        </p:spPr>
      </p:sp>
      <p:sp>
        <p:nvSpPr>
          <p:cNvPr id="249" name="Smooth&#10;(α = 0.5)&#10;+ H128">
            <a:extLst>
              <a:ext uri="{FF2B5EF4-FFF2-40B4-BE49-F238E27FC236}">
                <ns2:creationId id="{DDB14A24-F8E5-425E-B97B-454971B358D2}"/>
              </a:ext>
            </a:extLst>
          </p:cNvPr>
          <p:cNvSpPr>
            <a:spLocks noGrp="1"/>
          </p:cNvSpPr>
          <p:nvPr/>
        </p:nvSpPr>
        <p:spPr>
          <a:xfrm>
            <a:off x="6832638" y="676127"/>
            <a:ext cx="418063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(α = 0.5)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H128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58053B87-91EC-463B-9EE1-6AD1A03DA51D}"/>
              </a:ext>
            </a:extLst>
          </p:cNvPr>
          <p:cNvSpPr>
            <a:spLocks noGrp="1"/>
          </p:cNvSpPr>
          <p:nvPr/>
        </p:nvSpPr>
        <p:spPr>
          <a:xfrm>
            <a:off x="7488120" y="738062"/>
            <a:ext cx="263225" cy="283870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088B5"/>
            </a:solidFill>
            <a:prstDash val="solid"/>
          </a:ln>
        </p:spPr>
      </p:sp>
      <p:sp>
        <p:nvSpPr>
          <p:cNvPr id="251" name="÷ D">
            <a:extLst>
              <a:ext uri="{FF2B5EF4-FFF2-40B4-BE49-F238E27FC236}">
                <ns2:creationId id="{D958FA15-8F74-4B6A-B039-63679F9AB437}"/>
              </a:ext>
            </a:extLst>
          </p:cNvPr>
          <p:cNvSpPr>
            <a:spLocks noGrp="1"/>
          </p:cNvSpPr>
          <p:nvPr/>
        </p:nvSpPr>
        <p:spPr>
          <a:xfrm>
            <a:off x="7513926" y="763869"/>
            <a:ext cx="211612" cy="232257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>
              <a:ext uri="{FF2B5EF4-FFF2-40B4-BE49-F238E27FC236}">
                <ns2:creationId id="{A52AFA23-DC19-49C5-811D-25C446309DC1}"/>
              </a:ext>
            </a:extLst>
          </p:cNvPr>
          <p:cNvSpPr>
            <a:spLocks noGrp="1"/>
          </p:cNvSpPr>
          <p:nvPr/>
        </p:nvSpPr>
        <p:spPr>
          <a:xfrm>
            <a:off x="7859731" y="655482"/>
            <a:ext cx="449031" cy="459353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5161">
            <a:solidFill>
              <a:srgbClr val="106C7A"/>
            </a:solidFill>
            <a:prstDash val="solid"/>
          </a:ln>
        </p:spPr>
      </p:sp>
      <p:sp>
        <p:nvSpPr>
          <p:cNvPr id="253" name="Dynamic&#10;signed A4">
            <a:extLst>
              <a:ext uri="{FF2B5EF4-FFF2-40B4-BE49-F238E27FC236}">
                <ns2:creationId id="{7DAD8669-4AF8-4595-A550-F3D4B6341016}"/>
              </a:ext>
            </a:extLst>
          </p:cNvPr>
          <p:cNvSpPr>
            <a:spLocks noGrp="1"/>
          </p:cNvSpPr>
          <p:nvPr/>
        </p:nvSpPr>
        <p:spPr>
          <a:xfrm>
            <a:off x="7885538" y="681288"/>
            <a:ext cx="397418" cy="407741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663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Dynamic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signed A4</a:t>
            </a:r>
          </a:p>
        </p:txBody>
      </p:sp>
      <p:sp>
        <p:nvSpPr>
          <p:cNvPr id="254" name="diagram block">
            <a:extLst>
              <a:ext uri="{FF2B5EF4-FFF2-40B4-BE49-F238E27FC236}">
                <ns2:creationId id="{D94DBB7A-2426-4ED9-8883-71C4EC860999}"/>
              </a:ext>
            </a:extLst>
          </p:cNvPr>
          <p:cNvSpPr>
            <a:spLocks noGrp="1"/>
          </p:cNvSpPr>
          <p:nvPr/>
        </p:nvSpPr>
        <p:spPr>
          <a:xfrm>
            <a:off x="8411988" y="650321"/>
            <a:ext cx="381934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666AC"/>
            </a:solidFill>
            <a:prstDash val="solid"/>
          </a:ln>
        </p:spPr>
      </p:sp>
      <p:sp>
        <p:nvSpPr>
          <p:cNvPr id="255" name="BF16&#10;dense&#10;Linear">
            <a:extLst>
              <a:ext uri="{FF2B5EF4-FFF2-40B4-BE49-F238E27FC236}">
                <ns2:creationId id="{A23220B0-FDE5-4A62-B00F-06E2EC9AE815}"/>
              </a:ext>
            </a:extLst>
          </p:cNvPr>
          <p:cNvSpPr>
            <a:spLocks noGrp="1"/>
          </p:cNvSpPr>
          <p:nvPr/>
        </p:nvSpPr>
        <p:spPr>
          <a:xfrm>
            <a:off x="8437794" y="676127"/>
            <a:ext cx="330322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56" name="native PowerPoint connector">
            <a:extLst>
              <a:ext uri="{FF2B5EF4-FFF2-40B4-BE49-F238E27FC236}">
                <ns2:creationId id="{28320A35-BE6D-4909-BB4D-09B549046FE6}"/>
              </a:ext>
            </a:extLst>
          </p:cNvPr>
          <p:cNvCxnSpPr/>
          <p:nvPr/>
        </p:nvCxnSpPr>
        <p:spPr>
          <a:xfrm flipH="0" flipV="0">
            <a:off x="6677800" y="882578"/>
            <a:ext cx="123871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>
              <a:ext uri="{FF2B5EF4-FFF2-40B4-BE49-F238E27FC236}">
                <ns2:creationId id="{A3F5DFDC-FBBF-4972-BAB2-6EE4E04114A8}"/>
              </a:ext>
            </a:extLst>
          </p:cNvPr>
          <p:cNvCxnSpPr/>
          <p:nvPr/>
        </p:nvCxnSpPr>
        <p:spPr>
          <a:xfrm flipH="0" flipV="0">
            <a:off x="7281669" y="877417"/>
            <a:ext cx="196128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>
              <a:ext uri="{FF2B5EF4-FFF2-40B4-BE49-F238E27FC236}">
                <ns2:creationId id="{9A75FE93-0B41-4E58-920E-9A6A2E1874B4}"/>
              </a:ext>
            </a:extLst>
          </p:cNvPr>
          <p:cNvSpPr>
            <a:spLocks noGrp="1"/>
          </p:cNvSpPr>
          <p:nvPr/>
        </p:nvSpPr>
        <p:spPr>
          <a:xfrm>
            <a:off x="7333282" y="743223"/>
            <a:ext cx="123871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31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>
              <a:ext uri="{FF2B5EF4-FFF2-40B4-BE49-F238E27FC236}">
                <ns2:creationId id="{7F5F82F9-B317-4971-8CF5-4F018528615C}"/>
              </a:ext>
            </a:extLst>
          </p:cNvPr>
          <p:cNvCxnSpPr/>
          <p:nvPr/>
        </p:nvCxnSpPr>
        <p:spPr>
          <a:xfrm flipH="0" flipV="0">
            <a:off x="7756506" y="877417"/>
            <a:ext cx="98064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>
              <a:ext uri="{FF2B5EF4-FFF2-40B4-BE49-F238E27FC236}">
                <ns2:creationId id="{93B4B03E-0B62-480D-9A04-CDB6B065AE6F}"/>
              </a:ext>
            </a:extLst>
          </p:cNvPr>
          <p:cNvCxnSpPr/>
          <p:nvPr/>
        </p:nvCxnSpPr>
        <p:spPr>
          <a:xfrm flipH="0" flipV="0">
            <a:off x="8313924" y="877417"/>
            <a:ext cx="92903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positive scale per physical input channel">
            <a:extLst>
              <a:ext uri="{FF2B5EF4-FFF2-40B4-BE49-F238E27FC236}">
                <ns2:creationId id="{1CB75A5D-99DC-4683-8365-299B4060D9B3}"/>
              </a:ext>
            </a:extLst>
          </p:cNvPr>
          <p:cNvSpPr>
            <a:spLocks noGrp="1"/>
          </p:cNvSpPr>
          <p:nvPr/>
        </p:nvSpPr>
        <p:spPr>
          <a:xfrm>
            <a:off x="6590058" y="1187093"/>
            <a:ext cx="2193541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D: one positive scale per physical input channel</a:t>
            </a:r>
          </a:p>
        </p:txBody>
      </p:sp>
      <p:sp>
        <p:nvSpPr>
          <p:cNvPr id="262" name="v = Z / D">
            <a:extLst>
              <a:ext uri="{FF2B5EF4-FFF2-40B4-BE49-F238E27FC236}">
                <ns2:creationId id="{F47627DF-F248-40B3-A4E5-52B71D1324B3}"/>
              </a:ext>
            </a:extLst>
          </p:cNvPr>
          <p:cNvSpPr>
            <a:spLocks noGrp="1"/>
          </p:cNvSpPr>
          <p:nvPr/>
        </p:nvSpPr>
        <p:spPr>
          <a:xfrm>
            <a:off x="6605542" y="1460641"/>
            <a:ext cx="6296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>
              <a:ext uri="{FF2B5EF4-FFF2-40B4-BE49-F238E27FC236}">
                <ns2:creationId id="{47B3F91E-4BBE-4ED5-84A2-D4A33F662258}"/>
              </a:ext>
            </a:extLst>
          </p:cNvPr>
          <p:cNvSpPr>
            <a:spLocks noGrp="1"/>
          </p:cNvSpPr>
          <p:nvPr/>
        </p:nvSpPr>
        <p:spPr>
          <a:xfrm>
            <a:off x="7240379" y="1321286"/>
            <a:ext cx="1548382" cy="541934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w="5161">
            <a:solidFill>
              <a:srgbClr val="B6E0EE"/>
            </a:solidFill>
            <a:prstDash val="solid"/>
          </a:ln>
        </p:spPr>
      </p:sp>
      <p:sp>
        <p:nvSpPr>
          <p:cNvPr id="264" name="Per-token dynamic signed A4 (per Linear)">
            <a:extLst>
              <a:ext uri="{FF2B5EF4-FFF2-40B4-BE49-F238E27FC236}">
                <ns2:creationId id="{291A7404-B30C-4126-BEE6-6787F78D65B7}"/>
              </a:ext>
            </a:extLst>
          </p:cNvPr>
          <p:cNvSpPr>
            <a:spLocks noGrp="1"/>
          </p:cNvSpPr>
          <p:nvPr/>
        </p:nvSpPr>
        <p:spPr>
          <a:xfrm>
            <a:off x="7291991" y="1372899"/>
            <a:ext cx="1445157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7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Per-token dynamic signed A4 (per Linear)</a:t>
            </a:r>
          </a:p>
        </p:txBody>
      </p:sp>
      <p:sp>
        <p:nvSpPr>
          <p:cNvPr id="265" name="sₜ = r_{ℓ} × max |vₜ| / 7">
            <a:extLst>
              <a:ext uri="{FF2B5EF4-FFF2-40B4-BE49-F238E27FC236}">
                <ns2:creationId id="{35E8F642-58C9-4D24-9B41-C7D9FB32F40E}"/>
              </a:ext>
            </a:extLst>
          </p:cNvPr>
          <p:cNvSpPr>
            <a:spLocks noGrp="1"/>
          </p:cNvSpPr>
          <p:nvPr/>
        </p:nvSpPr>
        <p:spPr>
          <a:xfrm>
            <a:off x="7395217" y="1527737"/>
            <a:ext cx="1269673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|vₜ| / 7</a:t>
            </a:r>
          </a:p>
        </p:txBody>
      </p:sp>
      <p:sp>
        <p:nvSpPr>
          <p:cNvPr id="266" name="q = clamp(round(v / sₜ), −7, 7)">
            <a:extLst>
              <a:ext uri="{FF2B5EF4-FFF2-40B4-BE49-F238E27FC236}">
                <ns2:creationId id="{3564BC83-0301-4C6E-AD3B-F2D4BE8BEF75}"/>
              </a:ext>
            </a:extLst>
          </p:cNvPr>
          <p:cNvSpPr>
            <a:spLocks noGrp="1"/>
          </p:cNvSpPr>
          <p:nvPr/>
        </p:nvSpPr>
        <p:spPr>
          <a:xfrm>
            <a:off x="7317798" y="1687737"/>
            <a:ext cx="1383221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199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clamp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round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 / sₜ), −7, 7)</a:t>
            </a:r>
          </a:p>
        </p:txBody>
      </p:sp>
      <p:sp>
        <p:nvSpPr>
          <p:cNvPr id="267" name="r_{ℓ}: one clipping ratio per Linear">
            <a:extLst>
              <a:ext uri="{FF2B5EF4-FFF2-40B4-BE49-F238E27FC236}">
                <ns2:creationId id="{C511066A-E9A7-463D-A821-3E025CF763A7}"/>
              </a:ext>
            </a:extLst>
          </p:cNvPr>
          <p:cNvSpPr>
            <a:spLocks noGrp="1"/>
          </p:cNvSpPr>
          <p:nvPr/>
        </p:nvSpPr>
        <p:spPr>
          <a:xfrm>
            <a:off x="7276508" y="1914833"/>
            <a:ext cx="151225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0" baseline="-2300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: one clipping ratio per Linear</a:t>
            </a:r>
          </a:p>
        </p:txBody>
      </p:sp>
      <p:sp>
        <p:nvSpPr>
          <p:cNvPr id="268" name="(distinct from per-channel D)">
            <a:extLst>
              <a:ext uri="{FF2B5EF4-FFF2-40B4-BE49-F238E27FC236}">
                <ns2:creationId id="{220E95B6-D1F0-404E-B28A-555AF690377F}"/>
              </a:ext>
            </a:extLst>
          </p:cNvPr>
          <p:cNvSpPr>
            <a:spLocks noGrp="1"/>
          </p:cNvSpPr>
          <p:nvPr/>
        </p:nvSpPr>
        <p:spPr>
          <a:xfrm>
            <a:off x="7415862" y="2033542"/>
            <a:ext cx="134193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(distinct from per-channel D)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863DAB91-DE07-449F-A632-FE602C72F5A5}"/>
              </a:ext>
            </a:extLst>
          </p:cNvPr>
          <p:cNvSpPr>
            <a:spLocks noGrp="1"/>
          </p:cNvSpPr>
          <p:nvPr/>
        </p:nvSpPr>
        <p:spPr>
          <a:xfrm>
            <a:off x="6538445" y="2193541"/>
            <a:ext cx="753546" cy="206451"/>
          </a:xfrm>
          <a:prstGeom prst="roundRect">
            <a:avLst>
              <a:gd name="adj" fmla="val 10000"/>
            </a:avLst>
          </a:prstGeom>
          <a:solidFill>
            <a:srgbClr val="FDE7E5"/>
          </a:solidFill>
          <a:ln w="5161">
            <a:noFill/>
            <a:prstDash val="solid"/>
          </a:ln>
        </p:spPr>
      </p:sp>
      <p:sp>
        <p:nvSpPr>
          <p:cNvPr id="270" name="Weight path">
            <a:extLst>
              <a:ext uri="{FF2B5EF4-FFF2-40B4-BE49-F238E27FC236}">
                <ns2:creationId id="{466BDDDA-4E4B-41B7-80DA-842356AA9AAD}"/>
              </a:ext>
            </a:extLst>
          </p:cNvPr>
          <p:cNvSpPr>
            <a:spLocks noGrp="1"/>
          </p:cNvSpPr>
          <p:nvPr/>
        </p:nvSpPr>
        <p:spPr>
          <a:xfrm>
            <a:off x="6564252" y="2219348"/>
            <a:ext cx="701933" cy="154838"/>
          </a:xfrm>
          <a:prstGeom prst="rect">
            <a:avLst/>
          </a:prstGeom>
          <a:solidFill>
            <a:srgbClr val="FDE7E5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Weight path</a:t>
            </a:r>
          </a:p>
        </p:txBody>
      </p:sp>
      <p:sp>
        <p:nvSpPr>
          <p:cNvPr id="271" name="diagram block">
            <a:extLst>
              <a:ext uri="{FF2B5EF4-FFF2-40B4-BE49-F238E27FC236}">
                <ns2:creationId id="{8D7E3B27-E68F-40A1-81E0-18DA34C13153}"/>
              </a:ext>
            </a:extLst>
          </p:cNvPr>
          <p:cNvSpPr>
            <a:spLocks noGrp="1"/>
          </p:cNvSpPr>
          <p:nvPr/>
        </p:nvSpPr>
        <p:spPr>
          <a:xfrm>
            <a:off x="6538445" y="2461928"/>
            <a:ext cx="660643" cy="361289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C94E64"/>
            </a:solidFill>
            <a:prstDash val="solid"/>
          </a:ln>
        </p:spPr>
      </p:sp>
      <p:sp>
        <p:nvSpPr>
          <p:cNvPr id="272" name="Decode VQ&#10;(frozen)">
            <a:extLst>
              <a:ext uri="{FF2B5EF4-FFF2-40B4-BE49-F238E27FC236}">
                <ns2:creationId id="{FB346F94-AA56-4053-B5DB-14556EAD9E76}"/>
              </a:ext>
            </a:extLst>
          </p:cNvPr>
          <p:cNvSpPr>
            <a:spLocks noGrp="1"/>
          </p:cNvSpPr>
          <p:nvPr/>
        </p:nvSpPr>
        <p:spPr>
          <a:xfrm>
            <a:off x="6564252" y="2487734"/>
            <a:ext cx="609030" cy="309676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Decode VQ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73" name="Ŵ">
            <a:extLst>
              <a:ext uri="{FF2B5EF4-FFF2-40B4-BE49-F238E27FC236}">
                <ns2:creationId id="{AA93082A-AEBA-4C8F-B14A-611FB88B95C3}"/>
              </a:ext>
            </a:extLst>
          </p:cNvPr>
          <p:cNvSpPr>
            <a:spLocks noGrp="1"/>
          </p:cNvSpPr>
          <p:nvPr/>
        </p:nvSpPr>
        <p:spPr>
          <a:xfrm>
            <a:off x="7286830" y="2472250"/>
            <a:ext cx="185806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351"/>
          </a:bodyPr>
          <a:lstStyle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>
              <a:ext uri="{FF2B5EF4-FFF2-40B4-BE49-F238E27FC236}">
                <ns2:creationId id="{C0A3B58F-E81F-4848-95AB-9050B985F359}"/>
              </a:ext>
            </a:extLst>
          </p:cNvPr>
          <p:cNvSpPr>
            <a:spLocks noGrp="1"/>
          </p:cNvSpPr>
          <p:nvPr/>
        </p:nvSpPr>
        <p:spPr>
          <a:xfrm>
            <a:off x="7519087" y="2498057"/>
            <a:ext cx="588385" cy="294193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BC778"/>
            </a:solidFill>
            <a:prstDash val="solid"/>
          </a:ln>
        </p:spPr>
      </p:sp>
      <p:sp>
        <p:nvSpPr>
          <p:cNvPr id="275" name="Ŵ × D">
            <a:extLst>
              <a:ext uri="{FF2B5EF4-FFF2-40B4-BE49-F238E27FC236}">
                <ns2:creationId id="{073F9BC6-5269-401E-8C86-CD9B20175C80}"/>
              </a:ext>
            </a:extLst>
          </p:cNvPr>
          <p:cNvSpPr>
            <a:spLocks noGrp="1"/>
          </p:cNvSpPr>
          <p:nvPr/>
        </p:nvSpPr>
        <p:spPr>
          <a:xfrm>
            <a:off x="7544894" y="2523863"/>
            <a:ext cx="536772" cy="242580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>
              <a:ext uri="{FF2B5EF4-FFF2-40B4-BE49-F238E27FC236}">
                <ns2:creationId id="{55A12A8F-BA28-4709-AF07-EEE9F281218C}"/>
              </a:ext>
            </a:extLst>
          </p:cNvPr>
          <p:cNvSpPr>
            <a:spLocks noGrp="1"/>
          </p:cNvSpPr>
          <p:nvPr/>
        </p:nvSpPr>
        <p:spPr>
          <a:xfrm>
            <a:off x="8313924" y="2420637"/>
            <a:ext cx="474837" cy="45419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56CB0"/>
            </a:solidFill>
            <a:prstDash val="solid"/>
          </a:ln>
        </p:spPr>
      </p:sp>
      <p:sp>
        <p:nvSpPr>
          <p:cNvPr id="277" name="BF16&#10;dense&#10;Linear">
            <a:extLst>
              <a:ext uri="{FF2B5EF4-FFF2-40B4-BE49-F238E27FC236}">
                <ns2:creationId id="{568F3CAC-8113-46F3-BEB8-735B309A52ED}"/>
              </a:ext>
            </a:extLst>
          </p:cNvPr>
          <p:cNvSpPr>
            <a:spLocks noGrp="1"/>
          </p:cNvSpPr>
          <p:nvPr/>
        </p:nvSpPr>
        <p:spPr>
          <a:xfrm>
            <a:off x="8339730" y="2446444"/>
            <a:ext cx="423224" cy="402579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78" name="native PowerPoint connector">
            <a:extLst>
              <a:ext uri="{FF2B5EF4-FFF2-40B4-BE49-F238E27FC236}">
                <ns2:creationId id="{0D1E93E7-91B9-45F2-B36D-7A8F213FB27C}"/>
              </a:ext>
            </a:extLst>
          </p:cNvPr>
          <p:cNvCxnSpPr/>
          <p:nvPr/>
        </p:nvCxnSpPr>
        <p:spPr>
          <a:xfrm flipH="0" flipV="0">
            <a:off x="7204250" y="2642572"/>
            <a:ext cx="309676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>
              <a:ext uri="{FF2B5EF4-FFF2-40B4-BE49-F238E27FC236}">
                <ns2:creationId id="{6F3318F8-8480-48D5-884A-C51DE0633AC8}"/>
              </a:ext>
            </a:extLst>
          </p:cNvPr>
          <p:cNvCxnSpPr/>
          <p:nvPr/>
        </p:nvCxnSpPr>
        <p:spPr>
          <a:xfrm flipH="0" flipV="0">
            <a:off x="8112634" y="2642572"/>
            <a:ext cx="196128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>
              <a:ext uri="{FF2B5EF4-FFF2-40B4-BE49-F238E27FC236}">
                <ns2:creationId id="{F6F77B05-5BB9-4672-BC08-ED8580997F3A}"/>
              </a:ext>
            </a:extLst>
          </p:cNvPr>
          <p:cNvSpPr>
            <a:spLocks noGrp="1"/>
          </p:cNvSpPr>
          <p:nvPr/>
        </p:nvSpPr>
        <p:spPr>
          <a:xfrm>
            <a:off x="6538445" y="2947087"/>
            <a:ext cx="2250315" cy="459353"/>
          </a:xfrm>
          <a:prstGeom prst="roundRect">
            <a:avLst>
              <a:gd name="adj" fmla="val 6742"/>
            </a:avLst>
          </a:prstGeom>
          <a:gradFill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w="5161">
            <a:solidFill>
              <a:srgbClr val="95D0D1"/>
            </a:solidFill>
            <a:prstDash val="solid"/>
          </a:ln>
        </p:spPr>
      </p:sp>
      <p:sp>
        <p:nvSpPr>
          <p:cNvPr id="281" name="Training refinement (activation only)">
            <a:extLst>
              <a:ext uri="{FF2B5EF4-FFF2-40B4-BE49-F238E27FC236}">
                <ns2:creationId id="{79AC0606-5A38-41AC-902B-4BF5C257DB45}"/>
              </a:ext>
            </a:extLst>
          </p:cNvPr>
          <p:cNvSpPr>
            <a:spLocks noGrp="1"/>
          </p:cNvSpPr>
          <p:nvPr/>
        </p:nvSpPr>
        <p:spPr>
          <a:xfrm>
            <a:off x="6584897" y="2983216"/>
            <a:ext cx="2147090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87"/>
          </a:bodyPr>
          <a:lstStyle>
            <a:def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Training refinement (activation only)</a:t>
            </a:r>
          </a:p>
        </p:txBody>
      </p:sp>
      <p:sp>
        <p:nvSpPr>
          <p:cNvPr id="282" name="• Freeze indices, B32 exponents,&#10;  codebooks and row gains">
            <a:extLst>
              <a:ext uri="{FF2B5EF4-FFF2-40B4-BE49-F238E27FC236}">
                <ns2:creationId id="{D4D6C71A-DC0C-4DD5-BB7F-A81DD020F7FB}"/>
              </a:ext>
            </a:extLst>
          </p:cNvPr>
          <p:cNvSpPr>
            <a:spLocks noGrp="1"/>
          </p:cNvSpPr>
          <p:nvPr/>
        </p:nvSpPr>
        <p:spPr>
          <a:xfrm>
            <a:off x="6595219" y="3117409"/>
            <a:ext cx="2141929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574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Freeze indices, B32 exponents,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 codebooks and row gains</a:t>
            </a:r>
          </a:p>
        </p:txBody>
      </p:sp>
      <p:sp>
        <p:nvSpPr>
          <p:cNvPr id="283" name="• Learn per-channel D and per-Linear r_{ℓ}">
            <a:extLst>
              <a:ext uri="{FF2B5EF4-FFF2-40B4-BE49-F238E27FC236}">
                <ns2:creationId id="{234191D3-E668-475A-A188-796929769792}"/>
              </a:ext>
            </a:extLst>
          </p:cNvPr>
          <p:cNvSpPr>
            <a:spLocks noGrp="1"/>
          </p:cNvSpPr>
          <p:nvPr/>
        </p:nvSpPr>
        <p:spPr>
          <a:xfrm>
            <a:off x="6595219" y="3298054"/>
            <a:ext cx="2136767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Learn per-channel D and per-Linear r</a:t>
            </a:r>
            <a:r>
              <a:rPr sz="47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284" name="diagram block">
            <a:extLst>
              <a:ext uri="{FF2B5EF4-FFF2-40B4-BE49-F238E27FC236}">
                <ns2:creationId id="{8500F351-AD6B-43B3-AA48-2425E976B957}"/>
              </a:ext>
            </a:extLst>
          </p:cNvPr>
          <p:cNvSpPr>
            <a:spLocks noGrp="1"/>
          </p:cNvSpPr>
          <p:nvPr/>
        </p:nvSpPr>
        <p:spPr>
          <a:xfrm>
            <a:off x="277820" y="3530311"/>
            <a:ext cx="8588360" cy="1300641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8258">
            <a:solidFill>
              <a:srgbClr val="061A3C"/>
            </a:solidFill>
            <a:prstDash val="solid"/>
          </a:ln>
        </p:spPr>
      </p:sp>
      <p:sp>
        <p:nvSpPr>
          <p:cNvPr id="285" name="Offline training loop (action + latent supervision)">
            <a:extLst>
              <a:ext uri="{FF2B5EF4-FFF2-40B4-BE49-F238E27FC236}">
                <ns2:creationId id="{FC9F7EBC-8829-4E03-A1A5-5B9C30C85B23}"/>
              </a:ext>
            </a:extLst>
          </p:cNvPr>
          <p:cNvSpPr>
            <a:spLocks noGrp="1"/>
          </p:cNvSpPr>
          <p:nvPr/>
        </p:nvSpPr>
        <p:spPr>
          <a:xfrm>
            <a:off x="350078" y="3587085"/>
            <a:ext cx="3829665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>
              <a:ext uri="{FF2B5EF4-FFF2-40B4-BE49-F238E27FC236}">
                <ns2:creationId id="{CE0F5E5B-CB2B-4EC3-A010-2F9BEF19D250}"/>
              </a:ext>
            </a:extLst>
          </p:cNvPr>
          <p:cNvSpPr>
            <a:spLocks noGrp="1"/>
          </p:cNvSpPr>
          <p:nvPr/>
        </p:nvSpPr>
        <p:spPr>
          <a:xfrm>
            <a:off x="4417162" y="3654182"/>
            <a:ext cx="278708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>
              <a:ext uri="{FF2B5EF4-FFF2-40B4-BE49-F238E27FC236}">
                <ns2:creationId id="{8330FA8B-F4C2-4E2F-AC10-D3BB2AC16F75}"/>
              </a:ext>
            </a:extLst>
          </p:cNvPr>
          <p:cNvCxnSpPr/>
          <p:nvPr/>
        </p:nvCxnSpPr>
        <p:spPr>
          <a:xfrm flipH="0" flipV="0">
            <a:off x="7436507" y="3654182"/>
            <a:ext cx="325160" cy="0"/>
          </a:xfrm>
          <a:prstGeom prst="straightConnector1">
            <a:avLst/>
          </a:prstGeom>
          <a:ln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>
              <a:ext uri="{FF2B5EF4-FFF2-40B4-BE49-F238E27FC236}">
                <ns2:creationId id="{FB9E9794-B624-471F-BA90-804169F28DFF}"/>
              </a:ext>
            </a:extLst>
          </p:cNvPr>
          <p:cNvSpPr>
            <a:spLocks noGrp="1"/>
          </p:cNvSpPr>
          <p:nvPr/>
        </p:nvSpPr>
        <p:spPr>
          <a:xfrm>
            <a:off x="7802957" y="3602569"/>
            <a:ext cx="93419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data</a:t>
            </a:r>
          </a:p>
        </p:txBody>
      </p:sp>
      <p:cxnSp>
        <p:nvCxnSpPr>
          <p:cNvPr id="289" name="native PowerPoint connector">
            <a:extLst>
              <a:ext uri="{FF2B5EF4-FFF2-40B4-BE49-F238E27FC236}">
                <ns2:creationId id="{FAE1D648-3F51-419F-A193-900E981ADDA3}"/>
              </a:ext>
            </a:extLst>
          </p:cNvPr>
          <p:cNvCxnSpPr/>
          <p:nvPr/>
        </p:nvCxnSpPr>
        <p:spPr>
          <a:xfrm flipH="0" flipV="0">
            <a:off x="7436507" y="3767730"/>
            <a:ext cx="32516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&#10;parameter update">
            <a:extLst>
              <a:ext uri="{FF2B5EF4-FFF2-40B4-BE49-F238E27FC236}">
                <ns2:creationId id="{C5D3FACE-9E0D-44CA-9DDF-B74B86453B07}"/>
              </a:ext>
            </a:extLst>
          </p:cNvPr>
          <p:cNvSpPr>
            <a:spLocks noGrp="1"/>
          </p:cNvSpPr>
          <p:nvPr/>
        </p:nvSpPr>
        <p:spPr>
          <a:xfrm>
            <a:off x="7802957" y="3721278"/>
            <a:ext cx="934191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762"/>
          </a:bodyPr>
          <a:lstStyle>
            <a:def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 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parameter update</a:t>
            </a:r>
          </a:p>
        </p:txBody>
      </p:sp>
      <p:sp>
        <p:nvSpPr>
          <p:cNvPr id="291" name="diagram block">
            <a:extLst>
              <a:ext uri="{FF2B5EF4-FFF2-40B4-BE49-F238E27FC236}">
                <ns2:creationId id="{9401BAFA-E19D-4270-A56D-8725FFE97CA4}"/>
              </a:ext>
            </a:extLst>
          </p:cNvPr>
          <p:cNvSpPr>
            <a:spLocks noGrp="1"/>
          </p:cNvSpPr>
          <p:nvPr/>
        </p:nvSpPr>
        <p:spPr>
          <a:xfrm>
            <a:off x="350078" y="3974181"/>
            <a:ext cx="794836" cy="273548"/>
          </a:xfrm>
          <a:prstGeom prst="roundRect">
            <a:avLst>
              <a:gd name="adj" fmla="val 7547"/>
            </a:avLst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C9ED7"/>
            </a:solidFill>
            <a:prstDash val="solid"/>
          </a:ln>
        </p:spPr>
      </p:sp>
      <p:sp>
        <p:nvSpPr>
          <p:cNvPr id="292" name="BF16 teacher&#10;(frozen)">
            <a:extLst>
              <a:ext uri="{FF2B5EF4-FFF2-40B4-BE49-F238E27FC236}">
                <ns2:creationId id="{F3D9AF0F-BC79-4C05-B0A3-A4C9AA6D9A38}"/>
              </a:ext>
            </a:extLst>
          </p:cNvPr>
          <p:cNvSpPr>
            <a:spLocks noGrp="1"/>
          </p:cNvSpPr>
          <p:nvPr/>
        </p:nvSpPr>
        <p:spPr>
          <a:xfrm>
            <a:off x="375884" y="3999987"/>
            <a:ext cx="743223" cy="22193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9561"/>
          </a:bodyPr>
          <a:lstStyle>
            <a:def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93" name="diagram block">
            <a:extLst>
              <a:ext uri="{FF2B5EF4-FFF2-40B4-BE49-F238E27FC236}">
                <ns2:creationId id="{08209677-E5C6-47BA-BE35-D5A1990330D1}"/>
              </a:ext>
            </a:extLst>
          </p:cNvPr>
          <p:cNvSpPr>
            <a:spLocks noGrp="1"/>
          </p:cNvSpPr>
          <p:nvPr/>
        </p:nvSpPr>
        <p:spPr>
          <a:xfrm>
            <a:off x="350078" y="4335470"/>
            <a:ext cx="794836" cy="268386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06F80"/>
            </a:solidFill>
            <a:prstDash val="solid"/>
          </a:ln>
        </p:spPr>
      </p:sp>
      <p:sp>
        <p:nvSpPr>
          <p:cNvPr id="294" name="Quantized WAM&#10;(student)">
            <a:extLst>
              <a:ext uri="{FF2B5EF4-FFF2-40B4-BE49-F238E27FC236}">
                <ns2:creationId id="{232B3CF0-B9A6-4FA4-9DF6-C7C329576205}"/>
              </a:ext>
            </a:extLst>
          </p:cNvPr>
          <p:cNvSpPr>
            <a:spLocks noGrp="1"/>
          </p:cNvSpPr>
          <p:nvPr/>
        </p:nvSpPr>
        <p:spPr>
          <a:xfrm>
            <a:off x="375884" y="4361276"/>
            <a:ext cx="743223" cy="216774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(student)</a:t>
            </a:r>
          </a:p>
        </p:txBody>
      </p:sp>
      <p:sp>
        <p:nvSpPr>
          <p:cNvPr id="295" name="diagram block">
            <a:extLst>
              <a:ext uri="{FF2B5EF4-FFF2-40B4-BE49-F238E27FC236}">
                <ns2:creationId id="{54343F94-FEED-4BDA-853F-84F7744D7C32}"/>
              </a:ext>
            </a:extLst>
          </p:cNvPr>
          <p:cNvSpPr>
            <a:spLocks noGrp="1"/>
          </p:cNvSpPr>
          <p:nvPr/>
        </p:nvSpPr>
        <p:spPr>
          <a:xfrm>
            <a:off x="1320397" y="4046439"/>
            <a:ext cx="1114835" cy="500644"/>
          </a:xfrm>
          <a:prstGeom prst="roundRect">
            <a:avLst>
              <a:gd name="adj" fmla="val 4124"/>
            </a:avLst>
          </a:prstGeom>
          <a:solidFill>
            <a:srgbClr val="F8FBFF"/>
          </a:solidFill>
          <a:ln w="5161">
            <a:solidFill>
              <a:srgbClr val="17619B"/>
            </a:solidFill>
            <a:prstDash val="solid"/>
          </a:ln>
        </p:spPr>
      </p:sp>
      <p:sp>
        <p:nvSpPr>
          <p:cNvPr id="296" name="Forward pass&#10;on training data&#10;(action + latent supervision)">
            <a:extLst>
              <a:ext uri="{FF2B5EF4-FFF2-40B4-BE49-F238E27FC236}">
                <ns2:creationId id="{A50B205C-A195-4FF3-9DE9-04D2BB90C4E1}"/>
              </a:ext>
            </a:extLst>
          </p:cNvPr>
          <p:cNvSpPr>
            <a:spLocks noGrp="1"/>
          </p:cNvSpPr>
          <p:nvPr/>
        </p:nvSpPr>
        <p:spPr>
          <a:xfrm>
            <a:off x="1346204" y="4072245"/>
            <a:ext cx="1063222" cy="449031"/>
          </a:xfrm>
          <a:prstGeom prst="rect">
            <a:avLst/>
          </a:prstGeom>
          <a:solidFill>
            <a:srgbClr val="F8FBFF"/>
          </a:solidFill>
          <a:ln w="0">
            <a:noFill/>
          </a:ln>
        </p:spPr>
        <p:txBody>
          <a:bodyPr wrap="none" lIns="0" tIns="0" rIns="0" bIns="0" anchor="ctr">
            <a:normAutofit fontScale="86865"/>
          </a:bodyPr>
          <a:lstStyle>
            <a:def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 training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(action + latent supervision)</a:t>
            </a:r>
          </a:p>
        </p:txBody>
      </p:sp>
      <p:cxnSp>
        <p:nvCxnSpPr>
          <p:cNvPr id="297" name="native PowerPoint connector">
            <a:extLst>
              <a:ext uri="{FF2B5EF4-FFF2-40B4-BE49-F238E27FC236}">
                <ns2:creationId id="{73F7907D-7D74-42A0-ACFC-DFD48A0C016D}"/>
              </a:ext>
            </a:extLst>
          </p:cNvPr>
          <p:cNvCxnSpPr/>
          <p:nvPr/>
        </p:nvCxnSpPr>
        <p:spPr>
          <a:xfrm flipH="0" flipV="0">
            <a:off x="1150075" y="4113535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>
              <a:ext uri="{FF2B5EF4-FFF2-40B4-BE49-F238E27FC236}">
                <ns2:creationId id="{7BF97097-7ED6-4DF5-91CB-C09E28D61A3C}"/>
              </a:ext>
            </a:extLst>
          </p:cNvPr>
          <p:cNvCxnSpPr/>
          <p:nvPr/>
        </p:nvCxnSpPr>
        <p:spPr>
          <a:xfrm flipH="0" flipV="0">
            <a:off x="1150075" y="4464502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>
              <a:ext uri="{FF2B5EF4-FFF2-40B4-BE49-F238E27FC236}">
                <ns2:creationId id="{7525B424-06BD-439B-A344-4D5AFEC5EF21}"/>
              </a:ext>
            </a:extLst>
          </p:cNvPr>
          <p:cNvSpPr>
            <a:spLocks noGrp="1"/>
          </p:cNvSpPr>
          <p:nvPr/>
        </p:nvSpPr>
        <p:spPr>
          <a:xfrm>
            <a:off x="2584910" y="4010310"/>
            <a:ext cx="1228383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DBE67"/>
            </a:solidFill>
            <a:prstDash val="solid"/>
          </a:ln>
        </p:spPr>
      </p:sp>
      <p:sp>
        <p:nvSpPr>
          <p:cNvPr id="300" name="Future latent loss  L_z">
            <a:extLst>
              <a:ext uri="{FF2B5EF4-FFF2-40B4-BE49-F238E27FC236}">
                <ns2:creationId id="{A97939F5-3907-49F2-8776-2DAE3299D37F}"/>
              </a:ext>
            </a:extLst>
          </p:cNvPr>
          <p:cNvSpPr>
            <a:spLocks noGrp="1"/>
          </p:cNvSpPr>
          <p:nvPr/>
        </p:nvSpPr>
        <p:spPr>
          <a:xfrm>
            <a:off x="2610716" y="4036116"/>
            <a:ext cx="1176770" cy="170322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Future latent loss  L</a:t>
            </a:r>
            <a:r>
              <a:rPr sz="623" b="0" i="0" baseline="-2300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01" name="diagram block">
            <a:extLst>
              <a:ext uri="{FF2B5EF4-FFF2-40B4-BE49-F238E27FC236}">
                <ns2:creationId id="{190D72AC-9D87-4699-A567-8353EE9DA467}"/>
              </a:ext>
            </a:extLst>
          </p:cNvPr>
          <p:cNvSpPr>
            <a:spLocks noGrp="1"/>
          </p:cNvSpPr>
          <p:nvPr/>
        </p:nvSpPr>
        <p:spPr>
          <a:xfrm>
            <a:off x="2584910" y="4330309"/>
            <a:ext cx="1228383" cy="227096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5161">
            <a:solidFill>
              <a:srgbClr val="72BFCA"/>
            </a:solidFill>
            <a:prstDash val="solid"/>
          </a:ln>
        </p:spPr>
      </p:sp>
      <p:sp>
        <p:nvSpPr>
          <p:cNvPr id="302" name="First-10 motor action loss  L_a">
            <a:extLst>
              <a:ext uri="{FF2B5EF4-FFF2-40B4-BE49-F238E27FC236}">
                <ns2:creationId id="{A8A4DE17-3626-4091-8C9E-47D8763334C8}"/>
              </a:ext>
            </a:extLst>
          </p:cNvPr>
          <p:cNvSpPr>
            <a:spLocks noGrp="1"/>
          </p:cNvSpPr>
          <p:nvPr/>
        </p:nvSpPr>
        <p:spPr>
          <a:xfrm>
            <a:off x="2610716" y="4356115"/>
            <a:ext cx="1176770" cy="175483"/>
          </a:xfrm>
          <a:prstGeom prst="rect">
            <a:avLst/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523"/>
          </a:bodyPr>
          <a:lstStyle>
            <a:def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First-10 motor action loss  L</a:t>
            </a:r>
            <a:r>
              <a:rPr sz="593" b="1" i="0" baseline="-2300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303" name="native PowerPoint connector">
            <a:extLst>
              <a:ext uri="{FF2B5EF4-FFF2-40B4-BE49-F238E27FC236}">
                <ns2:creationId id="{725F7E2C-DA97-4CDB-A029-9581B81E535F}"/>
              </a:ext>
            </a:extLst>
          </p:cNvPr>
          <p:cNvCxnSpPr/>
          <p:nvPr/>
        </p:nvCxnSpPr>
        <p:spPr>
          <a:xfrm flipH="0" flipV="0">
            <a:off x="2440394" y="411869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>
              <a:ext uri="{FF2B5EF4-FFF2-40B4-BE49-F238E27FC236}">
                <ns2:creationId id="{66A9D2D5-3235-4EAF-B5AB-9966CD23EC25}"/>
              </a:ext>
            </a:extLst>
          </p:cNvPr>
          <p:cNvCxnSpPr/>
          <p:nvPr/>
        </p:nvCxnSpPr>
        <p:spPr>
          <a:xfrm flipH="0" flipV="0">
            <a:off x="2440394" y="444385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>
              <a:ext uri="{FF2B5EF4-FFF2-40B4-BE49-F238E27FC236}">
                <ns2:creationId id="{BCB887F1-0720-43A9-B9C4-985488F11978}"/>
              </a:ext>
            </a:extLst>
          </p:cNvPr>
          <p:cNvCxnSpPr/>
          <p:nvPr/>
        </p:nvCxnSpPr>
        <p:spPr>
          <a:xfrm flipH="0" flipV="0">
            <a:off x="3818454" y="4123858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>
              <a:ext uri="{FF2B5EF4-FFF2-40B4-BE49-F238E27FC236}">
                <ns2:creationId id="{2DEABB53-30A0-454C-9252-E132888820CD}"/>
              </a:ext>
            </a:extLst>
          </p:cNvPr>
          <p:cNvCxnSpPr/>
          <p:nvPr/>
        </p:nvCxnSpPr>
        <p:spPr>
          <a:xfrm flipH="0" flipV="0">
            <a:off x="3921679" y="4123858"/>
            <a:ext cx="0" cy="139354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>
              <a:ext uri="{FF2B5EF4-FFF2-40B4-BE49-F238E27FC236}">
                <ns2:creationId id="{4E028FAB-9DCD-46F7-887D-458489EB65B1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>
              <a:ext uri="{FF2B5EF4-FFF2-40B4-BE49-F238E27FC236}">
                <ns2:creationId id="{0F9289D6-F9A6-4368-89C8-3E34F2428214}"/>
              </a:ext>
            </a:extLst>
          </p:cNvPr>
          <p:cNvCxnSpPr/>
          <p:nvPr/>
        </p:nvCxnSpPr>
        <p:spPr>
          <a:xfrm flipH="0" flipV="0">
            <a:off x="3818454" y="4443857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>
              <a:ext uri="{FF2B5EF4-FFF2-40B4-BE49-F238E27FC236}">
                <ns2:creationId id="{60CC64E4-8BA9-47E5-91BA-D181F88B51F4}"/>
              </a:ext>
            </a:extLst>
          </p:cNvPr>
          <p:cNvCxnSpPr/>
          <p:nvPr/>
        </p:nvCxnSpPr>
        <p:spPr>
          <a:xfrm flipH="0" flipV="1">
            <a:off x="3921679" y="4263212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>
              <a:ext uri="{FF2B5EF4-FFF2-40B4-BE49-F238E27FC236}">
                <ns2:creationId id="{0D9CA541-A905-4430-B2F7-06B80839B1CD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>
              <a:ext uri="{FF2B5EF4-FFF2-40B4-BE49-F238E27FC236}">
                <ns2:creationId id="{47591E72-977B-43E7-820C-2A50D6E28746}"/>
              </a:ext>
            </a:extLst>
          </p:cNvPr>
          <p:cNvSpPr>
            <a:spLocks noGrp="1"/>
          </p:cNvSpPr>
          <p:nvPr/>
        </p:nvSpPr>
        <p:spPr>
          <a:xfrm>
            <a:off x="4153937" y="4103213"/>
            <a:ext cx="66064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53"/>
          </a:bodyPr>
          <a:lstStyle>
            <a:def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Total loss</a:t>
            </a:r>
          </a:p>
        </p:txBody>
      </p:sp>
      <p:sp>
        <p:nvSpPr>
          <p:cNvPr id="312" name="L = L_a + λL_z">
            <a:extLst>
              <a:ext uri="{FF2B5EF4-FFF2-40B4-BE49-F238E27FC236}">
                <ns2:creationId id="{0899E449-8B6C-4009-92C9-15D12D71B707}"/>
              </a:ext>
            </a:extLst>
          </p:cNvPr>
          <p:cNvSpPr>
            <a:spLocks noGrp="1"/>
          </p:cNvSpPr>
          <p:nvPr/>
        </p:nvSpPr>
        <p:spPr>
          <a:xfrm>
            <a:off x="4081679" y="4258051"/>
            <a:ext cx="825804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388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λL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13" name="λ = ρc (frozen)">
            <a:extLst>
              <a:ext uri="{FF2B5EF4-FFF2-40B4-BE49-F238E27FC236}">
                <ns2:creationId id="{3EBB3A75-DA7C-4CDE-814C-E568972ACF75}"/>
              </a:ext>
            </a:extLst>
          </p:cNvPr>
          <p:cNvSpPr>
            <a:spLocks noGrp="1"/>
          </p:cNvSpPr>
          <p:nvPr/>
        </p:nvSpPr>
        <p:spPr>
          <a:xfrm>
            <a:off x="4076518" y="4469663"/>
            <a:ext cx="825804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λ = ρc (frozen)</a:t>
            </a:r>
          </a:p>
        </p:txBody>
      </p:sp>
      <p:sp>
        <p:nvSpPr>
          <p:cNvPr id="314" name="diagram block">
            <a:extLst>
              <a:ext uri="{FF2B5EF4-FFF2-40B4-BE49-F238E27FC236}">
                <ns2:creationId id="{19959B29-10C0-4ED0-A26A-88065178A719}"/>
              </a:ext>
            </a:extLst>
          </p:cNvPr>
          <p:cNvSpPr>
            <a:spLocks noGrp="1"/>
          </p:cNvSpPr>
          <p:nvPr/>
        </p:nvSpPr>
        <p:spPr>
          <a:xfrm>
            <a:off x="5124256" y="3943213"/>
            <a:ext cx="1109674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18591"/>
            </a:solidFill>
            <a:prstDash val="solid"/>
          </a:ln>
        </p:spPr>
      </p:sp>
      <p:sp>
        <p:nvSpPr>
          <p:cNvPr id="315" name="Calibrate codebooks /&#10;row gains&#10;(section b)">
            <a:extLst>
              <a:ext uri="{FF2B5EF4-FFF2-40B4-BE49-F238E27FC236}">
                <ns2:creationId id="{7A1F01F2-CF92-458E-B699-43A3EBFEC916}"/>
              </a:ext>
            </a:extLst>
          </p:cNvPr>
          <p:cNvSpPr>
            <a:spLocks noGrp="1"/>
          </p:cNvSpPr>
          <p:nvPr/>
        </p:nvSpPr>
        <p:spPr>
          <a:xfrm>
            <a:off x="5150063" y="3969020"/>
            <a:ext cx="1058061" cy="304515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Calibrate codebooks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row gains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(section b)</a:t>
            </a:r>
          </a:p>
        </p:txBody>
      </p:sp>
      <p:sp>
        <p:nvSpPr>
          <p:cNvPr id="316" name="diagram block">
            <a:extLst>
              <a:ext uri="{FF2B5EF4-FFF2-40B4-BE49-F238E27FC236}">
                <ns2:creationId id="{B26D2BD0-B86B-4544-9808-29A64D22D4C4}"/>
              </a:ext>
            </a:extLst>
          </p:cNvPr>
          <p:cNvSpPr>
            <a:spLocks noGrp="1"/>
          </p:cNvSpPr>
          <p:nvPr/>
        </p:nvSpPr>
        <p:spPr>
          <a:xfrm>
            <a:off x="6388768" y="3943213"/>
            <a:ext cx="1094190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5161">
            <a:solidFill>
              <a:srgbClr val="84CDD1"/>
            </a:solidFill>
            <a:prstDash val="solid"/>
          </a:ln>
        </p:spPr>
      </p:sp>
      <p:sp>
        <p:nvSpPr>
          <p:cNvPr id="317" name="Refine per-channel D /&#10;clipping ratio&#10;(section c)">
            <a:extLst>
              <a:ext uri="{FF2B5EF4-FFF2-40B4-BE49-F238E27FC236}">
                <ns2:creationId id="{C62B36AC-1F07-489C-AE8D-F7DD1FAFE1C0}"/>
              </a:ext>
            </a:extLst>
          </p:cNvPr>
          <p:cNvSpPr>
            <a:spLocks noGrp="1"/>
          </p:cNvSpPr>
          <p:nvPr/>
        </p:nvSpPr>
        <p:spPr>
          <a:xfrm>
            <a:off x="6414575" y="3969020"/>
            <a:ext cx="1042577" cy="304515"/>
          </a:xfrm>
          <a:prstGeom prst="rect">
            <a:avLst/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Refine per-channel D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clipping ratio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(section c)</a:t>
            </a:r>
          </a:p>
        </p:txBody>
      </p:sp>
      <p:cxnSp>
        <p:nvCxnSpPr>
          <p:cNvPr id="318" name="native PowerPoint connector">
            <a:extLst>
              <a:ext uri="{FF2B5EF4-FFF2-40B4-BE49-F238E27FC236}">
                <ns2:creationId id="{3CF96537-B893-449C-9A80-765A9E3F5137}"/>
              </a:ext>
            </a:extLst>
          </p:cNvPr>
          <p:cNvCxnSpPr/>
          <p:nvPr/>
        </p:nvCxnSpPr>
        <p:spPr>
          <a:xfrm flipH="0" flipV="0">
            <a:off x="4830064" y="4263212"/>
            <a:ext cx="149677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>
              <a:ext uri="{FF2B5EF4-FFF2-40B4-BE49-F238E27FC236}">
                <ns2:creationId id="{ADA448E1-73F5-4A05-93CD-F0A4FC6A83E3}"/>
              </a:ext>
            </a:extLst>
          </p:cNvPr>
          <p:cNvCxnSpPr/>
          <p:nvPr/>
        </p:nvCxnSpPr>
        <p:spPr>
          <a:xfrm flipH="0" flipV="1">
            <a:off x="4979741" y="4082568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20" name="native PowerPoint connector">
            <a:extLst>
              <a:ext uri="{FF2B5EF4-FFF2-40B4-BE49-F238E27FC236}">
                <ns2:creationId id="{F3AE288F-3D2E-4117-ACB7-1A9455A3E711}"/>
              </a:ext>
            </a:extLst>
          </p:cNvPr>
          <p:cNvCxnSpPr/>
          <p:nvPr/>
        </p:nvCxnSpPr>
        <p:spPr>
          <a:xfrm flipH="0" flipV="0">
            <a:off x="4979741" y="4082568"/>
            <a:ext cx="139354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1" name="Update: codebooks C₁, C₂&#10;and row gains r_row">
            <a:extLst>
              <a:ext uri="{FF2B5EF4-FFF2-40B4-BE49-F238E27FC236}">
                <ns2:creationId id="{9C0D8CD9-A3C0-4B10-874A-E9FA063F3AB5}"/>
              </a:ext>
            </a:extLst>
          </p:cNvPr>
          <p:cNvSpPr>
            <a:spLocks noGrp="1"/>
          </p:cNvSpPr>
          <p:nvPr/>
        </p:nvSpPr>
        <p:spPr>
          <a:xfrm>
            <a:off x="5211998" y="4345793"/>
            <a:ext cx="970319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codebooks C₁, C₂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row gains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322" name="(indices and B32 exponents remain frozen)">
            <a:extLst>
              <a:ext uri="{FF2B5EF4-FFF2-40B4-BE49-F238E27FC236}">
                <ns2:creationId id="{82B1BD37-80B3-464B-9A5E-565F97A34309}"/>
              </a:ext>
            </a:extLst>
          </p:cNvPr>
          <p:cNvSpPr>
            <a:spLocks noGrp="1"/>
          </p:cNvSpPr>
          <p:nvPr/>
        </p:nvSpPr>
        <p:spPr>
          <a:xfrm>
            <a:off x="5113934" y="4557405"/>
            <a:ext cx="1130319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4723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(indices and B32 exponents remain frozen)</a:t>
            </a:r>
          </a:p>
        </p:txBody>
      </p:sp>
      <p:sp>
        <p:nvSpPr>
          <p:cNvPr id="323" name="Update: per-channel scales D&#10;and per-Linear clipping ratio r_{ℓ}">
            <a:extLst>
              <a:ext uri="{FF2B5EF4-FFF2-40B4-BE49-F238E27FC236}">
                <ns2:creationId id="{6A4AFF5F-8CF9-428D-8A4A-2036AC26E432}"/>
              </a:ext>
            </a:extLst>
          </p:cNvPr>
          <p:cNvSpPr>
            <a:spLocks noGrp="1"/>
          </p:cNvSpPr>
          <p:nvPr/>
        </p:nvSpPr>
        <p:spPr>
          <a:xfrm>
            <a:off x="6424897" y="4345793"/>
            <a:ext cx="1042577" cy="2064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per-channel scales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per-Linear clipping ratio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324" name="(VQ weights remain frozen)">
            <a:extLst>
              <a:ext uri="{FF2B5EF4-FFF2-40B4-BE49-F238E27FC236}">
                <ns2:creationId id="{3F4E5C0A-25F4-4A2C-9A72-51CF7F9E8B78}"/>
              </a:ext>
            </a:extLst>
          </p:cNvPr>
          <p:cNvSpPr>
            <a:spLocks noGrp="1"/>
          </p:cNvSpPr>
          <p:nvPr/>
        </p:nvSpPr>
        <p:spPr>
          <a:xfrm>
            <a:off x="6512639" y="4562566"/>
            <a:ext cx="913545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(VQ weights remain frozen)</a:t>
            </a:r>
          </a:p>
        </p:txBody>
      </p:sp>
      <p:cxnSp>
        <p:nvCxnSpPr>
          <p:cNvPr id="325" name="native PowerPoint connector">
            <a:extLst>
              <a:ext uri="{FF2B5EF4-FFF2-40B4-BE49-F238E27FC236}">
                <ns2:creationId id="{77C3D522-2B54-418F-92AA-BF6DD7C36C3A}"/>
              </a:ext>
            </a:extLst>
          </p:cNvPr>
          <p:cNvCxnSpPr/>
          <p:nvPr/>
        </p:nvCxnSpPr>
        <p:spPr>
          <a:xfrm flipH="0" flipV="1">
            <a:off x="5691996" y="3850310"/>
            <a:ext cx="0" cy="87742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>
              <a:ext uri="{FF2B5EF4-FFF2-40B4-BE49-F238E27FC236}">
                <ns2:creationId id="{F8F662D7-ACC6-4FA4-99D3-25F0BC10534F}"/>
              </a:ext>
            </a:extLst>
          </p:cNvPr>
          <p:cNvCxnSpPr/>
          <p:nvPr/>
        </p:nvCxnSpPr>
        <p:spPr>
          <a:xfrm flipH="1" flipV="0">
            <a:off x="3333294" y="3850310"/>
            <a:ext cx="2358702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7" name="native PowerPoint connector">
            <a:extLst>
              <a:ext uri="{FF2B5EF4-FFF2-40B4-BE49-F238E27FC236}">
                <ns2:creationId id="{34D739DE-4441-4E55-AB4F-795FC21E0872}"/>
              </a:ext>
            </a:extLst>
          </p:cNvPr>
          <p:cNvCxnSpPr/>
          <p:nvPr/>
        </p:nvCxnSpPr>
        <p:spPr>
          <a:xfrm flipH="0" flipV="0">
            <a:off x="3333294" y="3850310"/>
            <a:ext cx="0" cy="154838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8" name="native PowerPoint connector">
            <a:extLst>
              <a:ext uri="{FF2B5EF4-FFF2-40B4-BE49-F238E27FC236}">
                <ns2:creationId id="{2430C10E-442F-4574-A144-477F2D028262}"/>
              </a:ext>
            </a:extLst>
          </p:cNvPr>
          <p:cNvCxnSpPr/>
          <p:nvPr/>
        </p:nvCxnSpPr>
        <p:spPr>
          <a:xfrm flipH="0" flipV="1">
            <a:off x="6930702" y="3798698"/>
            <a:ext cx="0" cy="139354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>
              <a:ext uri="{FF2B5EF4-FFF2-40B4-BE49-F238E27FC236}">
                <ns2:creationId id="{0376CB29-2945-401C-9C42-00A2C17F2EFA}"/>
              </a:ext>
            </a:extLst>
          </p:cNvPr>
          <p:cNvCxnSpPr/>
          <p:nvPr/>
        </p:nvCxnSpPr>
        <p:spPr>
          <a:xfrm flipH="1" flipV="0">
            <a:off x="1609429" y="3798698"/>
            <a:ext cx="5321273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30" name="native PowerPoint connector">
            <a:extLst>
              <a:ext uri="{FF2B5EF4-FFF2-40B4-BE49-F238E27FC236}">
                <ns2:creationId id="{319561E4-8F63-42F1-8B2F-4A6B70396978}"/>
              </a:ext>
            </a:extLst>
          </p:cNvPr>
          <p:cNvCxnSpPr/>
          <p:nvPr/>
        </p:nvCxnSpPr>
        <p:spPr>
          <a:xfrm flipH="0" flipV="0">
            <a:off x="1609429" y="3798698"/>
            <a:ext cx="0" cy="24258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1" name="Decoded BF16 weights + fake A4 + BF16 KV. Native kernel: future work.">
            <a:extLst>
              <a:ext uri="{FF2B5EF4-FFF2-40B4-BE49-F238E27FC236}">
                <ns2:creationId id="{F98F255A-C393-415F-899A-056EC1FFAF8E}"/>
              </a:ext>
            </a:extLst>
          </p:cNvPr>
          <p:cNvSpPr>
            <a:spLocks noGrp="1"/>
          </p:cNvSpPr>
          <p:nvPr/>
        </p:nvSpPr>
        <p:spPr>
          <a:xfrm>
            <a:off x="5697158" y="4717404"/>
            <a:ext cx="308644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rPr>
              <a:t>Decoded BF16 weights + fake A4 + BF16 KV. Native kernel: future work.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Microscaling additive VQ weights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3">
            <a:extLst>
              <a:ext uri="{FF2B5EF4-FFF2-40B4-BE49-F238E27FC236}">
                <a16:creationId xmlns:a16="http://schemas.microsoft.com/office/drawing/2014/main" id="{1B4EBE44-4EEC-4A40-8983-B65C28FD9670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ransformed weight row">
            <a:extLst>
              <a:ext uri="{FF2B5EF4-FFF2-40B4-BE49-F238E27FC236}">
                <a16:creationId xmlns:a16="http://schemas.microsoft.com/office/drawing/2014/main" id="{3AD12B47-9713-44E2-9186-5F1FFE90348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Transformed weight row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6FE1A0F5-D670-4EA7-A5FE-C8AF8767DB1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7D0BC3FC-31D3-424F-832F-6AB0B4C0A0A7}"/>
              </a:ext>
            </a:extLst>
          </p:cNvPr>
          <p:cNvSpPr>
            <a:spLocks noGrp="1"/>
          </p:cNvSpPr>
          <p:nvPr/>
        </p:nvSpPr>
        <p:spPr>
          <a:xfrm>
            <a:off x="9048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259A578F-F0BB-464D-86AD-22C0D367C548}"/>
              </a:ext>
            </a:extLst>
          </p:cNvPr>
          <p:cNvSpPr>
            <a:spLocks noGrp="1"/>
          </p:cNvSpPr>
          <p:nvPr/>
        </p:nvSpPr>
        <p:spPr>
          <a:xfrm>
            <a:off x="12001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C3282941-CFB3-4E37-97CA-09BEB4238C2D}"/>
              </a:ext>
            </a:extLst>
          </p:cNvPr>
          <p:cNvSpPr>
            <a:spLocks noGrp="1"/>
          </p:cNvSpPr>
          <p:nvPr/>
        </p:nvSpPr>
        <p:spPr>
          <a:xfrm>
            <a:off x="14954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87BC78BE-4A35-45AC-8CDF-D77427F308DF}"/>
              </a:ext>
            </a:extLst>
          </p:cNvPr>
          <p:cNvSpPr>
            <a:spLocks noGrp="1"/>
          </p:cNvSpPr>
          <p:nvPr/>
        </p:nvSpPr>
        <p:spPr>
          <a:xfrm>
            <a:off x="17907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B372C74A-FE65-40A4-9F77-FB5D3A32073E}"/>
              </a:ext>
            </a:extLst>
          </p:cNvPr>
          <p:cNvSpPr>
            <a:spLocks noGrp="1"/>
          </p:cNvSpPr>
          <p:nvPr/>
        </p:nvSpPr>
        <p:spPr>
          <a:xfrm>
            <a:off x="20859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4A2BC7DC-9A51-4A68-A813-EFA7F791E89D}"/>
              </a:ext>
            </a:extLst>
          </p:cNvPr>
          <p:cNvSpPr>
            <a:spLocks noGrp="1"/>
          </p:cNvSpPr>
          <p:nvPr/>
        </p:nvSpPr>
        <p:spPr>
          <a:xfrm>
            <a:off x="23812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73225969-1630-4676-AC13-C2CC3E3DE2B7}"/>
              </a:ext>
            </a:extLst>
          </p:cNvPr>
          <p:cNvSpPr>
            <a:spLocks noGrp="1"/>
          </p:cNvSpPr>
          <p:nvPr/>
        </p:nvSpPr>
        <p:spPr>
          <a:xfrm>
            <a:off x="26765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B32 = 8 vectors × d4">
            <a:extLst>
              <a:ext uri="{FF2B5EF4-FFF2-40B4-BE49-F238E27FC236}">
                <a16:creationId xmlns:a16="http://schemas.microsoft.com/office/drawing/2014/main" id="{C9CA1346-6DA8-459D-AF3E-654D87F4BA69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AE029C70-482D-43DD-9150-240D2CF639A7}"/>
              </a:ext>
            </a:extLst>
          </p:cNvPr>
          <p:cNvSpPr>
            <a:spLocks noGrp="1"/>
          </p:cNvSpPr>
          <p:nvPr/>
        </p:nvSpPr>
        <p:spPr>
          <a:xfrm>
            <a:off x="32289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diagram block">
            <a:extLst>
              <a:ext uri="{FF2B5EF4-FFF2-40B4-BE49-F238E27FC236}">
                <a16:creationId xmlns:a16="http://schemas.microsoft.com/office/drawing/2014/main" id="{BDB7A1F8-9CCC-47A3-8E8A-F6B42511458E}"/>
              </a:ext>
            </a:extLst>
          </p:cNvPr>
          <p:cNvSpPr>
            <a:spLocks noGrp="1"/>
          </p:cNvSpPr>
          <p:nvPr/>
        </p:nvSpPr>
        <p:spPr>
          <a:xfrm>
            <a:off x="35242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diagram block">
            <a:extLst>
              <a:ext uri="{FF2B5EF4-FFF2-40B4-BE49-F238E27FC236}">
                <a16:creationId xmlns:a16="http://schemas.microsoft.com/office/drawing/2014/main" id="{FF02A0EE-16B1-4D5D-B505-2050614BAB03}"/>
              </a:ext>
            </a:extLst>
          </p:cNvPr>
          <p:cNvSpPr>
            <a:spLocks noGrp="1"/>
          </p:cNvSpPr>
          <p:nvPr/>
        </p:nvSpPr>
        <p:spPr>
          <a:xfrm>
            <a:off x="38195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diagram block">
            <a:extLst>
              <a:ext uri="{FF2B5EF4-FFF2-40B4-BE49-F238E27FC236}">
                <a16:creationId xmlns:a16="http://schemas.microsoft.com/office/drawing/2014/main" id="{65244407-B6C7-4ECB-9B0C-6EB5A6597EDF}"/>
              </a:ext>
            </a:extLst>
          </p:cNvPr>
          <p:cNvSpPr>
            <a:spLocks noGrp="1"/>
          </p:cNvSpPr>
          <p:nvPr/>
        </p:nvSpPr>
        <p:spPr>
          <a:xfrm>
            <a:off x="41148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diagram block">
            <a:extLst>
              <a:ext uri="{FF2B5EF4-FFF2-40B4-BE49-F238E27FC236}">
                <a16:creationId xmlns:a16="http://schemas.microsoft.com/office/drawing/2014/main" id="{134EAF76-22F4-41AE-AEAC-E829B3CB954D}"/>
              </a:ext>
            </a:extLst>
          </p:cNvPr>
          <p:cNvSpPr>
            <a:spLocks noGrp="1"/>
          </p:cNvSpPr>
          <p:nvPr/>
        </p:nvSpPr>
        <p:spPr>
          <a:xfrm>
            <a:off x="44100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diagram block">
            <a:extLst>
              <a:ext uri="{FF2B5EF4-FFF2-40B4-BE49-F238E27FC236}">
                <a16:creationId xmlns:a16="http://schemas.microsoft.com/office/drawing/2014/main" id="{8CEDF0AD-FCDD-42E0-BF8C-451A613E65FD}"/>
              </a:ext>
            </a:extLst>
          </p:cNvPr>
          <p:cNvSpPr>
            <a:spLocks noGrp="1"/>
          </p:cNvSpPr>
          <p:nvPr/>
        </p:nvSpPr>
        <p:spPr>
          <a:xfrm>
            <a:off x="4705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diagram block">
            <a:extLst>
              <a:ext uri="{FF2B5EF4-FFF2-40B4-BE49-F238E27FC236}">
                <a16:creationId xmlns:a16="http://schemas.microsoft.com/office/drawing/2014/main" id="{42BD034B-7DC8-4C76-BD88-7B11BEA001E5}"/>
              </a:ext>
            </a:extLst>
          </p:cNvPr>
          <p:cNvSpPr>
            <a:spLocks noGrp="1"/>
          </p:cNvSpPr>
          <p:nvPr/>
        </p:nvSpPr>
        <p:spPr>
          <a:xfrm>
            <a:off x="5000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ACBAE066-455D-4993-ADC4-4CF57ED9822E}"/>
              </a:ext>
            </a:extLst>
          </p:cNvPr>
          <p:cNvSpPr>
            <a:spLocks noGrp="1"/>
          </p:cNvSpPr>
          <p:nvPr/>
        </p:nvSpPr>
        <p:spPr>
          <a:xfrm>
            <a:off x="5295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B32 = 8 vectors × d4">
            <a:extLst>
              <a:ext uri="{FF2B5EF4-FFF2-40B4-BE49-F238E27FC236}">
                <a16:creationId xmlns:a16="http://schemas.microsoft.com/office/drawing/2014/main" id="{39E4534F-6111-4CDC-A77B-F5DC174B9824}"/>
              </a:ext>
            </a:extLst>
          </p:cNvPr>
          <p:cNvSpPr>
            <a:spLocks noGrp="1"/>
          </p:cNvSpPr>
          <p:nvPr/>
        </p:nvSpPr>
        <p:spPr>
          <a:xfrm>
            <a:off x="3228975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2FB72A13-6DAC-4E55-8400-5FEB4CFDFB23}"/>
              </a:ext>
            </a:extLst>
          </p:cNvPr>
          <p:cNvSpPr>
            <a:spLocks noGrp="1"/>
          </p:cNvSpPr>
          <p:nvPr/>
        </p:nvSpPr>
        <p:spPr>
          <a:xfrm>
            <a:off x="5848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7A47C065-EBED-4D4F-ADF0-E42EBFF587E1}"/>
              </a:ext>
            </a:extLst>
          </p:cNvPr>
          <p:cNvSpPr>
            <a:spLocks noGrp="1"/>
          </p:cNvSpPr>
          <p:nvPr/>
        </p:nvSpPr>
        <p:spPr>
          <a:xfrm>
            <a:off x="6143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12116A0D-D694-42A3-94FD-7312C8701B02}"/>
              </a:ext>
            </a:extLst>
          </p:cNvPr>
          <p:cNvSpPr>
            <a:spLocks noGrp="1"/>
          </p:cNvSpPr>
          <p:nvPr/>
        </p:nvSpPr>
        <p:spPr>
          <a:xfrm>
            <a:off x="6438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73295BC1-74BF-4D09-8F25-BA0A351CE7E1}"/>
              </a:ext>
            </a:extLst>
          </p:cNvPr>
          <p:cNvSpPr>
            <a:spLocks noGrp="1"/>
          </p:cNvSpPr>
          <p:nvPr/>
        </p:nvSpPr>
        <p:spPr>
          <a:xfrm>
            <a:off x="67341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2CB38F35-A462-401B-915D-C28028FF7FEE}"/>
              </a:ext>
            </a:extLst>
          </p:cNvPr>
          <p:cNvSpPr>
            <a:spLocks noGrp="1"/>
          </p:cNvSpPr>
          <p:nvPr/>
        </p:nvSpPr>
        <p:spPr>
          <a:xfrm>
            <a:off x="70294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E249D3E5-B477-4BC1-A417-0C528D26A9B2}"/>
              </a:ext>
            </a:extLst>
          </p:cNvPr>
          <p:cNvSpPr>
            <a:spLocks noGrp="1"/>
          </p:cNvSpPr>
          <p:nvPr/>
        </p:nvSpPr>
        <p:spPr>
          <a:xfrm>
            <a:off x="73247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F2F773B5-FE19-4E38-9624-BEC3B5D70395}"/>
              </a:ext>
            </a:extLst>
          </p:cNvPr>
          <p:cNvSpPr>
            <a:spLocks noGrp="1"/>
          </p:cNvSpPr>
          <p:nvPr/>
        </p:nvSpPr>
        <p:spPr>
          <a:xfrm>
            <a:off x="76200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595741C-FE56-416C-B8D5-6402885AFF8B}"/>
              </a:ext>
            </a:extLst>
          </p:cNvPr>
          <p:cNvSpPr>
            <a:spLocks noGrp="1"/>
          </p:cNvSpPr>
          <p:nvPr/>
        </p:nvSpPr>
        <p:spPr>
          <a:xfrm>
            <a:off x="79152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…">
            <a:extLst>
              <a:ext uri="{FF2B5EF4-FFF2-40B4-BE49-F238E27FC236}">
                <a16:creationId xmlns:a16="http://schemas.microsoft.com/office/drawing/2014/main" id="{67442764-BB85-4CA2-AA5E-EEE69C6CB39A}"/>
              </a:ext>
            </a:extLst>
          </p:cNvPr>
          <p:cNvSpPr>
            <a:spLocks noGrp="1"/>
          </p:cNvSpPr>
          <p:nvPr/>
        </p:nvSpPr>
        <p:spPr>
          <a:xfrm>
            <a:off x="584835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i₁  (8-bit)">
            <a:extLst>
              <a:ext uri="{FF2B5EF4-FFF2-40B4-BE49-F238E27FC236}">
                <a16:creationId xmlns:a16="http://schemas.microsoft.com/office/drawing/2014/main" id="{BA11FAFC-D747-410E-862D-465B6A229145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i₁  (8-bit)</a:t>
            </a:r>
          </a:p>
        </p:txBody>
      </p:sp>
      <p:sp>
        <p:nvSpPr>
          <p:cNvPr id="34" name="i₂  (8-bit)">
            <a:extLst>
              <a:ext uri="{FF2B5EF4-FFF2-40B4-BE49-F238E27FC236}">
                <a16:creationId xmlns:a16="http://schemas.microsoft.com/office/drawing/2014/main" id="{A4C63435-18B3-4D82-81E9-D7DA362455DE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i₂  (8-bit)</a:t>
            </a:r>
          </a:p>
        </p:txBody>
      </p:sp>
      <p:sp>
        <p:nvSpPr>
          <p:cNvPr id="35" name="Codebook C₁&#10;256 × 4 · BF16">
            <a:extLst>
              <a:ext uri="{FF2B5EF4-FFF2-40B4-BE49-F238E27FC236}">
                <a16:creationId xmlns:a16="http://schemas.microsoft.com/office/drawing/2014/main" id="{44C97447-E07F-42EA-9405-A524CC8736B0}"/>
              </a:ext>
            </a:extLst>
          </p:cNvPr>
          <p:cNvSpPr>
            <a:spLocks noGrp="1"/>
          </p:cNvSpPr>
          <p:nvPr/>
        </p:nvSpPr>
        <p:spPr>
          <a:xfrm>
            <a:off x="2257425" y="2009775"/>
            <a:ext cx="2219325" cy="6381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sp>
        <p:nvSpPr>
          <p:cNvPr id="36" name="Codebook C₂&#10;256 × 4 · BF16">
            <a:extLst>
              <a:ext uri="{FF2B5EF4-FFF2-40B4-BE49-F238E27FC236}">
                <a16:creationId xmlns:a16="http://schemas.microsoft.com/office/drawing/2014/main" id="{E774B519-6860-4E8C-A605-4136032AC4FF}"/>
              </a:ext>
            </a:extLst>
          </p:cNvPr>
          <p:cNvSpPr>
            <a:spLocks noGrp="1"/>
          </p:cNvSpPr>
          <p:nvPr/>
        </p:nvSpPr>
        <p:spPr>
          <a:xfrm>
            <a:off x="2257425" y="2867025"/>
            <a:ext cx="2219325" cy="63817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C₂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cxnSp>
        <p:nvCxnSpPr>
          <p:cNvPr id="37" name="diagram connector">
            <a:extLst>
              <a:ext uri="{FF2B5EF4-FFF2-40B4-BE49-F238E27FC236}">
                <a16:creationId xmlns:a16="http://schemas.microsoft.com/office/drawing/2014/main" id="{11CECB53-AAC4-455E-BF54-BEBB1E4D65B9}"/>
              </a:ext>
            </a:extLst>
          </p:cNvPr>
          <p:cNvCxnSpPr/>
          <p:nvPr/>
        </p:nvCxnSpPr>
        <p:spPr>
          <a:xfrm>
            <a:off x="1866900" y="2314575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8" name="diagram connector">
            <a:extLst>
              <a:ext uri="{FF2B5EF4-FFF2-40B4-BE49-F238E27FC236}">
                <a16:creationId xmlns:a16="http://schemas.microsoft.com/office/drawing/2014/main" id="{FA83978A-91BC-4767-A5B1-91FAD99A1A76}"/>
              </a:ext>
            </a:extLst>
          </p:cNvPr>
          <p:cNvCxnSpPr/>
          <p:nvPr/>
        </p:nvCxnSpPr>
        <p:spPr>
          <a:xfrm>
            <a:off x="1866900" y="3181350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9" name="diagram connector">
            <a:extLst>
              <a:ext uri="{FF2B5EF4-FFF2-40B4-BE49-F238E27FC236}">
                <a16:creationId xmlns:a16="http://schemas.microsoft.com/office/drawing/2014/main" id="{92D69383-7D13-470D-983F-16C1E09A6D51}"/>
              </a:ext>
            </a:extLst>
          </p:cNvPr>
          <p:cNvCxnSpPr/>
          <p:nvPr/>
        </p:nvCxnSpPr>
        <p:spPr>
          <a:xfrm>
            <a:off x="4476750" y="2324100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0" name="diagram connector">
            <a:extLst>
              <a:ext uri="{FF2B5EF4-FFF2-40B4-BE49-F238E27FC236}">
                <a16:creationId xmlns:a16="http://schemas.microsoft.com/office/drawing/2014/main" id="{0DB4FB0C-604F-4473-B720-67D9CDE7EC15}"/>
              </a:ext>
            </a:extLst>
          </p:cNvPr>
          <p:cNvCxnSpPr/>
          <p:nvPr/>
        </p:nvCxnSpPr>
        <p:spPr>
          <a:xfrm>
            <a:off x="5067300" y="2324100"/>
            <a:ext cx="0" cy="43815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1" name="diagram connector">
            <a:extLst>
              <a:ext uri="{FF2B5EF4-FFF2-40B4-BE49-F238E27FC236}">
                <a16:creationId xmlns:a16="http://schemas.microsoft.com/office/drawing/2014/main" id="{A6A662B7-3BC4-4505-881C-00F1E2B3D222}"/>
              </a:ext>
            </a:extLst>
          </p:cNvPr>
          <p:cNvCxnSpPr/>
          <p:nvPr/>
        </p:nvCxnSpPr>
        <p:spPr>
          <a:xfrm>
            <a:off x="4476750" y="3190875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2" name="diagram connector">
            <a:extLst>
              <a:ext uri="{FF2B5EF4-FFF2-40B4-BE49-F238E27FC236}">
                <a16:creationId xmlns:a16="http://schemas.microsoft.com/office/drawing/2014/main" id="{C9548849-8BDA-45CD-82DA-BEF0FAE1A8BF}"/>
              </a:ext>
            </a:extLst>
          </p:cNvPr>
          <p:cNvCxnSpPr/>
          <p:nvPr/>
        </p:nvCxnSpPr>
        <p:spPr>
          <a:xfrm flipV="1">
            <a:off x="5067300" y="2762250"/>
            <a:ext cx="0" cy="42862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sp>
        <p:nvSpPr>
          <p:cNvPr id="43" name="+">
            <a:extLst>
              <a:ext uri="{FF2B5EF4-FFF2-40B4-BE49-F238E27FC236}">
                <a16:creationId xmlns:a16="http://schemas.microsoft.com/office/drawing/2014/main" id="{86DDC595-E59A-4B9C-8F61-5EF187010572}"/>
              </a:ext>
            </a:extLst>
          </p:cNvPr>
          <p:cNvSpPr>
            <a:spLocks noGrp="1"/>
          </p:cNvSpPr>
          <p:nvPr/>
        </p:nvSpPr>
        <p:spPr>
          <a:xfrm>
            <a:off x="4895850" y="2571750"/>
            <a:ext cx="352425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1B2059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cxnSp>
        <p:nvCxnSpPr>
          <p:cNvPr id="44" name="diagram connector">
            <a:extLst>
              <a:ext uri="{FF2B5EF4-FFF2-40B4-BE49-F238E27FC236}">
                <a16:creationId xmlns:a16="http://schemas.microsoft.com/office/drawing/2014/main" id="{B0C032C7-F94D-4455-819C-06B269AEB4AD}"/>
              </a:ext>
            </a:extLst>
          </p:cNvPr>
          <p:cNvCxnSpPr/>
          <p:nvPr/>
        </p:nvCxnSpPr>
        <p:spPr>
          <a:xfrm>
            <a:off x="5257800" y="2762250"/>
            <a:ext cx="4095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45" name="× r_row × 2^(e_g)">
            <a:extLst>
              <a:ext uri="{FF2B5EF4-FFF2-40B4-BE49-F238E27FC236}">
                <a16:creationId xmlns:a16="http://schemas.microsoft.com/office/drawing/2014/main" id="{DECAE95F-C8FF-4E36-B98C-D759934557B4}"/>
              </a:ext>
            </a:extLst>
          </p:cNvPr>
          <p:cNvSpPr>
            <a:spLocks noGrp="1"/>
          </p:cNvSpPr>
          <p:nvPr/>
        </p:nvSpPr>
        <p:spPr>
          <a:xfrm>
            <a:off x="5667375" y="2419350"/>
            <a:ext cx="2800350" cy="7048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× r_row × 2^(e_g)</a:t>
            </a:r>
          </a:p>
        </p:txBody>
      </p:sp>
      <p:sp>
        <p:nvSpPr>
          <p:cNvPr id="46" name="e_g = round(log₂(block_RMS / r_row))">
            <a:extLst>
              <a:ext uri="{FF2B5EF4-FFF2-40B4-BE49-F238E27FC236}">
                <a16:creationId xmlns:a16="http://schemas.microsoft.com/office/drawing/2014/main" id="{498571B3-55C9-4BEB-933E-F6FA0500FAD0}"/>
              </a:ext>
            </a:extLst>
          </p:cNvPr>
          <p:cNvSpPr>
            <a:spLocks noGrp="1"/>
          </p:cNvSpPr>
          <p:nvPr/>
        </p:nvSpPr>
        <p:spPr>
          <a:xfrm>
            <a:off x="4933950" y="2038350"/>
            <a:ext cx="3619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e_g = round(log₂(block_RMS / r_row))</a:t>
            </a:r>
          </a:p>
        </p:txBody>
      </p:sp>
      <p:sp>
        <p:nvSpPr>
          <p:cNvPr id="47" name="BF16 row gain + B32 exponent">
            <a:extLst>
              <a:ext uri="{FF2B5EF4-FFF2-40B4-BE49-F238E27FC236}">
                <a16:creationId xmlns:a16="http://schemas.microsoft.com/office/drawing/2014/main" id="{C21A5CED-AB8D-42FD-8F6C-B272A8E02EB4}"/>
              </a:ext>
            </a:extLst>
          </p:cNvPr>
          <p:cNvSpPr>
            <a:spLocks noGrp="1"/>
          </p:cNvSpPr>
          <p:nvPr/>
        </p:nvSpPr>
        <p:spPr>
          <a:xfrm>
            <a:off x="5572125" y="32670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BF16 row gain + B32 exponent</a:t>
            </a:r>
          </a:p>
        </p:txBody>
      </p:sp>
      <p:sp>
        <p:nvSpPr>
          <p:cNvPr id="48" name="4 core bpw  +  0.25 B32 bpw  +  codebooks / gains / tra">
            <a:extLst>
              <a:ext uri="{FF2B5EF4-FFF2-40B4-BE49-F238E27FC236}">
                <a16:creationId xmlns:a16="http://schemas.microsoft.com/office/drawing/2014/main" id="{AF8BA2DF-EBC7-4345-B967-4842C9C54326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core bpw  +  0.25 B32 bpw  +  codebooks / gains / transforms  ≈  4.27 bpw</a:t>
            </a:r>
          </a:p>
        </p:txBody>
      </p:sp>
      <p:sp>
        <p:nvSpPr>
          <p:cNvPr id="49" name="Fixed indices + exponents; calibrate codebooks + row ga">
            <a:extLst>
              <a:ext uri="{FF2B5EF4-FFF2-40B4-BE49-F238E27FC236}">
                <a16:creationId xmlns:a16="http://schemas.microsoft.com/office/drawing/2014/main" id="{E1EB25C5-2027-4B3B-84D7-DD29BA647848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Fixed indices + exponents; calibrate codebooks + row gains. VQ codewords remain BF16 values.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Per-channel scaling + activation clipping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4">
            <a:extLst>
              <a:ext uri="{FF2B5EF4-FFF2-40B4-BE49-F238E27FC236}">
                <a16:creationId xmlns:a16="http://schemas.microsoft.com/office/drawing/2014/main" id="{6DE47FC7-E9C3-4CAD-994E-A1AE88FD435C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ctivation path">
            <a:extLst>
              <a:ext uri="{FF2B5EF4-FFF2-40B4-BE49-F238E27FC236}">
                <a16:creationId xmlns:a16="http://schemas.microsoft.com/office/drawing/2014/main" id="{73857DCD-0B19-4AD6-9CD4-46C506166B67}"/>
              </a:ext>
            </a:extLst>
          </p:cNvPr>
          <p:cNvSpPr>
            <a:spLocks noGrp="1"/>
          </p:cNvSpPr>
          <p:nvPr/>
        </p:nvSpPr>
        <p:spPr>
          <a:xfrm>
            <a:off x="609600" y="84772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Activation path</a:t>
            </a:r>
          </a:p>
        </p:txBody>
      </p:sp>
      <p:sp>
        <p:nvSpPr>
          <p:cNvPr id="6" name="X">
            <a:extLst>
              <a:ext uri="{FF2B5EF4-FFF2-40B4-BE49-F238E27FC236}">
                <a16:creationId xmlns:a16="http://schemas.microsoft.com/office/drawing/2014/main" id="{DD32E345-382C-41F7-BCA3-72E3E055D2D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57150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9E3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Smooth 0.5&#10;+ H128">
            <a:extLst>
              <a:ext uri="{FF2B5EF4-FFF2-40B4-BE49-F238E27FC236}">
                <a16:creationId xmlns:a16="http://schemas.microsoft.com/office/drawing/2014/main" id="{0ADE67B7-6322-48B1-B383-D54A3FEBCFF2}"/>
              </a:ext>
            </a:extLst>
          </p:cNvPr>
          <p:cNvSpPr>
            <a:spLocks noGrp="1"/>
          </p:cNvSpPr>
          <p:nvPr/>
        </p:nvSpPr>
        <p:spPr>
          <a:xfrm>
            <a:off x="1457325" y="1362075"/>
            <a:ext cx="1485900" cy="628650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Smooth 0.5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 H128</a:t>
            </a:r>
          </a:p>
        </p:txBody>
      </p:sp>
      <p:sp>
        <p:nvSpPr>
          <p:cNvPr id="8" name="÷ D">
            <a:extLst>
              <a:ext uri="{FF2B5EF4-FFF2-40B4-BE49-F238E27FC236}">
                <a16:creationId xmlns:a16="http://schemas.microsoft.com/office/drawing/2014/main" id="{0490057E-DA5D-4BED-BF98-A536C3714248}"/>
              </a:ext>
            </a:extLst>
          </p:cNvPr>
          <p:cNvSpPr>
            <a:spLocks noGrp="1"/>
          </p:cNvSpPr>
          <p:nvPr/>
        </p:nvSpPr>
        <p:spPr>
          <a:xfrm>
            <a:off x="3228975" y="1362075"/>
            <a:ext cx="1000125" cy="628650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÷ D</a:t>
            </a:r>
          </a:p>
        </p:txBody>
      </p:sp>
      <p:sp>
        <p:nvSpPr>
          <p:cNvPr id="9" name="Dynamic&#10;signed A4">
            <a:extLst>
              <a:ext uri="{FF2B5EF4-FFF2-40B4-BE49-F238E27FC236}">
                <a16:creationId xmlns:a16="http://schemas.microsoft.com/office/drawing/2014/main" id="{023877B4-E5B3-41DD-B6A5-D1372B711D71}"/>
              </a:ext>
            </a:extLst>
          </p:cNvPr>
          <p:cNvSpPr>
            <a:spLocks noGrp="1"/>
          </p:cNvSpPr>
          <p:nvPr/>
        </p:nvSpPr>
        <p:spPr>
          <a:xfrm>
            <a:off x="4514850" y="1362075"/>
            <a:ext cx="1562100" cy="62865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Dynamic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signed A4</a:t>
            </a:r>
          </a:p>
        </p:txBody>
      </p:sp>
      <p:sp>
        <p:nvSpPr>
          <p:cNvPr id="10" name="BF16&#10;dense Linear">
            <a:extLst>
              <a:ext uri="{FF2B5EF4-FFF2-40B4-BE49-F238E27FC236}">
                <a16:creationId xmlns:a16="http://schemas.microsoft.com/office/drawing/2014/main" id="{5E457820-9E47-4D09-9B1B-FA42F7DDC095}"/>
              </a:ext>
            </a:extLst>
          </p:cNvPr>
          <p:cNvSpPr>
            <a:spLocks noGrp="1"/>
          </p:cNvSpPr>
          <p:nvPr/>
        </p:nvSpPr>
        <p:spPr>
          <a:xfrm>
            <a:off x="6705600" y="1362075"/>
            <a:ext cx="1762125" cy="6286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dense Linear</a:t>
            </a:r>
          </a:p>
        </p:txBody>
      </p:sp>
      <p:cxnSp>
        <p:nvCxnSpPr>
          <p:cNvPr id="11" name="diagram connector">
            <a:extLst>
              <a:ext uri="{FF2B5EF4-FFF2-40B4-BE49-F238E27FC236}">
                <a16:creationId xmlns:a16="http://schemas.microsoft.com/office/drawing/2014/main" id="{4A9E33DA-C3FA-4372-8692-6E116B2CB6B7}"/>
              </a:ext>
            </a:extLst>
          </p:cNvPr>
          <p:cNvCxnSpPr/>
          <p:nvPr/>
        </p:nvCxnSpPr>
        <p:spPr>
          <a:xfrm>
            <a:off x="1181100" y="1676400"/>
            <a:ext cx="2762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2" name="diagram connector">
            <a:extLst>
              <a:ext uri="{FF2B5EF4-FFF2-40B4-BE49-F238E27FC236}">
                <a16:creationId xmlns:a16="http://schemas.microsoft.com/office/drawing/2014/main" id="{B69A8E64-27F5-49C6-8E88-F19E42A4E0D1}"/>
              </a:ext>
            </a:extLst>
          </p:cNvPr>
          <p:cNvCxnSpPr/>
          <p:nvPr/>
        </p:nvCxnSpPr>
        <p:spPr>
          <a:xfrm>
            <a:off x="2943225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3" name="diagram connector">
            <a:extLst>
              <a:ext uri="{FF2B5EF4-FFF2-40B4-BE49-F238E27FC236}">
                <a16:creationId xmlns:a16="http://schemas.microsoft.com/office/drawing/2014/main" id="{22194B51-F90F-41CD-9227-B38D0B7F3332}"/>
              </a:ext>
            </a:extLst>
          </p:cNvPr>
          <p:cNvCxnSpPr/>
          <p:nvPr/>
        </p:nvCxnSpPr>
        <p:spPr>
          <a:xfrm>
            <a:off x="4229100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4" name="diagram connector">
            <a:extLst>
              <a:ext uri="{FF2B5EF4-FFF2-40B4-BE49-F238E27FC236}">
                <a16:creationId xmlns:a16="http://schemas.microsoft.com/office/drawing/2014/main" id="{CDF26E95-FD46-4CEA-A3DE-D965C093F119}"/>
              </a:ext>
            </a:extLst>
          </p:cNvPr>
          <p:cNvCxnSpPr/>
          <p:nvPr/>
        </p:nvCxnSpPr>
        <p:spPr>
          <a:xfrm>
            <a:off x="6076950" y="1676400"/>
            <a:ext cx="6286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5" name="z">
            <a:extLst>
              <a:ext uri="{FF2B5EF4-FFF2-40B4-BE49-F238E27FC236}">
                <a16:creationId xmlns:a16="http://schemas.microsoft.com/office/drawing/2014/main" id="{9BD514D8-20D8-465D-BA81-D53D7AAB3C20}"/>
              </a:ext>
            </a:extLst>
          </p:cNvPr>
          <p:cNvSpPr>
            <a:spLocks noGrp="1"/>
          </p:cNvSpPr>
          <p:nvPr/>
        </p:nvSpPr>
        <p:spPr>
          <a:xfrm>
            <a:off x="2971800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6" name="v">
            <a:extLst>
              <a:ext uri="{FF2B5EF4-FFF2-40B4-BE49-F238E27FC236}">
                <a16:creationId xmlns:a16="http://schemas.microsoft.com/office/drawing/2014/main" id="{7962F1A7-04E5-40F0-8CE2-83393796F439}"/>
              </a:ext>
            </a:extLst>
          </p:cNvPr>
          <p:cNvSpPr>
            <a:spLocks noGrp="1"/>
          </p:cNvSpPr>
          <p:nvPr/>
        </p:nvSpPr>
        <p:spPr>
          <a:xfrm>
            <a:off x="4257675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7" name="Weight path">
            <a:extLst>
              <a:ext uri="{FF2B5EF4-FFF2-40B4-BE49-F238E27FC236}">
                <a16:creationId xmlns:a16="http://schemas.microsoft.com/office/drawing/2014/main" id="{7B24C0BA-7322-4018-9EF4-85C0CCD5E170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Weight path</a:t>
            </a:r>
          </a:p>
        </p:txBody>
      </p:sp>
      <p:sp>
        <p:nvSpPr>
          <p:cNvPr id="18" name="Frozen VQ&#10;representation">
            <a:extLst>
              <a:ext uri="{FF2B5EF4-FFF2-40B4-BE49-F238E27FC236}">
                <a16:creationId xmlns:a16="http://schemas.microsoft.com/office/drawing/2014/main" id="{90F95EBD-A2CA-44E0-82B9-CD5A11177E7C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2000250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VQ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9" name="Decode Wq">
            <a:extLst>
              <a:ext uri="{FF2B5EF4-FFF2-40B4-BE49-F238E27FC236}">
                <a16:creationId xmlns:a16="http://schemas.microsoft.com/office/drawing/2014/main" id="{121BF9DC-689C-42E5-A34A-E8E672A2B274}"/>
              </a:ext>
            </a:extLst>
          </p:cNvPr>
          <p:cNvSpPr>
            <a:spLocks noGrp="1"/>
          </p:cNvSpPr>
          <p:nvPr/>
        </p:nvSpPr>
        <p:spPr>
          <a:xfrm>
            <a:off x="2981325" y="2828925"/>
            <a:ext cx="1552575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Decode Wq</a:t>
            </a:r>
          </a:p>
        </p:txBody>
      </p:sp>
      <p:sp>
        <p:nvSpPr>
          <p:cNvPr id="20" name="BF16(Wq · D)&#10;cache once">
            <a:extLst>
              <a:ext uri="{FF2B5EF4-FFF2-40B4-BE49-F238E27FC236}">
                <a16:creationId xmlns:a16="http://schemas.microsoft.com/office/drawing/2014/main" id="{603A0E03-341A-42CD-A768-0BC2A3BB3561}"/>
              </a:ext>
            </a:extLst>
          </p:cNvPr>
          <p:cNvSpPr>
            <a:spLocks noGrp="1"/>
          </p:cNvSpPr>
          <p:nvPr/>
        </p:nvSpPr>
        <p:spPr>
          <a:xfrm>
            <a:off x="4905375" y="2828925"/>
            <a:ext cx="1762125" cy="581025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BF16(Wq · D)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cache once</a:t>
            </a:r>
          </a:p>
        </p:txBody>
      </p:sp>
      <p:cxnSp>
        <p:nvCxnSpPr>
          <p:cNvPr id="21" name="diagram connector">
            <a:extLst>
              <a:ext uri="{FF2B5EF4-FFF2-40B4-BE49-F238E27FC236}">
                <a16:creationId xmlns:a16="http://schemas.microsoft.com/office/drawing/2014/main" id="{3B3D22C0-760D-4B8E-9FB7-270B7B03B513}"/>
              </a:ext>
            </a:extLst>
          </p:cNvPr>
          <p:cNvCxnSpPr/>
          <p:nvPr/>
        </p:nvCxnSpPr>
        <p:spPr>
          <a:xfrm>
            <a:off x="260985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>
              <a:ext uri="{FF2B5EF4-FFF2-40B4-BE49-F238E27FC236}">
                <a16:creationId xmlns:a16="http://schemas.microsoft.com/office/drawing/2014/main" id="{ECC681EA-701F-496A-9562-EED32CD45225}"/>
              </a:ext>
            </a:extLst>
          </p:cNvPr>
          <p:cNvCxnSpPr/>
          <p:nvPr/>
        </p:nvCxnSpPr>
        <p:spPr>
          <a:xfrm>
            <a:off x="453390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>
              <a:ext uri="{FF2B5EF4-FFF2-40B4-BE49-F238E27FC236}">
                <a16:creationId xmlns:a16="http://schemas.microsoft.com/office/drawing/2014/main" id="{D8AC73C7-EA19-4F6F-A86B-0D8CC66B713F}"/>
              </a:ext>
            </a:extLst>
          </p:cNvPr>
          <p:cNvCxnSpPr/>
          <p:nvPr/>
        </p:nvCxnSpPr>
        <p:spPr>
          <a:xfrm>
            <a:off x="6667500" y="3124200"/>
            <a:ext cx="9048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>
              <a:ext uri="{FF2B5EF4-FFF2-40B4-BE49-F238E27FC236}">
                <a16:creationId xmlns:a16="http://schemas.microsoft.com/office/drawing/2014/main" id="{13A16DCA-4B83-4F72-9B6C-AEE7D293E91A}"/>
              </a:ext>
            </a:extLst>
          </p:cNvPr>
          <p:cNvCxnSpPr/>
          <p:nvPr/>
        </p:nvCxnSpPr>
        <p:spPr>
          <a:xfrm flipV="1">
            <a:off x="7572375" y="1990725"/>
            <a:ext cx="0" cy="113347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25" name="s_t = r_l · max |v_t| / 7">
            <a:extLst>
              <a:ext uri="{FF2B5EF4-FFF2-40B4-BE49-F238E27FC236}">
                <a16:creationId xmlns:a16="http://schemas.microsoft.com/office/drawing/2014/main" id="{E90397C9-C31F-4D6F-93F3-8860EC630E6F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s_t = r_l · max |v_t| / 7</a:t>
            </a:r>
          </a:p>
        </p:txBody>
      </p:sp>
      <p:sp>
        <p:nvSpPr>
          <p:cNvPr id="26" name="q = clamp(round(v / s_t), −7, 7)">
            <a:extLst>
              <a:ext uri="{FF2B5EF4-FFF2-40B4-BE49-F238E27FC236}">
                <a16:creationId xmlns:a16="http://schemas.microsoft.com/office/drawing/2014/main" id="{5B1AB267-73BC-4315-9351-7F47194DBFEE}"/>
              </a:ext>
            </a:extLst>
          </p:cNvPr>
          <p:cNvSpPr>
            <a:spLocks noGrp="1"/>
          </p:cNvSpPr>
          <p:nvPr/>
        </p:nvSpPr>
        <p:spPr>
          <a:xfrm>
            <a:off x="4524375" y="3790950"/>
            <a:ext cx="4010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q = clamp(round(v / s_t), −7, 7)</a:t>
            </a:r>
          </a:p>
        </p:txBody>
      </p:sp>
      <p:sp>
        <p:nvSpPr>
          <p:cNvPr id="27" name="Learn D per channel + r_l per Linear on C80; keep VQ we">
            <a:extLst>
              <a:ext uri="{FF2B5EF4-FFF2-40B4-BE49-F238E27FC236}">
                <a16:creationId xmlns:a16="http://schemas.microsoft.com/office/drawing/2014/main" id="{52B49B88-4332-45FB-B73A-2427CCCDD46C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Learn D per channel + r_l per Linear on C80; keep VQ weights fixed. BF16 KV; native VQ kernel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5">
            <a:extLst>
              <a:ext uri="{FF2B5EF4-FFF2-40B4-BE49-F238E27FC236}">
                <ns2:creationId id="{8FF2626E-B834-4843-92F8-96499DAA199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rozen paired cohort: 4 suites × 7 perturbations × 10 v">
            <a:extLst>
              <a:ext uri="{FF2B5EF4-FFF2-40B4-BE49-F238E27FC236}">
                <ns2:creationId id="{670D6530-E84C-438E-9E68-8968D9AD51D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7924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DDC3A00E-CF8B-46BA-9993-62C11D5A9140}"/>
              </a:ext>
            </a:extLst>
          </p:cNvPr>
          <p:cNvGraphicFramePr/>
          <p:nvPr/>
        </p:nvGraphicFramePr>
        <p:xfrm>
          <a:off x="609600" y="1352550"/>
          <a:ext cx="7924800" cy="27437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7" name="Microscaling VQ: 204/280 vs local SpinQuant 203/280">
            <a:extLst>
              <a:ext uri="{FF2B5EF4-FFF2-40B4-BE49-F238E27FC236}">
                <ns2:creationId id="{DEEAAEF1-56E9-4219-87E7-0AF037F9B694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>
              <a:ext uri="{FF2B5EF4-FFF2-40B4-BE49-F238E27FC236}">
                <ns2:creationId id="{1D3A956E-4519-4AB1-B8DE-65BE1BCA6A8D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6">
            <a:extLst>
              <a:ext uri="{FF2B5EF4-FFF2-40B4-BE49-F238E27FC236}">
                <ns2:creationId id="{F97E9971-8CB9-4E18-A99A-DC1748396EA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+Z: action+latent · C8 weight calibration / C80 activa">
            <a:extLst>
              <a:ext uri="{FF2B5EF4-FFF2-40B4-BE49-F238E27FC236}">
                <ns2:creationId id="{2090CFD7-1982-44B9-97A0-E2B60C218DD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045FB2FE-E83B-4E83-87D2-D353EA6C6DF7}"/>
              </a:ext>
            </a:extLst>
          </p:cNvPr>
          <p:cNvGraphicFramePr/>
          <p:nvPr/>
        </p:nvGraphicFramePr>
        <p:xfrm>
          <a:off x="609600" y="1276350"/>
          <a:ext cx="7924800" cy="30070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</a:tbl>
          </a:graphicData>
        </a:graphic>
      </p:graphicFrame>
      <p:sp>
        <p:nvSpPr>
          <p:cNvPr id="7" name="Best completed low-bit result here: clip-only 207/280 (">
            <a:extLst>
              <a:ext uri="{FF2B5EF4-FFF2-40B4-BE49-F238E27FC236}">
                <ns2:creationId id="{5D0AB6E1-7573-4C49-9FF5-75551C00548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>
              <a:ext uri="{FF2B5EF4-FFF2-40B4-BE49-F238E27FC236}">
                <ns2:creationId id="{E20005B5-4A10-4ABD-A3EB-DFD7DA82DE7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7">
            <a:extLst>
              <a:ext uri="{FF2B5EF4-FFF2-40B4-BE49-F238E27FC236}">
                <ns2:creationId id="{BF23D87F-8729-46D6-857A-9737977CC8AF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Direct policy · C8 calibration · same 280 paired varian">
            <a:extLst>
              <a:ext uri="{FF2B5EF4-FFF2-40B4-BE49-F238E27FC236}">
                <ns2:creationId id="{3FD9FEC3-13F8-4791-B5C5-04B89C3858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2289CF9A-BBC1-4EC0-80F0-EDE77016FB08}"/>
              </a:ext>
            </a:extLst>
          </p:cNvPr>
          <p:cNvGraphicFramePr/>
          <p:nvPr/>
        </p:nvGraphicFramePr>
        <p:xfrm>
          <a:off x="609600" y="1333500"/>
          <a:ext cx="7924800" cy="1835469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+5 successes vs SpinQuant; −7 vs BF16">
            <a:extLst>
              <a:ext uri="{FF2B5EF4-FFF2-40B4-BE49-F238E27FC236}">
                <ns2:creationId id="{D924FAD7-33A8-4EC8-859B-CC3AC0EF422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</a:t>
            </a:r>
            <a:r>
              <a:rPr sz="19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; −7 vs BF16</a:t>
            </a:r>
          </a:p>
        </p:txBody>
      </p:sp>
      <p:sp>
        <p:nvSpPr>
          <p:cNvPr id="8" name="VQ uses 3.92% more target-weight bits than SpinQuant.&#10;W">
            <a:extLst>
              <a:ext uri="{FF2B5EF4-FFF2-40B4-BE49-F238E27FC236}">
                <ns2:creationId id="{5551FDCF-00DE-44BF-B6A8-44F652783FA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DiT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>
              <a:ext uri="{FF2B5EF4-FFF2-40B4-BE49-F238E27FC236}">
                <ns2:creationId id="{359A938C-0F83-48C2-8E74-F6CD607564D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8">
            <a:extLst>
              <a:ext uri="{FF2B5EF4-FFF2-40B4-BE49-F238E27FC236}">
                <ns2:creationId id="{7884B4B0-1758-4E36-B0F5-8F54374BB9F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Future donor&#10;Parent / action-only / +latent">
            <a:extLst>
              <a:ext uri="{FF2B5EF4-FFF2-40B4-BE49-F238E27FC236}">
                <ns2:creationId id="{F9B97089-A337-4A08-A9E6-E0A63C49032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3028950" cy="6953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 donor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>
              <a:ext uri="{FF2B5EF4-FFF2-40B4-BE49-F238E27FC236}">
                <ns2:creationId id="{6FB435E4-819F-4D88-B27F-8C1F3B0ACDE5}"/>
              </a:ext>
            </a:extLst>
          </p:cNvPr>
          <p:cNvSpPr>
            <a:spLocks noGrp="1"/>
          </p:cNvSpPr>
          <p:nvPr/>
        </p:nvSpPr>
        <p:spPr>
          <a:xfrm>
            <a:off x="4276725" y="971550"/>
            <a:ext cx="3028950" cy="69532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Fixed BF16 reader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video K/V → Action DiT</a:t>
            </a:r>
          </a:p>
        </p:txBody>
      </p:sp>
      <p:cxnSp>
        <p:nvCxnSpPr>
          <p:cNvPr id="7" name="diagram connector">
            <a:extLst>
              <a:ext uri="{FF2B5EF4-FFF2-40B4-BE49-F238E27FC236}">
                <ns2:creationId id="{CB7059DB-E522-4E50-A0A3-67E6F625C6DD}"/>
              </a:ext>
            </a:extLst>
          </p:cNvPr>
          <p:cNvCxnSpPr/>
          <p:nvPr/>
        </p:nvCxnSpPr>
        <p:spPr>
          <a:xfrm>
            <a:off x="3638550" y="1323975"/>
            <a:ext cx="6381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>
              <a:ext uri="{FF2B5EF4-FFF2-40B4-BE49-F238E27FC236}">
                <ns2:creationId id="{EE924E2E-0E85-4B2D-AD35-D3DB71759F0A}"/>
              </a:ext>
            </a:extLst>
          </p:cNvPr>
          <p:cNvCxnSpPr/>
          <p:nvPr/>
        </p:nvCxnSpPr>
        <p:spPr>
          <a:xfrm>
            <a:off x="7305675" y="1323975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>
              <a:ext uri="{FF2B5EF4-FFF2-40B4-BE49-F238E27FC236}">
                <ns2:creationId id="{F73FBE39-AA9D-4862-81F0-B5FF7E8084DE}"/>
              </a:ext>
            </a:extLst>
          </p:cNvPr>
          <p:cNvSpPr>
            <a:spLocks noGrp="1"/>
          </p:cNvSpPr>
          <p:nvPr/>
        </p:nvSpPr>
        <p:spPr>
          <a:xfrm>
            <a:off x="7791450" y="1057275"/>
            <a:ext cx="666750" cy="5238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ns2:creationId id="{61BD3457-06AE-4476-80DB-6E89D658BA66}"/>
              </a:ext>
            </a:extLst>
          </p:cNvPr>
          <p:cNvGraphicFramePr/>
          <p:nvPr/>
        </p:nvGraphicFramePr>
        <p:xfrm>
          <a:off x="609600" y="2009775"/>
          <a:ext cx="7924800" cy="1695452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2571750">
                  <a:extLst>
                    <a:ext uri="{9D8B030D-6E8A-4147-A177-3AD203B41FA5}">
                      <ns2:colId val="20001"/>
                    </a:ext>
                  </a:extLst>
                </a:gridCol>
                <a:gridCol w="24003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11" name="Protecting future latents improves mean downstream moto">
            <a:extLst>
              <a:ext uri="{FF2B5EF4-FFF2-40B4-BE49-F238E27FC236}">
                <ns2:creationId id="{5EDAC540-6F62-4A82-8B73-B5FE086E2FD1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latents improves mean downstream motor fidelity</a:t>
            </a:r>
          </a:p>
        </p:txBody>
      </p:sp>
      <p:sp>
        <p:nvSpPr>
          <p:cNvPr id="12" name="Earlier row-scale VQ family: 22 cases × 2 seeds; 13/22 ">
            <a:extLst>
              <a:ext uri="{FF2B5EF4-FFF2-40B4-BE49-F238E27FC236}">
                <ns2:creationId id="{1FF4ECC2-F372-43AD-A818-124E15B3BA9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">
            <a:extLst>
              <a:ext uri="{FF2B5EF4-FFF2-40B4-BE49-F238E27FC236}">
                <ns2:creationId id="{37328851-47E3-4E70-915E-C62CC322082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he mean gain transfers across readers">
            <a:extLst>
              <a:ext uri="{FF2B5EF4-FFF2-40B4-BE49-F238E27FC236}">
                <ns2:creationId id="{F8C8A040-475B-4974-8FD5-DCF7A592C92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8B3C8D2E-3244-4E64-8660-7F94C9F3BBBD}"/>
              </a:ext>
            </a:extLst>
          </p:cNvPr>
          <p:cNvGraphicFramePr/>
          <p:nvPr/>
        </p:nvGraphicFramePr>
        <p:xfrm>
          <a:off x="609600" y="1333500"/>
          <a:ext cx="7924800" cy="1181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ns2:colId val="20000"/>
                    </a:ext>
                  </a:extLst>
                </a:gridCol>
                <a:gridCol w="2343150">
                  <a:extLst>
                    <a:ext uri="{9D8B030D-6E8A-4147-A177-3AD203B41FA5}">
                      <ns2:colId val="20001"/>
                    </a:ext>
                  </a:extLst>
                </a:gridCol>
                <a:gridCol w="234315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</a:tbl>
          </a:graphicData>
        </a:graphic>
      </p:graphicFrame>
      <p:sp>
        <p:nvSpPr>
          <p:cNvPr id="7" name="Most of the gain can be reproduced by reducing future e">
            <a:extLst>
              <a:ext uri="{FF2B5EF4-FFF2-40B4-BE49-F238E27FC236}">
                <ns2:creationId id="{4FE23CBF-8C0C-4F1A-B029-912576AC128B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表格 7">
            <a:extLst>
              <a:ext uri="{FF2B5EF4-FFF2-40B4-BE49-F238E27FC236}">
                <ns2:creationId id="{3EF8CB40-0318-4AE1-9C95-F63720886A99}"/>
              </a:ext>
            </a:extLst>
          </p:cNvPr>
          <p:cNvGraphicFramePr/>
          <p:nvPr/>
        </p:nvGraphicFramePr>
        <p:xfrm>
          <a:off x="609600" y="3181350"/>
          <a:ext cx="7924800" cy="1304924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ns2:colId val="20000"/>
                    </a:ext>
                  </a:extLst>
                </a:gridCol>
                <a:gridCol w="2057400">
                  <a:extLst>
                    <a:ext uri="{9D8B030D-6E8A-4147-A177-3AD203B41FA5}">
                      <ns2:colId val="20001"/>
                    </a:ext>
                  </a:extLst>
                </a:gridCol>
                <a:gridCol w="20574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9" name="B vs C improves 11/22 cases; no robust extra benefit at">
            <a:extLst>
              <a:ext uri="{FF2B5EF4-FFF2-40B4-BE49-F238E27FC236}">
                <ns2:creationId id="{D004A614-A6C7-4815-A0A2-FAE1B2C914B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0">
            <a:extLst>
              <a:ext uri="{FF2B5EF4-FFF2-40B4-BE49-F238E27FC236}">
                <ns2:creationId id="{350992AB-5D5D-4644-B5B3-F4BA68EA356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Original objective:  L = MSE_action + ρc · NMSE_future">
            <a:extLst>
              <a:ext uri="{FF2B5EF4-FFF2-40B4-BE49-F238E27FC236}">
                <ns2:creationId id="{D751AF47-60DE-4E26-B4E2-AA672542BA30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7924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Original objective:  L = 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 + ρc · NMSE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</p:txBody>
      </p:sp>
      <p:sp>
        <p:nvSpPr>
          <p:cNvPr id="6" name="c is frozen from initial calibration loss values; ρ = 1">
            <a:extLst>
              <a:ext uri="{FF2B5EF4-FFF2-40B4-BE49-F238E27FC236}">
                <ns2:creationId id="{0B9524AA-DB39-4CC7-AE02-935EF4CFE690}"/>
              </a:ext>
            </a:extLst>
          </p:cNvPr>
          <p:cNvSpPr>
            <a:spLocks noGrp="1"/>
          </p:cNvSpPr>
          <p:nvPr/>
        </p:nvSpPr>
        <p:spPr>
          <a:xfrm>
            <a:off x="609600" y="1247775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ns2:creationId id="{93F79D55-57AB-4DB5-9CF3-C8C7EED93531}"/>
              </a:ext>
            </a:extLst>
          </p:cNvPr>
          <p:cNvGraphicFramePr/>
          <p:nvPr/>
        </p:nvGraphicFramePr>
        <p:xfrm>
          <a:off x="609600" y="1857375"/>
          <a:ext cx="7924800" cy="184689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ns2:colId val="20000"/>
                    </a:ext>
                  </a:extLst>
                </a:gridCol>
                <a:gridCol w="1524000">
                  <a:extLst>
                    <a:ext uri="{9D8B030D-6E8A-4147-A177-3AD203B41FA5}">
                      <ns2:colId val="20001"/>
                    </a:ext>
                  </a:extLst>
                </a:gridCol>
                <a:gridCol w="1581150">
                  <a:extLst>
                    <a:ext uri="{9D8B030D-6E8A-4147-A177-3AD203B41FA5}">
                      <ns2:colId val="20002"/>
                    </a:ext>
                  </a:extLst>
                </a:gridCol>
                <a:gridCol w="1962150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</a:t>
                      </a:r>
                      <a:br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↑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 · 72.14%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8" name="−27.84% motor RMSE, but −4 closed-loop successes vs cli">
            <a:extLst>
              <a:ext uri="{FF2B5EF4-FFF2-40B4-BE49-F238E27FC236}">
                <ns2:creationId id="{D7B7B3B3-7EA6-4088-A6E5-75F1A0B1C27A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closed-loop successes vs clip-only</a:t>
            </a:r>
          </a:p>
        </p:txBody>
      </p:sp>
      <p:sp>
        <p:nvSpPr>
          <p:cNvPr id="9" name="Motivation: preserve the structure of action sequences ">
            <a:extLst>
              <a:ext uri="{FF2B5EF4-FFF2-40B4-BE49-F238E27FC236}">
                <ns2:creationId id="{F5F1C212-E5F1-4345-84D8-ACB1E0D1405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47" name="diagram block">
            <a:extLst>
              <a:ext uri="{FF2B5EF4-FFF2-40B4-BE49-F238E27FC236}">
                <ns2:creationId id="{9F132B06-F211-4EB5-9B2A-70B991B95C87}"/>
              </a:ext>
            </a:extLst>
          </p:cNvPr>
          <p:cNvSpPr>
            <a:spLocks noGrp="1"/>
          </p:cNvSpPr>
          <p:nvPr/>
        </p:nvSpPr>
        <p:spPr>
          <a:xfrm>
            <a:off x="288143" y="20645"/>
            <a:ext cx="2854184" cy="4113535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C7A8E50B-BE0A-4B1E-8D9F-52F926C5E27A}"/>
              </a:ext>
            </a:extLst>
          </p:cNvPr>
          <p:cNvSpPr>
            <a:spLocks noGrp="1"/>
          </p:cNvSpPr>
          <p:nvPr/>
        </p:nvSpPr>
        <p:spPr>
          <a:xfrm>
            <a:off x="3183617" y="20645"/>
            <a:ext cx="2776765" cy="4113535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279BA262-C23A-49B2-8821-BE25AA48B3EA}"/>
              </a:ext>
            </a:extLst>
          </p:cNvPr>
          <p:cNvSpPr>
            <a:spLocks noGrp="1"/>
          </p:cNvSpPr>
          <p:nvPr/>
        </p:nvSpPr>
        <p:spPr>
          <a:xfrm>
            <a:off x="6001673" y="20645"/>
            <a:ext cx="2864507" cy="4113535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4" name="(a) Soft-bin: preserve absolute values">
            <a:extLst>
              <a:ext uri="{FF2B5EF4-FFF2-40B4-BE49-F238E27FC236}">
                <ns2:creationId id="{6324B013-0412-432E-BFBA-542F1827A53B}"/>
              </a:ext>
            </a:extLst>
          </p:cNvPr>
          <p:cNvSpPr>
            <a:spLocks noGrp="1"/>
          </p:cNvSpPr>
          <p:nvPr/>
        </p:nvSpPr>
        <p:spPr>
          <a:xfrm>
            <a:off x="344917" y="77419"/>
            <a:ext cx="274063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Soft-bin: preserve absolute values</a:t>
            </a:r>
          </a:p>
        </p:txBody>
      </p:sp>
      <p:sp>
        <p:nvSpPr>
          <p:cNvPr id="5" name="(b) Action: temporal relations">
            <a:extLst>
              <a:ext uri="{FF2B5EF4-FFF2-40B4-BE49-F238E27FC236}">
                <ns2:creationId id="{EBBEAD1F-72EA-4711-81B1-5F75DE30C4EF}"/>
              </a:ext>
            </a:extLst>
          </p:cNvPr>
          <p:cNvSpPr>
            <a:spLocks noGrp="1"/>
          </p:cNvSpPr>
          <p:nvPr/>
        </p:nvSpPr>
        <p:spPr>
          <a:xfrm>
            <a:off x="3245553" y="77419"/>
            <a:ext cx="265805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>
              <a:ext uri="{FF2B5EF4-FFF2-40B4-BE49-F238E27FC236}">
                <ns2:creationId id="{5511DB54-EE58-4B2D-9BEF-5D64A63F8A22}"/>
              </a:ext>
            </a:extLst>
          </p:cNvPr>
          <p:cNvSpPr>
            <a:spLocks noGrp="1"/>
          </p:cNvSpPr>
          <p:nvPr/>
        </p:nvSpPr>
        <p:spPr>
          <a:xfrm>
            <a:off x="6073931" y="77419"/>
            <a:ext cx="27354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Latent: spatial + temporal relations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3C0D5589-0CF9-47AC-98E7-A3E034AC19DF}"/>
              </a:ext>
            </a:extLst>
          </p:cNvPr>
          <p:cNvSpPr>
            <a:spLocks noGrp="1"/>
          </p:cNvSpPr>
          <p:nvPr/>
        </p:nvSpPr>
        <p:spPr>
          <a:xfrm>
            <a:off x="355239" y="278709"/>
            <a:ext cx="2725153" cy="345805"/>
          </a:xfrm>
          <a:prstGeom prst="roundRect">
            <a:avLst>
              <a:gd name="adj" fmla="val 746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8" name="Per-scalar distribution: each value is mapped to a 16-bin&#10;probability distr">
            <a:extLst>
              <a:ext uri="{FF2B5EF4-FFF2-40B4-BE49-F238E27FC236}">
                <ns2:creationId id="{0BA68C7C-B236-4ADF-B979-58571619C19F}"/>
              </a:ext>
            </a:extLst>
          </p:cNvPr>
          <p:cNvSpPr>
            <a:spLocks noGrp="1"/>
          </p:cNvSpPr>
          <p:nvPr/>
        </p:nvSpPr>
        <p:spPr>
          <a:xfrm>
            <a:off x="381046" y="304515"/>
            <a:ext cx="2673540" cy="29419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5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Per-scalar distribution: each value is mapped to a 16-bin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 distribution using a Gaussian and shared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normalization statistics.</a:t>
            </a:r>
          </a:p>
        </p:txBody>
      </p:sp>
      <p:sp>
        <p:nvSpPr>
          <p:cNvPr id="9" name="diagram block">
            <a:extLst>
              <a:ext uri="{FF2B5EF4-FFF2-40B4-BE49-F238E27FC236}">
                <ns2:creationId id="{09A4CEF5-52AB-4D12-9D12-5D02914DC34B}"/>
              </a:ext>
            </a:extLst>
          </p:cNvPr>
          <p:cNvSpPr>
            <a:spLocks noGrp="1"/>
          </p:cNvSpPr>
          <p:nvPr/>
        </p:nvSpPr>
        <p:spPr>
          <a:xfrm>
            <a:off x="3255875" y="278709"/>
            <a:ext cx="2632250" cy="314838"/>
          </a:xfrm>
          <a:prstGeom prst="roundRect">
            <a:avLst>
              <a:gd name="adj" fmla="val 819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0" name="Match neighbor distributions over 3-step action windows&#10;to preserve tempora">
            <a:extLst>
              <a:ext uri="{FF2B5EF4-FFF2-40B4-BE49-F238E27FC236}">
                <ns2:creationId id="{BC68CFC1-28A6-4305-9B0D-3DB282E21878}"/>
              </a:ext>
            </a:extLst>
          </p:cNvPr>
          <p:cNvSpPr>
            <a:spLocks noGrp="1"/>
          </p:cNvSpPr>
          <p:nvPr/>
        </p:nvSpPr>
        <p:spPr>
          <a:xfrm>
            <a:off x="3281682" y="304515"/>
            <a:ext cx="2580637" cy="26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3-step action windows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preserve temporal structure in the action sequence.</a:t>
            </a:r>
          </a:p>
        </p:txBody>
      </p:sp>
      <p:sp>
        <p:nvSpPr>
          <p:cNvPr id="11" name="diagram block">
            <a:extLst>
              <a:ext uri="{FF2B5EF4-FFF2-40B4-BE49-F238E27FC236}">
                <ns2:creationId id="{6E8C742E-4189-41AE-B304-900CFA656241}"/>
              </a:ext>
            </a:extLst>
          </p:cNvPr>
          <p:cNvSpPr>
            <a:spLocks noGrp="1"/>
          </p:cNvSpPr>
          <p:nvPr/>
        </p:nvSpPr>
        <p:spPr>
          <a:xfrm>
            <a:off x="6073931" y="278709"/>
            <a:ext cx="2725153" cy="309676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2" name="Match neighbor distributions over spatial and temporal neighbors&#10;in the lat">
            <a:extLst>
              <a:ext uri="{FF2B5EF4-FFF2-40B4-BE49-F238E27FC236}">
                <ns2:creationId id="{8A7B29B1-7A30-4748-8812-5EF41B892670}"/>
              </a:ext>
            </a:extLst>
          </p:cNvPr>
          <p:cNvSpPr>
            <a:spLocks noGrp="1"/>
          </p:cNvSpPr>
          <p:nvPr/>
        </p:nvSpPr>
        <p:spPr>
          <a:xfrm>
            <a:off x="6099737" y="304515"/>
            <a:ext cx="2673540" cy="258064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spatial and temporal neighbors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>
              <a:ext uri="{FF2B5EF4-FFF2-40B4-BE49-F238E27FC236}">
                <ns2:creationId id="{8FD5DCA4-2AEF-4A40-ACA1-82863C73C74E}"/>
              </a:ext>
            </a:extLst>
          </p:cNvPr>
          <p:cNvSpPr>
            <a:spLocks noGrp="1"/>
          </p:cNvSpPr>
          <p:nvPr/>
        </p:nvSpPr>
        <p:spPr>
          <a:xfrm>
            <a:off x="391368" y="686449"/>
            <a:ext cx="1326447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5161">
            <a:solidFill>
              <a:srgbClr val="7FCAB6"/>
            </a:solidFill>
            <a:prstDash val="solid"/>
          </a:ln>
        </p:spPr>
      </p:sp>
      <p:sp>
        <p:nvSpPr>
          <p:cNvPr id="14" name="BF16 teacher scalar x">
            <a:extLst>
              <a:ext uri="{FF2B5EF4-FFF2-40B4-BE49-F238E27FC236}">
                <ns2:creationId id="{5BA729CA-FF82-4B24-9A80-5291704D7150}"/>
              </a:ext>
            </a:extLst>
          </p:cNvPr>
          <p:cNvSpPr>
            <a:spLocks noGrp="1"/>
          </p:cNvSpPr>
          <p:nvPr/>
        </p:nvSpPr>
        <p:spPr>
          <a:xfrm>
            <a:off x="417174" y="712256"/>
            <a:ext cx="1274835" cy="113548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 teacher scalar x</a:t>
            </a:r>
          </a:p>
        </p:txBody>
      </p:sp>
      <p:sp>
        <p:nvSpPr>
          <p:cNvPr id="15" name="diagram block">
            <a:extLst>
              <a:ext uri="{FF2B5EF4-FFF2-40B4-BE49-F238E27FC236}">
                <ns2:creationId id="{CCF249E6-3342-4EDF-8C75-6B63D931C8F6}"/>
              </a:ext>
            </a:extLst>
          </p:cNvPr>
          <p:cNvSpPr>
            <a:spLocks noGrp="1"/>
          </p:cNvSpPr>
          <p:nvPr/>
        </p:nvSpPr>
        <p:spPr>
          <a:xfrm>
            <a:off x="1815880" y="686449"/>
            <a:ext cx="1264512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16" name="Quantized student scalar x̂">
            <a:extLst>
              <a:ext uri="{FF2B5EF4-FFF2-40B4-BE49-F238E27FC236}">
                <ns2:creationId id="{DF2E92C2-450E-4AA5-AAD8-CB8AEC1C61AB}"/>
              </a:ext>
            </a:extLst>
          </p:cNvPr>
          <p:cNvSpPr>
            <a:spLocks noGrp="1"/>
          </p:cNvSpPr>
          <p:nvPr/>
        </p:nvSpPr>
        <p:spPr>
          <a:xfrm>
            <a:off x="1841686" y="712256"/>
            <a:ext cx="1212899" cy="11354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Quantized student scalar x̂</a:t>
            </a:r>
          </a:p>
        </p:txBody>
      </p:sp>
      <p:sp>
        <p:nvSpPr>
          <p:cNvPr id="17" name="e.g., x = 1.24 (BF16)">
            <a:extLst>
              <a:ext uri="{FF2B5EF4-FFF2-40B4-BE49-F238E27FC236}">
                <ns2:creationId id="{CA6F58A0-05BB-4EAD-B188-5E391CF33BB4}"/>
              </a:ext>
            </a:extLst>
          </p:cNvPr>
          <p:cNvSpPr>
            <a:spLocks noGrp="1"/>
          </p:cNvSpPr>
          <p:nvPr/>
        </p:nvSpPr>
        <p:spPr>
          <a:xfrm>
            <a:off x="535884" y="898062"/>
            <a:ext cx="113548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>
              <a:ext uri="{FF2B5EF4-FFF2-40B4-BE49-F238E27FC236}">
                <ns2:creationId id="{783CA72F-0756-47FF-BDA6-70E4FB300DBF}"/>
              </a:ext>
            </a:extLst>
          </p:cNvPr>
          <p:cNvSpPr>
            <a:spLocks noGrp="1"/>
          </p:cNvSpPr>
          <p:nvPr/>
        </p:nvSpPr>
        <p:spPr>
          <a:xfrm>
            <a:off x="1939750" y="898062"/>
            <a:ext cx="1140642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>
              <a:ext uri="{FF2B5EF4-FFF2-40B4-BE49-F238E27FC236}">
                <ns2:creationId id="{F06DD86C-519A-4D0C-8916-513F6B45C038}"/>
              </a:ext>
            </a:extLst>
          </p:cNvPr>
          <p:cNvCxnSpPr/>
          <p:nvPr/>
        </p:nvCxnSpPr>
        <p:spPr>
          <a:xfrm flipH="0" flipV="0">
            <a:off x="1036527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>
              <a:ext uri="{FF2B5EF4-FFF2-40B4-BE49-F238E27FC236}">
                <ns2:creationId id="{718E89C4-D6AD-4D32-AA5E-1D1BB44CEB0E}"/>
              </a:ext>
            </a:extLst>
          </p:cNvPr>
          <p:cNvCxnSpPr/>
          <p:nvPr/>
        </p:nvCxnSpPr>
        <p:spPr>
          <a:xfrm flipH="0" flipV="0">
            <a:off x="2430071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>
              <a:ext uri="{FF2B5EF4-FFF2-40B4-BE49-F238E27FC236}">
                <ns2:creationId id="{66F8351D-9717-4CB6-8439-06450FB09190}"/>
              </a:ext>
            </a:extLst>
          </p:cNvPr>
          <p:cNvSpPr>
            <a:spLocks noGrp="1"/>
          </p:cNvSpPr>
          <p:nvPr/>
        </p:nvSpPr>
        <p:spPr>
          <a:xfrm>
            <a:off x="499755" y="1068384"/>
            <a:ext cx="2461928" cy="232257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FABB9"/>
            </a:solidFill>
            <a:prstDash val="solid"/>
          </a:ln>
        </p:spPr>
      </p:sp>
      <p:sp>
        <p:nvSpPr>
          <p:cNvPr id="22" name="Shared frozen teacher statistics&#10;mean μ_c, scale s_c = max(σ_c, 0.02)">
            <a:extLst>
              <a:ext uri="{FF2B5EF4-FFF2-40B4-BE49-F238E27FC236}">
                <ns2:creationId id="{108386D3-6F9D-4C9A-A382-97CF29545329}"/>
              </a:ext>
            </a:extLst>
          </p:cNvPr>
          <p:cNvSpPr>
            <a:spLocks noGrp="1"/>
          </p:cNvSpPr>
          <p:nvPr/>
        </p:nvSpPr>
        <p:spPr>
          <a:xfrm>
            <a:off x="525561" y="1094190"/>
            <a:ext cx="2410315" cy="180645"/>
          </a:xfrm>
          <a:prstGeom prst="rect">
            <a:avLst/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289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Shared frozen teacher statistics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mean μ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scale s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max(σ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0.02)</a:t>
            </a:r>
          </a:p>
        </p:txBody>
      </p:sp>
      <p:cxnSp>
        <p:nvCxnSpPr>
          <p:cNvPr id="23" name="native PowerPoint connector">
            <a:extLst>
              <a:ext uri="{FF2B5EF4-FFF2-40B4-BE49-F238E27FC236}">
                <ns2:creationId id="{308FC462-07ED-4801-A38E-1E5EBC4F4086}"/>
              </a:ext>
            </a:extLst>
          </p:cNvPr>
          <p:cNvCxnSpPr/>
          <p:nvPr/>
        </p:nvCxnSpPr>
        <p:spPr>
          <a:xfrm flipH="0" flipV="0">
            <a:off x="1036527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>
              <a:ext uri="{FF2B5EF4-FFF2-40B4-BE49-F238E27FC236}">
                <ns2:creationId id="{A297776A-9B8E-4D41-B6F1-C90570493E43}"/>
              </a:ext>
            </a:extLst>
          </p:cNvPr>
          <p:cNvCxnSpPr/>
          <p:nvPr/>
        </p:nvCxnSpPr>
        <p:spPr>
          <a:xfrm flipH="0" flipV="0">
            <a:off x="2430071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>
              <a:ext uri="{FF2B5EF4-FFF2-40B4-BE49-F238E27FC236}">
                <ns2:creationId id="{D5E8A02B-FC4C-4F82-A41A-B4D97960FFE4}"/>
              </a:ext>
            </a:extLst>
          </p:cNvPr>
          <p:cNvSpPr>
            <a:spLocks noGrp="1"/>
          </p:cNvSpPr>
          <p:nvPr/>
        </p:nvSpPr>
        <p:spPr>
          <a:xfrm>
            <a:off x="742335" y="1429673"/>
            <a:ext cx="237419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>
              <a:ext uri="{FF2B5EF4-FFF2-40B4-BE49-F238E27FC236}">
                <ns2:creationId id="{8A24D38A-E63B-4CF4-9DA5-A41DE1904D9A}"/>
              </a:ext>
            </a:extLst>
          </p:cNvPr>
          <p:cNvSpPr>
            <a:spLocks noGrp="1"/>
          </p:cNvSpPr>
          <p:nvPr/>
        </p:nvSpPr>
        <p:spPr>
          <a:xfrm>
            <a:off x="974592" y="1378060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27" name="native PowerPoint connector">
            <a:extLst>
              <a:ext uri="{FF2B5EF4-FFF2-40B4-BE49-F238E27FC236}">
                <ns2:creationId id="{44402F4B-F6C4-4D1A-842B-97F85A00B941}"/>
              </a:ext>
            </a:extLst>
          </p:cNvPr>
          <p:cNvCxnSpPr/>
          <p:nvPr/>
        </p:nvCxnSpPr>
        <p:spPr>
          <a:xfrm flipH="0" flipV="0">
            <a:off x="990076" y="1504511"/>
            <a:ext cx="350967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8" name="s_c">
            <a:extLst>
              <a:ext uri="{FF2B5EF4-FFF2-40B4-BE49-F238E27FC236}">
                <ns2:creationId id="{5D278703-91A7-4852-B22E-9932A475D12A}"/>
              </a:ext>
            </a:extLst>
          </p:cNvPr>
          <p:cNvSpPr>
            <a:spLocks noGrp="1"/>
          </p:cNvSpPr>
          <p:nvPr/>
        </p:nvSpPr>
        <p:spPr>
          <a:xfrm>
            <a:off x="974592" y="1512253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9" name="ẑ =">
            <a:extLst>
              <a:ext uri="{FF2B5EF4-FFF2-40B4-BE49-F238E27FC236}">
                <ns2:creationId id="{57513BBE-1E74-4614-B98E-E1FF9E561E33}"/>
              </a:ext>
            </a:extLst>
          </p:cNvPr>
          <p:cNvSpPr>
            <a:spLocks noGrp="1"/>
          </p:cNvSpPr>
          <p:nvPr/>
        </p:nvSpPr>
        <p:spPr>
          <a:xfrm>
            <a:off x="2089427" y="1429673"/>
            <a:ext cx="242580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>
              <a:ext uri="{FF2B5EF4-FFF2-40B4-BE49-F238E27FC236}">
                <ns2:creationId id="{3AA110B3-3F29-4D53-ADEF-235568F25371}"/>
              </a:ext>
            </a:extLst>
          </p:cNvPr>
          <p:cNvSpPr>
            <a:spLocks noGrp="1"/>
          </p:cNvSpPr>
          <p:nvPr/>
        </p:nvSpPr>
        <p:spPr>
          <a:xfrm>
            <a:off x="2332007" y="1378060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31" name="native PowerPoint connector">
            <a:extLst>
              <a:ext uri="{FF2B5EF4-FFF2-40B4-BE49-F238E27FC236}">
                <ns2:creationId id="{AE28A46F-E6EC-4F7C-990D-851097E0D391}"/>
              </a:ext>
            </a:extLst>
          </p:cNvPr>
          <p:cNvCxnSpPr/>
          <p:nvPr/>
        </p:nvCxnSpPr>
        <p:spPr>
          <a:xfrm flipH="0" flipV="0">
            <a:off x="2347491" y="1504511"/>
            <a:ext cx="366450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32" name="s_c">
            <a:extLst>
              <a:ext uri="{FF2B5EF4-FFF2-40B4-BE49-F238E27FC236}">
                <ns2:creationId id="{A2CBEAD9-9F0D-44B4-A673-36DC10721240}"/>
              </a:ext>
            </a:extLst>
          </p:cNvPr>
          <p:cNvSpPr>
            <a:spLocks noGrp="1"/>
          </p:cNvSpPr>
          <p:nvPr/>
        </p:nvSpPr>
        <p:spPr>
          <a:xfrm>
            <a:off x="2332007" y="1512253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3" name="diagram block">
            <a:extLst>
              <a:ext uri="{FF2B5EF4-FFF2-40B4-BE49-F238E27FC236}">
                <ns2:creationId id="{FA5F145C-EA26-4275-96FF-BEF76C175053}"/>
              </a:ext>
            </a:extLst>
          </p:cNvPr>
          <p:cNvSpPr>
            <a:spLocks noGrp="1"/>
          </p:cNvSpPr>
          <p:nvPr/>
        </p:nvSpPr>
        <p:spPr>
          <a:xfrm>
            <a:off x="391368" y="1641285"/>
            <a:ext cx="2621927" cy="810320"/>
          </a:xfrm>
          <a:prstGeom prst="roundRect">
            <a:avLst>
              <a:gd name="adj" fmla="val 3822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3DDFC"/>
            </a:solidFill>
            <a:prstDash val="solid"/>
          </a:ln>
        </p:spPr>
      </p:sp>
      <p:sp>
        <p:nvSpPr>
          <p:cNvPr id="34" name="Map each standardized scalar to 16 bins&#10;using a Gaussian with σ = 0.375 and">
            <a:extLst>
              <a:ext uri="{FF2B5EF4-FFF2-40B4-BE49-F238E27FC236}">
                <ns2:creationId id="{1B951442-B460-4C26-AA95-EE3D0AB8D7A6}"/>
              </a:ext>
            </a:extLst>
          </p:cNvPr>
          <p:cNvSpPr>
            <a:spLocks noGrp="1"/>
          </p:cNvSpPr>
          <p:nvPr/>
        </p:nvSpPr>
        <p:spPr>
          <a:xfrm>
            <a:off x="442981" y="1698059"/>
            <a:ext cx="2518702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93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each standardized scalar to 16 bins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using a Gaussian with σ = 0.375 and fixed edges.</a:t>
            </a:r>
          </a:p>
        </p:txBody>
      </p:sp>
      <p:sp>
        <p:nvSpPr>
          <p:cNvPr id="35" name="p_b(z) =">
            <a:extLst>
              <a:ext uri="{FF2B5EF4-FFF2-40B4-BE49-F238E27FC236}">
                <ns2:creationId id="{E530E6C7-9C13-4CE9-9764-2B9A342E7FBC}"/>
              </a:ext>
            </a:extLst>
          </p:cNvPr>
          <p:cNvSpPr>
            <a:spLocks noGrp="1"/>
          </p:cNvSpPr>
          <p:nvPr/>
        </p:nvSpPr>
        <p:spPr>
          <a:xfrm>
            <a:off x="566851" y="1976768"/>
            <a:ext cx="541934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325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77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(z) =</a:t>
            </a:r>
          </a:p>
        </p:txBody>
      </p:sp>
      <p:sp>
        <p:nvSpPr>
          <p:cNvPr id="36" name="∫">
            <a:extLst>
              <a:ext uri="{FF2B5EF4-FFF2-40B4-BE49-F238E27FC236}">
                <ns2:creationId id="{48B6A452-AE0B-4253-82BD-F2CB99C969C4}"/>
              </a:ext>
            </a:extLst>
          </p:cNvPr>
          <p:cNvSpPr>
            <a:spLocks noGrp="1"/>
          </p:cNvSpPr>
          <p:nvPr/>
        </p:nvSpPr>
        <p:spPr>
          <a:xfrm>
            <a:off x="1144914" y="1914833"/>
            <a:ext cx="159999" cy="26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{b+1}">
            <a:extLst>
              <a:ext uri="{FF2B5EF4-FFF2-40B4-BE49-F238E27FC236}">
                <ns2:creationId id="{49FD5888-9E21-4320-A5F2-F946B7CFF366}"/>
              </a:ext>
            </a:extLst>
          </p:cNvPr>
          <p:cNvSpPr>
            <a:spLocks noGrp="1"/>
          </p:cNvSpPr>
          <p:nvPr/>
        </p:nvSpPr>
        <p:spPr>
          <a:xfrm>
            <a:off x="1299752" y="1904510"/>
            <a:ext cx="27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b+1</a:t>
            </a:r>
          </a:p>
        </p:txBody>
      </p:sp>
      <p:sp>
        <p:nvSpPr>
          <p:cNvPr id="38" name="e_b">
            <a:extLst>
              <a:ext uri="{FF2B5EF4-FFF2-40B4-BE49-F238E27FC236}">
                <ns2:creationId id="{4DBD1B95-1B11-4D94-AC18-994739234B21}"/>
              </a:ext>
            </a:extLst>
          </p:cNvPr>
          <p:cNvSpPr>
            <a:spLocks noGrp="1"/>
          </p:cNvSpPr>
          <p:nvPr/>
        </p:nvSpPr>
        <p:spPr>
          <a:xfrm>
            <a:off x="1299752" y="2121284"/>
            <a:ext cx="23225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9" name="N(t; z, 0.375²) dt">
            <a:extLst>
              <a:ext uri="{FF2B5EF4-FFF2-40B4-BE49-F238E27FC236}">
                <ns2:creationId id="{5F0310C9-48ED-4930-9146-DF71E58C0C44}"/>
              </a:ext>
            </a:extLst>
          </p:cNvPr>
          <p:cNvSpPr>
            <a:spLocks noGrp="1"/>
          </p:cNvSpPr>
          <p:nvPr/>
        </p:nvSpPr>
        <p:spPr>
          <a:xfrm>
            <a:off x="1568139" y="1976768"/>
            <a:ext cx="1347092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5 interior edges from −3.5 to 3.5, plus two infinite tails">
            <a:extLst>
              <a:ext uri="{FF2B5EF4-FFF2-40B4-BE49-F238E27FC236}">
                <ns2:creationId id="{4003E1FB-BE66-43AD-9DB6-A6B1CFBD633A}"/>
              </a:ext>
            </a:extLst>
          </p:cNvPr>
          <p:cNvSpPr>
            <a:spLocks noGrp="1"/>
          </p:cNvSpPr>
          <p:nvPr/>
        </p:nvSpPr>
        <p:spPr>
          <a:xfrm>
            <a:off x="442981" y="2245154"/>
            <a:ext cx="25187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15 interior edges from −3.5 to 3.5, plus two infinite tails</a:t>
            </a:r>
          </a:p>
        </p:txBody>
      </p:sp>
      <p:sp>
        <p:nvSpPr>
          <p:cNvPr id="41" name="e = [−∞, −3.5, −3.0, …, 3.0, 3.5, +∞]">
            <a:extLst>
              <a:ext uri="{FF2B5EF4-FFF2-40B4-BE49-F238E27FC236}">
                <ns2:creationId id="{94D2A3ED-AE6D-47C7-B40B-AF7BA7C4C1FF}"/>
              </a:ext>
            </a:extLst>
          </p:cNvPr>
          <p:cNvSpPr>
            <a:spLocks noGrp="1"/>
          </p:cNvSpPr>
          <p:nvPr/>
        </p:nvSpPr>
        <p:spPr>
          <a:xfrm>
            <a:off x="437820" y="2348380"/>
            <a:ext cx="253418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</a:t>
            </a:r>
          </a:p>
        </p:txBody>
      </p:sp>
      <p:sp>
        <p:nvSpPr>
          <p:cNvPr id="42" name="diagram block">
            <a:extLst>
              <a:ext uri="{FF2B5EF4-FFF2-40B4-BE49-F238E27FC236}">
                <ns2:creationId id="{835FC11F-DC8B-444C-8B4D-0A2853479EC4}"/>
              </a:ext>
            </a:extLst>
          </p:cNvPr>
          <p:cNvSpPr>
            <a:spLocks noGrp="1"/>
          </p:cNvSpPr>
          <p:nvPr/>
        </p:nvSpPr>
        <p:spPr>
          <a:xfrm>
            <a:off x="499755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5161">
            <a:solidFill>
              <a:srgbClr val="87CFBA"/>
            </a:solidFill>
            <a:prstDash val="solid"/>
          </a:ln>
        </p:spPr>
      </p:sp>
      <p:sp>
        <p:nvSpPr>
          <p:cNvPr id="43" name="Teacher scalar distribution">
            <a:extLst>
              <a:ext uri="{FF2B5EF4-FFF2-40B4-BE49-F238E27FC236}">
                <ns2:creationId id="{6724CEF0-5D69-4125-96B6-BB004C45EB64}"/>
              </a:ext>
            </a:extLst>
          </p:cNvPr>
          <p:cNvSpPr>
            <a:spLocks noGrp="1"/>
          </p:cNvSpPr>
          <p:nvPr/>
        </p:nvSpPr>
        <p:spPr>
          <a:xfrm>
            <a:off x="525561" y="2513540"/>
            <a:ext cx="1125158" cy="103225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Teacher scalar distribution</a:t>
            </a:r>
          </a:p>
        </p:txBody>
      </p:sp>
      <p:sp>
        <p:nvSpPr>
          <p:cNvPr id="44" name="diagram block">
            <a:extLst>
              <a:ext uri="{FF2B5EF4-FFF2-40B4-BE49-F238E27FC236}">
                <ns2:creationId id="{0F22A642-4B9C-47DE-B271-BA5913738603}"/>
              </a:ext>
            </a:extLst>
          </p:cNvPr>
          <p:cNvSpPr>
            <a:spLocks noGrp="1"/>
          </p:cNvSpPr>
          <p:nvPr/>
        </p:nvSpPr>
        <p:spPr>
          <a:xfrm>
            <a:off x="1908783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45" name="Student scalar distribution">
            <a:extLst>
              <a:ext uri="{FF2B5EF4-FFF2-40B4-BE49-F238E27FC236}">
                <ns2:creationId id="{38B55C40-DDF3-41F3-8B95-D52F30FFF387}"/>
              </a:ext>
            </a:extLst>
          </p:cNvPr>
          <p:cNvSpPr>
            <a:spLocks noGrp="1"/>
          </p:cNvSpPr>
          <p:nvPr/>
        </p:nvSpPr>
        <p:spPr>
          <a:xfrm>
            <a:off x="1934589" y="2513540"/>
            <a:ext cx="1125158" cy="10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Student scalar distribution</a:t>
            </a:r>
          </a:p>
        </p:txBody>
      </p:sp>
      <p:sp>
        <p:nvSpPr>
          <p:cNvPr id="46" name="diagram block">
            <a:extLst>
              <a:ext uri="{FF2B5EF4-FFF2-40B4-BE49-F238E27FC236}">
                <ns2:creationId id="{52E62871-AFF6-4AAB-822F-D9B8E181EDB8}"/>
              </a:ext>
            </a:extLst>
          </p:cNvPr>
          <p:cNvSpPr>
            <a:spLocks noGrp="1"/>
          </p:cNvSpPr>
          <p:nvPr/>
        </p:nvSpPr>
        <p:spPr>
          <a:xfrm>
            <a:off x="602980" y="2725153"/>
            <a:ext cx="1042577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47" name="native PowerPoint connector">
            <a:extLst>
              <a:ext uri="{FF2B5EF4-FFF2-40B4-BE49-F238E27FC236}">
                <ns2:creationId id="{ADD07C51-BEEE-4FF2-9493-813579704D18}"/>
              </a:ext>
            </a:extLst>
          </p:cNvPr>
          <p:cNvCxnSpPr/>
          <p:nvPr/>
        </p:nvCxnSpPr>
        <p:spPr>
          <a:xfrm flipH="0" flipV="0">
            <a:off x="602980" y="3017625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>
              <a:ext uri="{FF2B5EF4-FFF2-40B4-BE49-F238E27FC236}">
                <ns2:creationId id="{293A8C9E-0EE8-45EE-8215-6E798C30A60F}"/>
              </a:ext>
            </a:extLst>
          </p:cNvPr>
          <p:cNvSpPr>
            <a:spLocks noGrp="1"/>
          </p:cNvSpPr>
          <p:nvPr/>
        </p:nvSpPr>
        <p:spPr>
          <a:xfrm>
            <a:off x="427497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49" name="native PowerPoint connector">
            <a:extLst>
              <a:ext uri="{FF2B5EF4-FFF2-40B4-BE49-F238E27FC236}">
                <ns2:creationId id="{D4584FC0-7DBC-4F0C-9D10-87BF1239F5C9}"/>
              </a:ext>
            </a:extLst>
          </p:cNvPr>
          <p:cNvCxnSpPr/>
          <p:nvPr/>
        </p:nvCxnSpPr>
        <p:spPr>
          <a:xfrm flipH="0" flipV="0">
            <a:off x="602980" y="2871389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>
              <a:ext uri="{FF2B5EF4-FFF2-40B4-BE49-F238E27FC236}">
                <ns2:creationId id="{1C55B5F0-CEDB-47CD-B44B-DBBB086D47ED}"/>
              </a:ext>
            </a:extLst>
          </p:cNvPr>
          <p:cNvSpPr>
            <a:spLocks noGrp="1"/>
          </p:cNvSpPr>
          <p:nvPr/>
        </p:nvSpPr>
        <p:spPr>
          <a:xfrm>
            <a:off x="427497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51" name="native PowerPoint connector">
            <a:extLst>
              <a:ext uri="{FF2B5EF4-FFF2-40B4-BE49-F238E27FC236}">
                <ns2:creationId id="{65E33AD5-AD65-427E-814A-89B78E5139BE}"/>
              </a:ext>
            </a:extLst>
          </p:cNvPr>
          <p:cNvCxnSpPr/>
          <p:nvPr/>
        </p:nvCxnSpPr>
        <p:spPr>
          <a:xfrm flipH="0" flipV="0">
            <a:off x="602980" y="2725153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>
              <a:ext uri="{FF2B5EF4-FFF2-40B4-BE49-F238E27FC236}">
                <ns2:creationId id="{D508401C-7133-479F-BA07-3EE7CC47EA25}"/>
              </a:ext>
            </a:extLst>
          </p:cNvPr>
          <p:cNvSpPr>
            <a:spLocks noGrp="1"/>
          </p:cNvSpPr>
          <p:nvPr/>
        </p:nvSpPr>
        <p:spPr>
          <a:xfrm>
            <a:off x="427497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53" name="native PowerPoint connector">
            <a:extLst>
              <a:ext uri="{FF2B5EF4-FFF2-40B4-BE49-F238E27FC236}">
                <ns2:creationId id="{8F032BF3-1275-43EB-B3EC-742EBF81BF18}"/>
              </a:ext>
            </a:extLst>
          </p:cNvPr>
          <p:cNvCxnSpPr/>
          <p:nvPr/>
        </p:nvCxnSpPr>
        <p:spPr>
          <a:xfrm flipH="0" flipV="0">
            <a:off x="602980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>
              <a:ext uri="{FF2B5EF4-FFF2-40B4-BE49-F238E27FC236}">
                <ns2:creationId id="{A98689B9-90F5-4E89-9A82-C5143F8A6E96}"/>
              </a:ext>
            </a:extLst>
          </p:cNvPr>
          <p:cNvCxnSpPr/>
          <p:nvPr/>
        </p:nvCxnSpPr>
        <p:spPr>
          <a:xfrm flipH="0" flipV="0">
            <a:off x="602980" y="3163861"/>
            <a:ext cx="1042577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>
              <a:ext uri="{FF2B5EF4-FFF2-40B4-BE49-F238E27FC236}">
                <ns2:creationId id="{931EA1FF-634E-4EB0-B960-E6A995F28A05}"/>
              </a:ext>
            </a:extLst>
          </p:cNvPr>
          <p:cNvSpPr>
            <a:spLocks noGrp="1"/>
          </p:cNvSpPr>
          <p:nvPr/>
        </p:nvSpPr>
        <p:spPr>
          <a:xfrm>
            <a:off x="427497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56" name="diagram block">
            <a:extLst>
              <a:ext uri="{FF2B5EF4-FFF2-40B4-BE49-F238E27FC236}">
                <ns2:creationId id="{D1782DCB-DFCE-4A39-8A05-5887D79567AE}"/>
              </a:ext>
            </a:extLst>
          </p:cNvPr>
          <p:cNvSpPr>
            <a:spLocks noGrp="1"/>
          </p:cNvSpPr>
          <p:nvPr/>
        </p:nvSpPr>
        <p:spPr>
          <a:xfrm>
            <a:off x="610722" y="3161229"/>
            <a:ext cx="49677" cy="2632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7" name="native PowerPoint connector">
            <a:extLst>
              <a:ext uri="{FF2B5EF4-FFF2-40B4-BE49-F238E27FC236}">
                <ns2:creationId id="{B7208CCF-CC52-44A6-B379-5C9586502995}"/>
              </a:ext>
            </a:extLst>
          </p:cNvPr>
          <p:cNvCxnSpPr/>
          <p:nvPr/>
        </p:nvCxnSpPr>
        <p:spPr>
          <a:xfrm flipH="0" flipV="0">
            <a:off x="63556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>
              <a:ext uri="{FF2B5EF4-FFF2-40B4-BE49-F238E27FC236}">
                <ns2:creationId id="{02415AD1-A584-4814-97EF-462B130CA1DE}"/>
              </a:ext>
            </a:extLst>
          </p:cNvPr>
          <p:cNvSpPr>
            <a:spLocks noGrp="1"/>
          </p:cNvSpPr>
          <p:nvPr/>
        </p:nvSpPr>
        <p:spPr>
          <a:xfrm>
            <a:off x="675883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9" name="native PowerPoint connector">
            <a:extLst>
              <a:ext uri="{FF2B5EF4-FFF2-40B4-BE49-F238E27FC236}">
                <ns2:creationId id="{CC523B8F-ED77-49D9-815C-72CF560BB853}"/>
              </a:ext>
            </a:extLst>
          </p:cNvPr>
          <p:cNvCxnSpPr/>
          <p:nvPr/>
        </p:nvCxnSpPr>
        <p:spPr>
          <a:xfrm flipH="0" flipV="0">
            <a:off x="70072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>
              <a:ext uri="{FF2B5EF4-FFF2-40B4-BE49-F238E27FC236}">
                <ns2:creationId id="{8BBCB1D0-937D-478B-89B1-6EB95DF097CF}"/>
              </a:ext>
            </a:extLst>
          </p:cNvPr>
          <p:cNvSpPr>
            <a:spLocks noGrp="1"/>
          </p:cNvSpPr>
          <p:nvPr/>
        </p:nvSpPr>
        <p:spPr>
          <a:xfrm>
            <a:off x="741044" y="3151577"/>
            <a:ext cx="49677" cy="122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1" name="native PowerPoint connector">
            <a:extLst>
              <a:ext uri="{FF2B5EF4-FFF2-40B4-BE49-F238E27FC236}">
                <ns2:creationId id="{23C84CC5-3CE1-40A9-B5B3-C3C1140080B7}"/>
              </a:ext>
            </a:extLst>
          </p:cNvPr>
          <p:cNvCxnSpPr/>
          <p:nvPr/>
        </p:nvCxnSpPr>
        <p:spPr>
          <a:xfrm flipH="0" flipV="0">
            <a:off x="76588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>
              <a:ext uri="{FF2B5EF4-FFF2-40B4-BE49-F238E27FC236}">
                <ns2:creationId id="{57E67A68-127F-464B-9D80-78AA339B0C21}"/>
              </a:ext>
            </a:extLst>
          </p:cNvPr>
          <p:cNvSpPr>
            <a:spLocks noGrp="1"/>
          </p:cNvSpPr>
          <p:nvPr/>
        </p:nvSpPr>
        <p:spPr>
          <a:xfrm>
            <a:off x="806206" y="3139732"/>
            <a:ext cx="49677" cy="24129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3" name="native PowerPoint connector">
            <a:extLst>
              <a:ext uri="{FF2B5EF4-FFF2-40B4-BE49-F238E27FC236}">
                <ns2:creationId id="{9ACD3FED-9E7A-4B3C-869A-CF8376174B90}"/>
              </a:ext>
            </a:extLst>
          </p:cNvPr>
          <p:cNvCxnSpPr/>
          <p:nvPr/>
        </p:nvCxnSpPr>
        <p:spPr>
          <a:xfrm flipH="0" flipV="0">
            <a:off x="8310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>
              <a:ext uri="{FF2B5EF4-FFF2-40B4-BE49-F238E27FC236}">
                <ns2:creationId id="{C9F7D3E5-D9B4-401E-9F9C-56DF5AC1B491}"/>
              </a:ext>
            </a:extLst>
          </p:cNvPr>
          <p:cNvSpPr>
            <a:spLocks noGrp="1"/>
          </p:cNvSpPr>
          <p:nvPr/>
        </p:nvSpPr>
        <p:spPr>
          <a:xfrm>
            <a:off x="871367" y="3119990"/>
            <a:ext cx="49677" cy="43871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5" name="native PowerPoint connector">
            <a:extLst>
              <a:ext uri="{FF2B5EF4-FFF2-40B4-BE49-F238E27FC236}">
                <ns2:creationId id="{4AD13234-D4A5-48CE-9C49-770F8EF17525}"/>
              </a:ext>
            </a:extLst>
          </p:cNvPr>
          <p:cNvCxnSpPr/>
          <p:nvPr/>
        </p:nvCxnSpPr>
        <p:spPr>
          <a:xfrm flipH="0" flipV="0">
            <a:off x="8962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>
              <a:ext uri="{FF2B5EF4-FFF2-40B4-BE49-F238E27FC236}">
                <ns2:creationId id="{7BE6B2BB-355F-46D5-904D-8C617337E37A}"/>
              </a:ext>
            </a:extLst>
          </p:cNvPr>
          <p:cNvSpPr>
            <a:spLocks noGrp="1"/>
          </p:cNvSpPr>
          <p:nvPr/>
        </p:nvSpPr>
        <p:spPr>
          <a:xfrm>
            <a:off x="936528" y="3093668"/>
            <a:ext cx="49677" cy="70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7" name="native PowerPoint connector">
            <a:extLst>
              <a:ext uri="{FF2B5EF4-FFF2-40B4-BE49-F238E27FC236}">
                <ns2:creationId id="{1613A1A3-BDD8-42E1-AC85-1C3615EDF451}"/>
              </a:ext>
            </a:extLst>
          </p:cNvPr>
          <p:cNvCxnSpPr/>
          <p:nvPr/>
        </p:nvCxnSpPr>
        <p:spPr>
          <a:xfrm flipH="0" flipV="0">
            <a:off x="96136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>
              <a:ext uri="{FF2B5EF4-FFF2-40B4-BE49-F238E27FC236}">
                <ns2:creationId id="{0D3BFAA6-26E6-4DA9-9EAF-34FEA436CD8F}"/>
              </a:ext>
            </a:extLst>
          </p:cNvPr>
          <p:cNvSpPr>
            <a:spLocks noGrp="1"/>
          </p:cNvSpPr>
          <p:nvPr/>
        </p:nvSpPr>
        <p:spPr>
          <a:xfrm>
            <a:off x="1001689" y="3041023"/>
            <a:ext cx="49677" cy="122838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9" name="native PowerPoint connector">
            <a:extLst>
              <a:ext uri="{FF2B5EF4-FFF2-40B4-BE49-F238E27FC236}">
                <ns2:creationId id="{EA6F19F7-CE3F-4C6B-AB23-CFC16A6A05F2}"/>
              </a:ext>
            </a:extLst>
          </p:cNvPr>
          <p:cNvCxnSpPr/>
          <p:nvPr/>
        </p:nvCxnSpPr>
        <p:spPr>
          <a:xfrm flipH="0" flipV="0">
            <a:off x="102652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>
              <a:ext uri="{FF2B5EF4-FFF2-40B4-BE49-F238E27FC236}">
                <ns2:creationId id="{A01C1AA7-EFC3-4805-9DB6-2241DEB168FF}"/>
              </a:ext>
            </a:extLst>
          </p:cNvPr>
          <p:cNvSpPr>
            <a:spLocks noGrp="1"/>
          </p:cNvSpPr>
          <p:nvPr/>
        </p:nvSpPr>
        <p:spPr>
          <a:xfrm>
            <a:off x="1066850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1" name="native PowerPoint connector">
            <a:extLst>
              <a:ext uri="{FF2B5EF4-FFF2-40B4-BE49-F238E27FC236}">
                <ns2:creationId id="{A9E64A70-4CB4-4B53-B6EF-B684AEC960F5}"/>
              </a:ext>
            </a:extLst>
          </p:cNvPr>
          <p:cNvCxnSpPr/>
          <p:nvPr/>
        </p:nvCxnSpPr>
        <p:spPr>
          <a:xfrm flipH="0" flipV="0">
            <a:off x="109168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>
              <a:ext uri="{FF2B5EF4-FFF2-40B4-BE49-F238E27FC236}">
                <ns2:creationId id="{1D05F244-92A3-4B3B-A7DB-226049462045}"/>
              </a:ext>
            </a:extLst>
          </p:cNvPr>
          <p:cNvSpPr>
            <a:spLocks noGrp="1"/>
          </p:cNvSpPr>
          <p:nvPr/>
        </p:nvSpPr>
        <p:spPr>
          <a:xfrm>
            <a:off x="1132011" y="2856765"/>
            <a:ext cx="49677" cy="30709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3" name="native PowerPoint connector">
            <a:extLst>
              <a:ext uri="{FF2B5EF4-FFF2-40B4-BE49-F238E27FC236}">
                <ns2:creationId id="{81E82338-7632-4987-B95E-FE4415554681}"/>
              </a:ext>
            </a:extLst>
          </p:cNvPr>
          <p:cNvCxnSpPr/>
          <p:nvPr/>
        </p:nvCxnSpPr>
        <p:spPr>
          <a:xfrm flipH="0" flipV="0">
            <a:off x="115685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>
              <a:ext uri="{FF2B5EF4-FFF2-40B4-BE49-F238E27FC236}">
                <ns2:creationId id="{A89FBEBF-9DF1-422B-9B90-1AEB459EBFF0}"/>
              </a:ext>
            </a:extLst>
          </p:cNvPr>
          <p:cNvSpPr>
            <a:spLocks noGrp="1"/>
          </p:cNvSpPr>
          <p:nvPr/>
        </p:nvSpPr>
        <p:spPr>
          <a:xfrm>
            <a:off x="1197172" y="2773411"/>
            <a:ext cx="49677" cy="390450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5" name="native PowerPoint connector">
            <a:extLst>
              <a:ext uri="{FF2B5EF4-FFF2-40B4-BE49-F238E27FC236}">
                <ns2:creationId id="{2BC65C08-26C7-4267-8EB8-77C851B45985}"/>
              </a:ext>
            </a:extLst>
          </p:cNvPr>
          <p:cNvCxnSpPr/>
          <p:nvPr/>
        </p:nvCxnSpPr>
        <p:spPr>
          <a:xfrm flipH="0" flipV="0">
            <a:off x="122201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>
              <a:ext uri="{FF2B5EF4-FFF2-40B4-BE49-F238E27FC236}">
                <ns2:creationId id="{BB64617C-4540-4130-A06B-308C5F44115E}"/>
              </a:ext>
            </a:extLst>
          </p:cNvPr>
          <p:cNvSpPr>
            <a:spLocks noGrp="1"/>
          </p:cNvSpPr>
          <p:nvPr/>
        </p:nvSpPr>
        <p:spPr>
          <a:xfrm>
            <a:off x="1262333" y="2826056"/>
            <a:ext cx="49677" cy="337805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7" name="native PowerPoint connector">
            <a:extLst>
              <a:ext uri="{FF2B5EF4-FFF2-40B4-BE49-F238E27FC236}">
                <ns2:creationId id="{03359042-DFE6-4A83-AC4B-93A3138AD330}"/>
              </a:ext>
            </a:extLst>
          </p:cNvPr>
          <p:cNvCxnSpPr/>
          <p:nvPr/>
        </p:nvCxnSpPr>
        <p:spPr>
          <a:xfrm flipH="0" flipV="0">
            <a:off x="128717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>
              <a:ext uri="{FF2B5EF4-FFF2-40B4-BE49-F238E27FC236}">
                <ns2:creationId id="{C555442A-3EFA-4890-BE13-D3ADBB00994A}"/>
              </a:ext>
            </a:extLst>
          </p:cNvPr>
          <p:cNvSpPr>
            <a:spLocks noGrp="1"/>
          </p:cNvSpPr>
          <p:nvPr/>
        </p:nvSpPr>
        <p:spPr>
          <a:xfrm>
            <a:off x="1327494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9" name="native PowerPoint connector">
            <a:extLst>
              <a:ext uri="{FF2B5EF4-FFF2-40B4-BE49-F238E27FC236}">
                <ns2:creationId id="{0AE2A7F1-A010-47A2-A910-5CFE5C5AD11A}"/>
              </a:ext>
            </a:extLst>
          </p:cNvPr>
          <p:cNvCxnSpPr/>
          <p:nvPr/>
        </p:nvCxnSpPr>
        <p:spPr>
          <a:xfrm flipH="0" flipV="0">
            <a:off x="135233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>
              <a:ext uri="{FF2B5EF4-FFF2-40B4-BE49-F238E27FC236}">
                <ns2:creationId id="{62A279DE-416E-4DC7-9DBD-1D665634D3D3}"/>
              </a:ext>
            </a:extLst>
          </p:cNvPr>
          <p:cNvSpPr>
            <a:spLocks noGrp="1"/>
          </p:cNvSpPr>
          <p:nvPr/>
        </p:nvSpPr>
        <p:spPr>
          <a:xfrm>
            <a:off x="1392655" y="3067345"/>
            <a:ext cx="49677" cy="9651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1" name="native PowerPoint connector">
            <a:extLst>
              <a:ext uri="{FF2B5EF4-FFF2-40B4-BE49-F238E27FC236}">
                <ns2:creationId id="{080C5805-1BEB-49E6-ACC3-FA6559870CAE}"/>
              </a:ext>
            </a:extLst>
          </p:cNvPr>
          <p:cNvCxnSpPr/>
          <p:nvPr/>
        </p:nvCxnSpPr>
        <p:spPr>
          <a:xfrm flipH="0" flipV="0">
            <a:off x="141749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>
              <a:ext uri="{FF2B5EF4-FFF2-40B4-BE49-F238E27FC236}">
                <ns2:creationId id="{C950697A-10AC-458C-BD8E-8AE6BC746121}"/>
              </a:ext>
            </a:extLst>
          </p:cNvPr>
          <p:cNvSpPr>
            <a:spLocks noGrp="1"/>
          </p:cNvSpPr>
          <p:nvPr/>
        </p:nvSpPr>
        <p:spPr>
          <a:xfrm>
            <a:off x="1457816" y="3124377"/>
            <a:ext cx="49677" cy="394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3" name="native PowerPoint connector">
            <a:extLst>
              <a:ext uri="{FF2B5EF4-FFF2-40B4-BE49-F238E27FC236}">
                <ns2:creationId id="{4EA0EC9C-FE5A-4A32-B7F8-651199DB3FDF}"/>
              </a:ext>
            </a:extLst>
          </p:cNvPr>
          <p:cNvCxnSpPr/>
          <p:nvPr/>
        </p:nvCxnSpPr>
        <p:spPr>
          <a:xfrm flipH="0" flipV="0">
            <a:off x="148265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>
              <a:ext uri="{FF2B5EF4-FFF2-40B4-BE49-F238E27FC236}">
                <ns2:creationId id="{059DB505-35BC-4D90-BC3E-951726379F74}"/>
              </a:ext>
            </a:extLst>
          </p:cNvPr>
          <p:cNvSpPr>
            <a:spLocks noGrp="1"/>
          </p:cNvSpPr>
          <p:nvPr/>
        </p:nvSpPr>
        <p:spPr>
          <a:xfrm>
            <a:off x="1522977" y="3148067"/>
            <a:ext cx="49677" cy="157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5" name="native PowerPoint connector">
            <a:extLst>
              <a:ext uri="{FF2B5EF4-FFF2-40B4-BE49-F238E27FC236}">
                <ns2:creationId id="{E8388D6D-01EB-405D-9A1E-3F56FD416F24}"/>
              </a:ext>
            </a:extLst>
          </p:cNvPr>
          <p:cNvCxnSpPr/>
          <p:nvPr/>
        </p:nvCxnSpPr>
        <p:spPr>
          <a:xfrm flipH="0" flipV="0">
            <a:off x="154781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>
              <a:ext uri="{FF2B5EF4-FFF2-40B4-BE49-F238E27FC236}">
                <ns2:creationId id="{6416230D-0D0B-4C64-9A69-96E47EDA2A66}"/>
              </a:ext>
            </a:extLst>
          </p:cNvPr>
          <p:cNvSpPr>
            <a:spLocks noGrp="1"/>
          </p:cNvSpPr>
          <p:nvPr/>
        </p:nvSpPr>
        <p:spPr>
          <a:xfrm>
            <a:off x="1588139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7" name="native PowerPoint connector">
            <a:extLst>
              <a:ext uri="{FF2B5EF4-FFF2-40B4-BE49-F238E27FC236}">
                <ns2:creationId id="{CAF3751E-20BB-4C6C-8DFA-D548ACC2B5B6}"/>
              </a:ext>
            </a:extLst>
          </p:cNvPr>
          <p:cNvCxnSpPr/>
          <p:nvPr/>
        </p:nvCxnSpPr>
        <p:spPr>
          <a:xfrm flipH="0" flipV="0">
            <a:off x="161297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>
              <a:ext uri="{FF2B5EF4-FFF2-40B4-BE49-F238E27FC236}">
                <ns2:creationId id="{F59CDB0D-B78A-4B6F-AA2F-45E78489B5CF}"/>
              </a:ext>
            </a:extLst>
          </p:cNvPr>
          <p:cNvSpPr>
            <a:spLocks noGrp="1"/>
          </p:cNvSpPr>
          <p:nvPr/>
        </p:nvSpPr>
        <p:spPr>
          <a:xfrm>
            <a:off x="577174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9" name="4">
            <a:extLst>
              <a:ext uri="{FF2B5EF4-FFF2-40B4-BE49-F238E27FC236}">
                <ns2:creationId id="{CEC47E62-58BF-4A4A-8BA2-19EEB7D9E19D}"/>
              </a:ext>
            </a:extLst>
          </p:cNvPr>
          <p:cNvSpPr>
            <a:spLocks noGrp="1"/>
          </p:cNvSpPr>
          <p:nvPr/>
        </p:nvSpPr>
        <p:spPr>
          <a:xfrm>
            <a:off x="7726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0" name="8">
            <a:extLst>
              <a:ext uri="{FF2B5EF4-FFF2-40B4-BE49-F238E27FC236}">
                <ns2:creationId id="{35125D92-7057-43F6-9196-803A9EBE421C}"/>
              </a:ext>
            </a:extLst>
          </p:cNvPr>
          <p:cNvSpPr>
            <a:spLocks noGrp="1"/>
          </p:cNvSpPr>
          <p:nvPr/>
        </p:nvSpPr>
        <p:spPr>
          <a:xfrm>
            <a:off x="1033302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1" name="12">
            <a:extLst>
              <a:ext uri="{FF2B5EF4-FFF2-40B4-BE49-F238E27FC236}">
                <ns2:creationId id="{3EDDB9EF-D0AE-44ED-96DC-3E0105E413C2}"/>
              </a:ext>
            </a:extLst>
          </p:cNvPr>
          <p:cNvSpPr>
            <a:spLocks noGrp="1"/>
          </p:cNvSpPr>
          <p:nvPr/>
        </p:nvSpPr>
        <p:spPr>
          <a:xfrm>
            <a:off x="1293946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92" name="16">
            <a:extLst>
              <a:ext uri="{FF2B5EF4-FFF2-40B4-BE49-F238E27FC236}">
                <ns2:creationId id="{3FDAFD5B-A0C5-4D42-978E-9AF1AD61A68E}"/>
              </a:ext>
            </a:extLst>
          </p:cNvPr>
          <p:cNvSpPr>
            <a:spLocks noGrp="1"/>
          </p:cNvSpPr>
          <p:nvPr/>
        </p:nvSpPr>
        <p:spPr>
          <a:xfrm>
            <a:off x="1554590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93" name="Bin index">
            <a:extLst>
              <a:ext uri="{FF2B5EF4-FFF2-40B4-BE49-F238E27FC236}">
                <ns2:creationId id="{D565563D-DB10-481A-8E6D-8642A0806B54}"/>
              </a:ext>
            </a:extLst>
          </p:cNvPr>
          <p:cNvSpPr>
            <a:spLocks noGrp="1"/>
          </p:cNvSpPr>
          <p:nvPr/>
        </p:nvSpPr>
        <p:spPr>
          <a:xfrm>
            <a:off x="835238" y="3323860"/>
            <a:ext cx="603869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94" name="Probability">
            <a:extLst>
              <a:ext uri="{FF2B5EF4-FFF2-40B4-BE49-F238E27FC236}">
                <ns2:creationId id="{B29A8C57-44C5-421D-BA9C-73A06ED67FEB}"/>
              </a:ext>
            </a:extLst>
          </p:cNvPr>
          <p:cNvSpPr>
            <a:spLocks noGrp="1"/>
          </p:cNvSpPr>
          <p:nvPr/>
        </p:nvSpPr>
        <p:spPr>
          <a:xfrm rot="16200000">
            <a:off x="102337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95" name="diagram block">
            <a:extLst>
              <a:ext uri="{FF2B5EF4-FFF2-40B4-BE49-F238E27FC236}">
                <ns2:creationId id="{7E05041E-3433-4AB0-8637-8E005845351F}"/>
              </a:ext>
            </a:extLst>
          </p:cNvPr>
          <p:cNvSpPr>
            <a:spLocks noGrp="1"/>
          </p:cNvSpPr>
          <p:nvPr/>
        </p:nvSpPr>
        <p:spPr>
          <a:xfrm>
            <a:off x="2001686" y="2725153"/>
            <a:ext cx="1037416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96" name="native PowerPoint connector">
            <a:extLst>
              <a:ext uri="{FF2B5EF4-FFF2-40B4-BE49-F238E27FC236}">
                <ns2:creationId id="{D0E9F986-A0DF-45BE-8F16-2DF36CF4171E}"/>
              </a:ext>
            </a:extLst>
          </p:cNvPr>
          <p:cNvCxnSpPr/>
          <p:nvPr/>
        </p:nvCxnSpPr>
        <p:spPr>
          <a:xfrm flipH="0" flipV="0">
            <a:off x="2001686" y="3017625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>
              <a:ext uri="{FF2B5EF4-FFF2-40B4-BE49-F238E27FC236}">
                <ns2:creationId id="{D11B13B1-AC92-41E6-8790-5F2EE7288B53}"/>
              </a:ext>
            </a:extLst>
          </p:cNvPr>
          <p:cNvSpPr>
            <a:spLocks noGrp="1"/>
          </p:cNvSpPr>
          <p:nvPr/>
        </p:nvSpPr>
        <p:spPr>
          <a:xfrm>
            <a:off x="1826202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98" name="native PowerPoint connector">
            <a:extLst>
              <a:ext uri="{FF2B5EF4-FFF2-40B4-BE49-F238E27FC236}">
                <ns2:creationId id="{00F99049-9B2F-4C45-AB30-8F5BA59181E1}"/>
              </a:ext>
            </a:extLst>
          </p:cNvPr>
          <p:cNvCxnSpPr/>
          <p:nvPr/>
        </p:nvCxnSpPr>
        <p:spPr>
          <a:xfrm flipH="0" flipV="0">
            <a:off x="2001686" y="2871389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>
              <a:ext uri="{FF2B5EF4-FFF2-40B4-BE49-F238E27FC236}">
                <ns2:creationId id="{0018FEAC-F170-4245-A951-9DC6F8E260DC}"/>
              </a:ext>
            </a:extLst>
          </p:cNvPr>
          <p:cNvSpPr>
            <a:spLocks noGrp="1"/>
          </p:cNvSpPr>
          <p:nvPr/>
        </p:nvSpPr>
        <p:spPr>
          <a:xfrm>
            <a:off x="1826202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100" name="native PowerPoint connector">
            <a:extLst>
              <a:ext uri="{FF2B5EF4-FFF2-40B4-BE49-F238E27FC236}">
                <ns2:creationId id="{CC8AF886-2362-453D-ABE3-39A6BC162125}"/>
              </a:ext>
            </a:extLst>
          </p:cNvPr>
          <p:cNvCxnSpPr/>
          <p:nvPr/>
        </p:nvCxnSpPr>
        <p:spPr>
          <a:xfrm flipH="0" flipV="0">
            <a:off x="2001686" y="2725153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>
              <a:ext uri="{FF2B5EF4-FFF2-40B4-BE49-F238E27FC236}">
                <ns2:creationId id="{4E6773FB-5AA8-4F3F-AC9E-CDD6C94F7C7E}"/>
              </a:ext>
            </a:extLst>
          </p:cNvPr>
          <p:cNvSpPr>
            <a:spLocks noGrp="1"/>
          </p:cNvSpPr>
          <p:nvPr/>
        </p:nvSpPr>
        <p:spPr>
          <a:xfrm>
            <a:off x="1826202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102" name="native PowerPoint connector">
            <a:extLst>
              <a:ext uri="{FF2B5EF4-FFF2-40B4-BE49-F238E27FC236}">
                <ns2:creationId id="{234E6DDB-2341-4AC1-912D-653DA5C83B98}"/>
              </a:ext>
            </a:extLst>
          </p:cNvPr>
          <p:cNvCxnSpPr/>
          <p:nvPr/>
        </p:nvCxnSpPr>
        <p:spPr>
          <a:xfrm flipH="0" flipV="0">
            <a:off x="2001686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>
              <a:ext uri="{FF2B5EF4-FFF2-40B4-BE49-F238E27FC236}">
                <ns2:creationId id="{0FCF8F40-A44D-40C3-A35A-1C3040D3B986}"/>
              </a:ext>
            </a:extLst>
          </p:cNvPr>
          <p:cNvCxnSpPr/>
          <p:nvPr/>
        </p:nvCxnSpPr>
        <p:spPr>
          <a:xfrm flipH="0" flipV="0">
            <a:off x="2001686" y="3163861"/>
            <a:ext cx="1037416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>
              <a:ext uri="{FF2B5EF4-FFF2-40B4-BE49-F238E27FC236}">
                <ns2:creationId id="{6E03F014-C94A-4E38-AB1D-628EE6508548}"/>
              </a:ext>
            </a:extLst>
          </p:cNvPr>
          <p:cNvSpPr>
            <a:spLocks noGrp="1"/>
          </p:cNvSpPr>
          <p:nvPr/>
        </p:nvSpPr>
        <p:spPr>
          <a:xfrm>
            <a:off x="1826202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105" name="diagram block">
            <a:extLst>
              <a:ext uri="{FF2B5EF4-FFF2-40B4-BE49-F238E27FC236}">
                <ns2:creationId id="{0F6ECA74-B0EA-4715-A49C-DE0BBDBD9197}"/>
              </a:ext>
            </a:extLst>
          </p:cNvPr>
          <p:cNvSpPr>
            <a:spLocks noGrp="1"/>
          </p:cNvSpPr>
          <p:nvPr/>
        </p:nvSpPr>
        <p:spPr>
          <a:xfrm>
            <a:off x="2009427" y="3160790"/>
            <a:ext cx="49355" cy="307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6" name="native PowerPoint connector">
            <a:extLst>
              <a:ext uri="{FF2B5EF4-FFF2-40B4-BE49-F238E27FC236}">
                <ns2:creationId id="{5F6EE8F2-8585-4828-A327-CF60C610B06B}"/>
              </a:ext>
            </a:extLst>
          </p:cNvPr>
          <p:cNvCxnSpPr/>
          <p:nvPr/>
        </p:nvCxnSpPr>
        <p:spPr>
          <a:xfrm flipH="0" flipV="0">
            <a:off x="20341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>
              <a:ext uri="{FF2B5EF4-FFF2-40B4-BE49-F238E27FC236}">
                <ns2:creationId id="{5C4F21F4-2DC2-42A3-A65A-827BA1F2981F}"/>
              </a:ext>
            </a:extLst>
          </p:cNvPr>
          <p:cNvSpPr>
            <a:spLocks noGrp="1"/>
          </p:cNvSpPr>
          <p:nvPr/>
        </p:nvSpPr>
        <p:spPr>
          <a:xfrm>
            <a:off x="2074266" y="3155964"/>
            <a:ext cx="49355" cy="78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8" name="native PowerPoint connector">
            <a:extLst>
              <a:ext uri="{FF2B5EF4-FFF2-40B4-BE49-F238E27FC236}">
                <ns2:creationId id="{DA46FB90-DEC9-4211-801D-21280D929712}"/>
              </a:ext>
            </a:extLst>
          </p:cNvPr>
          <p:cNvCxnSpPr/>
          <p:nvPr/>
        </p:nvCxnSpPr>
        <p:spPr>
          <a:xfrm flipH="0" flipV="0">
            <a:off x="209894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>
              <a:ext uri="{FF2B5EF4-FFF2-40B4-BE49-F238E27FC236}">
                <ns2:creationId id="{9358551B-60F8-497A-9FE9-45BA22DB79C6}"/>
              </a:ext>
            </a:extLst>
          </p:cNvPr>
          <p:cNvSpPr>
            <a:spLocks noGrp="1"/>
          </p:cNvSpPr>
          <p:nvPr/>
        </p:nvSpPr>
        <p:spPr>
          <a:xfrm>
            <a:off x="2139105" y="3145435"/>
            <a:ext cx="49355" cy="18426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0" name="native PowerPoint connector">
            <a:extLst>
              <a:ext uri="{FF2B5EF4-FFF2-40B4-BE49-F238E27FC236}">
                <ns2:creationId id="{94EAE91B-71CB-4747-BDB4-8860A3E91429}"/>
              </a:ext>
            </a:extLst>
          </p:cNvPr>
          <p:cNvCxnSpPr/>
          <p:nvPr/>
        </p:nvCxnSpPr>
        <p:spPr>
          <a:xfrm flipH="0" flipV="0">
            <a:off x="21637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>
              <a:ext uri="{FF2B5EF4-FFF2-40B4-BE49-F238E27FC236}">
                <ns2:creationId id="{D7698F18-FDBC-4B9D-8898-76DA495CEDD7}"/>
              </a:ext>
            </a:extLst>
          </p:cNvPr>
          <p:cNvSpPr>
            <a:spLocks noGrp="1"/>
          </p:cNvSpPr>
          <p:nvPr/>
        </p:nvSpPr>
        <p:spPr>
          <a:xfrm>
            <a:off x="2203943" y="3124377"/>
            <a:ext cx="49355" cy="39484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2" name="native PowerPoint connector">
            <a:extLst>
              <a:ext uri="{FF2B5EF4-FFF2-40B4-BE49-F238E27FC236}">
                <ns2:creationId id="{A5A99672-14DB-4080-AAD6-29E1727D73B8}"/>
              </a:ext>
            </a:extLst>
          </p:cNvPr>
          <p:cNvCxnSpPr/>
          <p:nvPr/>
        </p:nvCxnSpPr>
        <p:spPr>
          <a:xfrm flipH="0" flipV="0">
            <a:off x="222862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>
              <a:ext uri="{FF2B5EF4-FFF2-40B4-BE49-F238E27FC236}">
                <ns2:creationId id="{64A6A7AF-FF0D-490C-9DE7-C2FF6ABDA32B}"/>
              </a:ext>
            </a:extLst>
          </p:cNvPr>
          <p:cNvSpPr>
            <a:spLocks noGrp="1"/>
          </p:cNvSpPr>
          <p:nvPr/>
        </p:nvSpPr>
        <p:spPr>
          <a:xfrm>
            <a:off x="2268782" y="3084893"/>
            <a:ext cx="49355" cy="7896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4" name="native PowerPoint connector">
            <a:extLst>
              <a:ext uri="{FF2B5EF4-FFF2-40B4-BE49-F238E27FC236}">
                <ns2:creationId id="{35C4E0C3-9954-41F8-B021-4AD59881B69B}"/>
              </a:ext>
            </a:extLst>
          </p:cNvPr>
          <p:cNvCxnSpPr/>
          <p:nvPr/>
        </p:nvCxnSpPr>
        <p:spPr>
          <a:xfrm flipH="0" flipV="0">
            <a:off x="2293459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>
              <a:ext uri="{FF2B5EF4-FFF2-40B4-BE49-F238E27FC236}">
                <ns2:creationId id="{4B356993-1051-4948-A1C5-348287F35B3F}"/>
              </a:ext>
            </a:extLst>
          </p:cNvPr>
          <p:cNvSpPr>
            <a:spLocks noGrp="1"/>
          </p:cNvSpPr>
          <p:nvPr/>
        </p:nvSpPr>
        <p:spPr>
          <a:xfrm>
            <a:off x="2333620" y="3010313"/>
            <a:ext cx="49355" cy="153548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6" name="native PowerPoint connector">
            <a:extLst>
              <a:ext uri="{FF2B5EF4-FFF2-40B4-BE49-F238E27FC236}">
                <ns2:creationId id="{4FB4BEE1-DE2C-4664-BCDF-0FF9EB09D28E}"/>
              </a:ext>
            </a:extLst>
          </p:cNvPr>
          <p:cNvCxnSpPr/>
          <p:nvPr/>
        </p:nvCxnSpPr>
        <p:spPr>
          <a:xfrm flipH="0" flipV="0">
            <a:off x="235829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>
              <a:ext uri="{FF2B5EF4-FFF2-40B4-BE49-F238E27FC236}">
                <ns2:creationId id="{481FAA51-6F84-4C90-997E-10FF2539C019}"/>
              </a:ext>
            </a:extLst>
          </p:cNvPr>
          <p:cNvSpPr>
            <a:spLocks noGrp="1"/>
          </p:cNvSpPr>
          <p:nvPr/>
        </p:nvSpPr>
        <p:spPr>
          <a:xfrm>
            <a:off x="2398459" y="2900636"/>
            <a:ext cx="49355" cy="263225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8" name="native PowerPoint connector">
            <a:extLst>
              <a:ext uri="{FF2B5EF4-FFF2-40B4-BE49-F238E27FC236}">
                <ns2:creationId id="{C45A5D43-2B65-48BA-862E-6C1844A3F6EC}"/>
              </a:ext>
            </a:extLst>
          </p:cNvPr>
          <p:cNvCxnSpPr/>
          <p:nvPr/>
        </p:nvCxnSpPr>
        <p:spPr>
          <a:xfrm flipH="0" flipV="0">
            <a:off x="242313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>
              <a:ext uri="{FF2B5EF4-FFF2-40B4-BE49-F238E27FC236}">
                <ns2:creationId id="{90E1023D-DF4E-4B92-B560-F7D0C68E051E}"/>
              </a:ext>
            </a:extLst>
          </p:cNvPr>
          <p:cNvSpPr>
            <a:spLocks noGrp="1"/>
          </p:cNvSpPr>
          <p:nvPr/>
        </p:nvSpPr>
        <p:spPr>
          <a:xfrm>
            <a:off x="2463297" y="2804120"/>
            <a:ext cx="49355" cy="35974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0" name="native PowerPoint connector">
            <a:extLst>
              <a:ext uri="{FF2B5EF4-FFF2-40B4-BE49-F238E27FC236}">
                <ns2:creationId id="{A137E755-BFC7-4594-9E1B-A271DF1DDC8F}"/>
              </a:ext>
            </a:extLst>
          </p:cNvPr>
          <p:cNvCxnSpPr/>
          <p:nvPr/>
        </p:nvCxnSpPr>
        <p:spPr>
          <a:xfrm flipH="0" flipV="0">
            <a:off x="248797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>
              <a:ext uri="{FF2B5EF4-FFF2-40B4-BE49-F238E27FC236}">
                <ns2:creationId id="{85BC5E09-A7AD-4824-93CC-B971BA6A712A}"/>
              </a:ext>
            </a:extLst>
          </p:cNvPr>
          <p:cNvSpPr>
            <a:spLocks noGrp="1"/>
          </p:cNvSpPr>
          <p:nvPr/>
        </p:nvSpPr>
        <p:spPr>
          <a:xfrm>
            <a:off x="2528136" y="2777798"/>
            <a:ext cx="49355" cy="386063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2" name="native PowerPoint connector">
            <a:extLst>
              <a:ext uri="{FF2B5EF4-FFF2-40B4-BE49-F238E27FC236}">
                <ns2:creationId id="{EDC89302-D016-4BFC-AD7E-8044A483A216}"/>
              </a:ext>
            </a:extLst>
          </p:cNvPr>
          <p:cNvCxnSpPr/>
          <p:nvPr/>
        </p:nvCxnSpPr>
        <p:spPr>
          <a:xfrm flipH="0" flipV="0">
            <a:off x="255281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>
              <a:ext uri="{FF2B5EF4-FFF2-40B4-BE49-F238E27FC236}">
                <ns2:creationId id="{8E0C7553-04C1-4EC8-8740-73A5BC37DF62}"/>
              </a:ext>
            </a:extLst>
          </p:cNvPr>
          <p:cNvSpPr>
            <a:spLocks noGrp="1"/>
          </p:cNvSpPr>
          <p:nvPr/>
        </p:nvSpPr>
        <p:spPr>
          <a:xfrm>
            <a:off x="2592974" y="2878701"/>
            <a:ext cx="49355" cy="28516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4" name="native PowerPoint connector">
            <a:extLst>
              <a:ext uri="{FF2B5EF4-FFF2-40B4-BE49-F238E27FC236}">
                <ns2:creationId id="{C509827E-84AE-4563-A922-A4EB36BE8356}"/>
              </a:ext>
            </a:extLst>
          </p:cNvPr>
          <p:cNvCxnSpPr/>
          <p:nvPr/>
        </p:nvCxnSpPr>
        <p:spPr>
          <a:xfrm flipH="0" flipV="0">
            <a:off x="261765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>
              <a:ext uri="{FF2B5EF4-FFF2-40B4-BE49-F238E27FC236}">
                <ns2:creationId id="{6E76134F-B449-4BE7-8019-DA64347BD370}"/>
              </a:ext>
            </a:extLst>
          </p:cNvPr>
          <p:cNvSpPr>
            <a:spLocks noGrp="1"/>
          </p:cNvSpPr>
          <p:nvPr/>
        </p:nvSpPr>
        <p:spPr>
          <a:xfrm>
            <a:off x="2657813" y="3001539"/>
            <a:ext cx="49355" cy="16232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6" name="native PowerPoint connector">
            <a:extLst>
              <a:ext uri="{FF2B5EF4-FFF2-40B4-BE49-F238E27FC236}">
                <ns2:creationId id="{3B08BEC6-25ED-4205-82F6-26E2A1632A0F}"/>
              </a:ext>
            </a:extLst>
          </p:cNvPr>
          <p:cNvCxnSpPr/>
          <p:nvPr/>
        </p:nvCxnSpPr>
        <p:spPr>
          <a:xfrm flipH="0" flipV="0">
            <a:off x="268249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>
              <a:ext uri="{FF2B5EF4-FFF2-40B4-BE49-F238E27FC236}">
                <ns2:creationId id="{6B92C906-D457-43AB-942C-4B58FD573D4B}"/>
              </a:ext>
            </a:extLst>
          </p:cNvPr>
          <p:cNvSpPr>
            <a:spLocks noGrp="1"/>
          </p:cNvSpPr>
          <p:nvPr/>
        </p:nvSpPr>
        <p:spPr>
          <a:xfrm>
            <a:off x="2722651" y="3089281"/>
            <a:ext cx="49355" cy="7458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8" name="native PowerPoint connector">
            <a:extLst>
              <a:ext uri="{FF2B5EF4-FFF2-40B4-BE49-F238E27FC236}">
                <ns2:creationId id="{55A95700-C744-4884-8E38-2B6B1FA10857}"/>
              </a:ext>
            </a:extLst>
          </p:cNvPr>
          <p:cNvCxnSpPr/>
          <p:nvPr/>
        </p:nvCxnSpPr>
        <p:spPr>
          <a:xfrm flipH="0" flipV="0">
            <a:off x="274732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>
              <a:ext uri="{FF2B5EF4-FFF2-40B4-BE49-F238E27FC236}">
                <ns2:creationId id="{3E2F3BC2-642A-4EDB-B267-7D04018566E2}"/>
              </a:ext>
            </a:extLst>
          </p:cNvPr>
          <p:cNvSpPr>
            <a:spLocks noGrp="1"/>
          </p:cNvSpPr>
          <p:nvPr/>
        </p:nvSpPr>
        <p:spPr>
          <a:xfrm>
            <a:off x="2787490" y="3128764"/>
            <a:ext cx="49355" cy="350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0" name="native PowerPoint connector">
            <a:extLst>
              <a:ext uri="{FF2B5EF4-FFF2-40B4-BE49-F238E27FC236}">
                <ns2:creationId id="{6F7182E7-AA0D-4845-81D5-1CE0B5F64F07}"/>
              </a:ext>
            </a:extLst>
          </p:cNvPr>
          <p:cNvCxnSpPr/>
          <p:nvPr/>
        </p:nvCxnSpPr>
        <p:spPr>
          <a:xfrm flipH="0" flipV="0">
            <a:off x="281216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>
              <a:ext uri="{FF2B5EF4-FFF2-40B4-BE49-F238E27FC236}">
                <ns2:creationId id="{DA0B832D-CF61-484B-A41E-C525B9049EAC}"/>
              </a:ext>
            </a:extLst>
          </p:cNvPr>
          <p:cNvSpPr>
            <a:spLocks noGrp="1"/>
          </p:cNvSpPr>
          <p:nvPr/>
        </p:nvSpPr>
        <p:spPr>
          <a:xfrm>
            <a:off x="2852328" y="3149384"/>
            <a:ext cx="49355" cy="1447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2" name="native PowerPoint connector">
            <a:extLst>
              <a:ext uri="{FF2B5EF4-FFF2-40B4-BE49-F238E27FC236}">
                <ns2:creationId id="{3384E811-5B23-4E7D-821C-5F3DE9BB0885}"/>
              </a:ext>
            </a:extLst>
          </p:cNvPr>
          <p:cNvCxnSpPr/>
          <p:nvPr/>
        </p:nvCxnSpPr>
        <p:spPr>
          <a:xfrm flipH="0" flipV="0">
            <a:off x="28770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>
              <a:ext uri="{FF2B5EF4-FFF2-40B4-BE49-F238E27FC236}">
                <ns2:creationId id="{AA51F79A-3540-4512-9B4F-D9E96B66992D}"/>
              </a:ext>
            </a:extLst>
          </p:cNvPr>
          <p:cNvSpPr>
            <a:spLocks noGrp="1"/>
          </p:cNvSpPr>
          <p:nvPr/>
        </p:nvSpPr>
        <p:spPr>
          <a:xfrm>
            <a:off x="2917167" y="3157719"/>
            <a:ext cx="49355" cy="614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4" name="native PowerPoint connector">
            <a:extLst>
              <a:ext uri="{FF2B5EF4-FFF2-40B4-BE49-F238E27FC236}">
                <ns2:creationId id="{54B8DB65-56F7-4AEE-9F3E-57FF950A4397}"/>
              </a:ext>
            </a:extLst>
          </p:cNvPr>
          <p:cNvCxnSpPr/>
          <p:nvPr/>
        </p:nvCxnSpPr>
        <p:spPr>
          <a:xfrm flipH="0" flipV="0">
            <a:off x="29418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>
              <a:ext uri="{FF2B5EF4-FFF2-40B4-BE49-F238E27FC236}">
                <ns2:creationId id="{33FDD111-996F-4163-A4C2-93AEC0B5FB78}"/>
              </a:ext>
            </a:extLst>
          </p:cNvPr>
          <p:cNvSpPr>
            <a:spLocks noGrp="1"/>
          </p:cNvSpPr>
          <p:nvPr/>
        </p:nvSpPr>
        <p:spPr>
          <a:xfrm>
            <a:off x="2982005" y="3161229"/>
            <a:ext cx="49355" cy="263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6" name="native PowerPoint connector">
            <a:extLst>
              <a:ext uri="{FF2B5EF4-FFF2-40B4-BE49-F238E27FC236}">
                <ns2:creationId id="{3E746A04-2FFF-446B-960E-8167238B7A9C}"/>
              </a:ext>
            </a:extLst>
          </p:cNvPr>
          <p:cNvCxnSpPr/>
          <p:nvPr/>
        </p:nvCxnSpPr>
        <p:spPr>
          <a:xfrm flipH="0" flipV="0">
            <a:off x="30066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>
              <a:ext uri="{FF2B5EF4-FFF2-40B4-BE49-F238E27FC236}">
                <ns2:creationId id="{737835CE-3483-4685-845E-D17E05205D30}"/>
              </a:ext>
            </a:extLst>
          </p:cNvPr>
          <p:cNvSpPr>
            <a:spLocks noGrp="1"/>
          </p:cNvSpPr>
          <p:nvPr/>
        </p:nvSpPr>
        <p:spPr>
          <a:xfrm>
            <a:off x="197587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8" name="4">
            <a:extLst>
              <a:ext uri="{FF2B5EF4-FFF2-40B4-BE49-F238E27FC236}">
                <ns2:creationId id="{9124C1FF-CB4F-4001-A39F-DE6CD2423BCB}"/>
              </a:ext>
            </a:extLst>
          </p:cNvPr>
          <p:cNvSpPr>
            <a:spLocks noGrp="1"/>
          </p:cNvSpPr>
          <p:nvPr/>
        </p:nvSpPr>
        <p:spPr>
          <a:xfrm>
            <a:off x="2170395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9" name="8">
            <a:extLst>
              <a:ext uri="{FF2B5EF4-FFF2-40B4-BE49-F238E27FC236}">
                <ns2:creationId id="{D0B616AA-2360-4331-A86C-EB915583E881}"/>
              </a:ext>
            </a:extLst>
          </p:cNvPr>
          <p:cNvSpPr>
            <a:spLocks noGrp="1"/>
          </p:cNvSpPr>
          <p:nvPr/>
        </p:nvSpPr>
        <p:spPr>
          <a:xfrm>
            <a:off x="242974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40" name="12">
            <a:extLst>
              <a:ext uri="{FF2B5EF4-FFF2-40B4-BE49-F238E27FC236}">
                <ns2:creationId id="{F5DDDCBA-CC0F-4882-96D0-1EB8CA1F854B}"/>
              </a:ext>
            </a:extLst>
          </p:cNvPr>
          <p:cNvSpPr>
            <a:spLocks noGrp="1"/>
          </p:cNvSpPr>
          <p:nvPr/>
        </p:nvSpPr>
        <p:spPr>
          <a:xfrm>
            <a:off x="2689103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141" name="16">
            <a:extLst>
              <a:ext uri="{FF2B5EF4-FFF2-40B4-BE49-F238E27FC236}">
                <ns2:creationId id="{3FF1954E-A8CE-412F-99B9-670CA67F2D18}"/>
              </a:ext>
            </a:extLst>
          </p:cNvPr>
          <p:cNvSpPr>
            <a:spLocks noGrp="1"/>
          </p:cNvSpPr>
          <p:nvPr/>
        </p:nvSpPr>
        <p:spPr>
          <a:xfrm>
            <a:off x="29484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42" name="Bin index">
            <a:extLst>
              <a:ext uri="{FF2B5EF4-FFF2-40B4-BE49-F238E27FC236}">
                <ns2:creationId id="{9ECB6D40-2ADC-4E1A-B19F-0566B333CE81}"/>
              </a:ext>
            </a:extLst>
          </p:cNvPr>
          <p:cNvSpPr>
            <a:spLocks noGrp="1"/>
          </p:cNvSpPr>
          <p:nvPr/>
        </p:nvSpPr>
        <p:spPr>
          <a:xfrm>
            <a:off x="2233943" y="3323860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143" name="Probability">
            <a:extLst>
              <a:ext uri="{FF2B5EF4-FFF2-40B4-BE49-F238E27FC236}">
                <ns2:creationId id="{F12C4EE1-27EF-4CAF-97FA-FA641FE4A035}"/>
              </a:ext>
            </a:extLst>
          </p:cNvPr>
          <p:cNvSpPr>
            <a:spLocks noGrp="1"/>
          </p:cNvSpPr>
          <p:nvPr/>
        </p:nvSpPr>
        <p:spPr>
          <a:xfrm rot="16200000">
            <a:off x="1501042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144" name="diagram block">
            <a:extLst>
              <a:ext uri="{FF2B5EF4-FFF2-40B4-BE49-F238E27FC236}">
                <ns2:creationId id="{EFE7E1A7-9899-49B0-8490-4BD5D8B5C8E0}"/>
              </a:ext>
            </a:extLst>
          </p:cNvPr>
          <p:cNvSpPr>
            <a:spLocks noGrp="1"/>
          </p:cNvSpPr>
          <p:nvPr/>
        </p:nvSpPr>
        <p:spPr>
          <a:xfrm>
            <a:off x="499755" y="3458054"/>
            <a:ext cx="2461928" cy="216774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A8098"/>
            </a:solidFill>
            <a:prstDash val="solid"/>
          </a:ln>
        </p:spPr>
      </p:sp>
      <p:sp>
        <p:nvSpPr>
          <p:cNvPr id="145" name="L_bin = mean KL(p(z) || p(ẑ))">
            <a:extLst>
              <a:ext uri="{FF2B5EF4-FFF2-40B4-BE49-F238E27FC236}">
                <ns2:creationId id="{86A9A396-A304-4BBE-A5AB-9B3051CBC060}"/>
              </a:ext>
            </a:extLst>
          </p:cNvPr>
          <p:cNvSpPr>
            <a:spLocks noGrp="1"/>
          </p:cNvSpPr>
          <p:nvPr/>
        </p:nvSpPr>
        <p:spPr>
          <a:xfrm>
            <a:off x="613303" y="3504505"/>
            <a:ext cx="224515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121"/>
          </a:bodyPr>
          <a:lstStyle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bin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(p(z) || p(ẑ))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085FB660-9682-4AE4-B404-47062EF24E4C}"/>
              </a:ext>
            </a:extLst>
          </p:cNvPr>
          <p:cNvSpPr>
            <a:spLocks noGrp="1"/>
          </p:cNvSpPr>
          <p:nvPr/>
        </p:nvSpPr>
        <p:spPr>
          <a:xfrm>
            <a:off x="355239" y="3731601"/>
            <a:ext cx="2725153" cy="159999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2DDF7"/>
            </a:solidFill>
            <a:prstDash val="solid"/>
          </a:ln>
        </p:spPr>
      </p:sp>
      <p:sp>
        <p:nvSpPr>
          <p:cNvPr id="147" name="Motor actions: 10 × 6   |   Future latents: t &gt; 0">
            <a:extLst>
              <a:ext uri="{FF2B5EF4-FFF2-40B4-BE49-F238E27FC236}">
                <ns2:creationId id="{128F5AAE-10EE-415B-A693-72C4FB00F0A9}"/>
              </a:ext>
            </a:extLst>
          </p:cNvPr>
          <p:cNvSpPr>
            <a:spLocks noGrp="1"/>
          </p:cNvSpPr>
          <p:nvPr/>
        </p:nvSpPr>
        <p:spPr>
          <a:xfrm>
            <a:off x="381046" y="3757407"/>
            <a:ext cx="2673540" cy="108387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4575"/>
          </a:bodyPr>
          <a:lstStyle>
            <a:def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actions: 10 × 6   |   Future latents: t &gt; 0</a:t>
            </a:r>
          </a:p>
        </p:txBody>
      </p:sp>
      <p:sp>
        <p:nvSpPr>
          <p:cNvPr id="148" name="Compute a 16-bin distribution for each scalar independently&#10;and average the">
            <a:extLst>
              <a:ext uri="{FF2B5EF4-FFF2-40B4-BE49-F238E27FC236}">
                <ns2:creationId id="{A6FFCFDC-3233-4D5D-A391-65776FC9E944}"/>
              </a:ext>
            </a:extLst>
          </p:cNvPr>
          <p:cNvSpPr>
            <a:spLocks noGrp="1"/>
          </p:cNvSpPr>
          <p:nvPr/>
        </p:nvSpPr>
        <p:spPr>
          <a:xfrm>
            <a:off x="432658" y="3927729"/>
            <a:ext cx="2580637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Compute a 16-bin distribution for each scalar independently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average the KL over all scalars.</a:t>
            </a:r>
          </a:p>
        </p:txBody>
      </p:sp>
      <p:sp>
        <p:nvSpPr>
          <p:cNvPr id="149" name="diagram block">
            <a:extLst>
              <a:ext uri="{FF2B5EF4-FFF2-40B4-BE49-F238E27FC236}">
                <ns2:creationId id="{21B94405-F634-4D50-9273-4F3436A4D765}"/>
              </a:ext>
            </a:extLst>
          </p:cNvPr>
          <p:cNvSpPr>
            <a:spLocks noGrp="1"/>
          </p:cNvSpPr>
          <p:nvPr/>
        </p:nvSpPr>
        <p:spPr>
          <a:xfrm>
            <a:off x="3261036" y="686449"/>
            <a:ext cx="2621927" cy="149677"/>
          </a:xfrm>
          <a:prstGeom prst="rect">
            <a:avLst/>
          </a:prstGeom>
          <a:solidFill>
            <a:srgbClr val="E6F2FF"/>
          </a:solidFill>
          <a:ln w="5161">
            <a:noFill/>
            <a:prstDash val="solid"/>
          </a:ln>
        </p:spPr>
      </p:sp>
      <p:sp>
        <p:nvSpPr>
          <p:cNvPr id="150" name="Ten ordered 6-D action vectors (first 10 actions)">
            <a:extLst>
              <a:ext uri="{FF2B5EF4-FFF2-40B4-BE49-F238E27FC236}">
                <ns2:creationId id="{20200BDC-EC1E-4D90-B351-D7BCA3AA65D9}"/>
              </a:ext>
            </a:extLst>
          </p:cNvPr>
          <p:cNvSpPr>
            <a:spLocks noGrp="1"/>
          </p:cNvSpPr>
          <p:nvPr/>
        </p:nvSpPr>
        <p:spPr>
          <a:xfrm>
            <a:off x="3286843" y="712256"/>
            <a:ext cx="2570314" cy="98064"/>
          </a:xfrm>
          <a:prstGeom prst="rect">
            <a:avLst/>
          </a:prstGeom>
          <a:solidFill>
            <a:srgbClr val="E6F2FF"/>
          </a:solidFill>
          <a:ln w="0">
            <a:noFill/>
          </a:ln>
        </p:spPr>
        <p:txBody>
          <a:bodyPr wrap="none" lIns="0" tIns="0" rIns="0" bIns="0" anchor="ctr">
            <a:normAutofit fontScale="79147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Ten ordered 6-D action vectors (first 10 actions)</a:t>
            </a:r>
          </a:p>
        </p:txBody>
      </p:sp>
      <p:sp>
        <p:nvSpPr>
          <p:cNvPr id="151" name="diagram block">
            <a:extLst>
              <a:ext uri="{FF2B5EF4-FFF2-40B4-BE49-F238E27FC236}">
                <ns2:creationId id="{165E32A1-6986-448B-B150-08D3F3B411C0}"/>
              </a:ext>
            </a:extLst>
          </p:cNvPr>
          <p:cNvSpPr>
            <a:spLocks noGrp="1"/>
          </p:cNvSpPr>
          <p:nvPr/>
        </p:nvSpPr>
        <p:spPr>
          <a:xfrm>
            <a:off x="3322972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2" name="a₁">
            <a:extLst>
              <a:ext uri="{FF2B5EF4-FFF2-40B4-BE49-F238E27FC236}">
                <ns2:creationId id="{76381CC2-EEA3-4458-BF89-5BBCDFF343CA}"/>
              </a:ext>
            </a:extLst>
          </p:cNvPr>
          <p:cNvSpPr>
            <a:spLocks noGrp="1"/>
          </p:cNvSpPr>
          <p:nvPr/>
        </p:nvSpPr>
        <p:spPr>
          <a:xfrm>
            <a:off x="3348778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</a:t>
            </a:r>
          </a:p>
        </p:txBody>
      </p:sp>
      <p:sp>
        <p:nvSpPr>
          <p:cNvPr id="153" name="diagram block">
            <a:extLst>
              <a:ext uri="{FF2B5EF4-FFF2-40B4-BE49-F238E27FC236}">
                <ns2:creationId id="{AADB4820-2A4F-474A-970C-19DC538E39C9}"/>
              </a:ext>
            </a:extLst>
          </p:cNvPr>
          <p:cNvSpPr>
            <a:spLocks noGrp="1"/>
          </p:cNvSpPr>
          <p:nvPr/>
        </p:nvSpPr>
        <p:spPr>
          <a:xfrm>
            <a:off x="3529423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4" name="a₂">
            <a:extLst>
              <a:ext uri="{FF2B5EF4-FFF2-40B4-BE49-F238E27FC236}">
                <ns2:creationId id="{2AE4C76A-ACFE-469D-8885-3BE60D3AE6F2}"/>
              </a:ext>
            </a:extLst>
          </p:cNvPr>
          <p:cNvSpPr>
            <a:spLocks noGrp="1"/>
          </p:cNvSpPr>
          <p:nvPr/>
        </p:nvSpPr>
        <p:spPr>
          <a:xfrm>
            <a:off x="3555229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a₂</a:t>
            </a:r>
          </a:p>
        </p:txBody>
      </p:sp>
      <p:sp>
        <p:nvSpPr>
          <p:cNvPr id="155" name="diagram block">
            <a:extLst>
              <a:ext uri="{FF2B5EF4-FFF2-40B4-BE49-F238E27FC236}">
                <ns2:creationId id="{FC016F91-48A1-4347-91A5-983A9714B7AF}"/>
              </a:ext>
            </a:extLst>
          </p:cNvPr>
          <p:cNvSpPr>
            <a:spLocks noGrp="1"/>
          </p:cNvSpPr>
          <p:nvPr/>
        </p:nvSpPr>
        <p:spPr>
          <a:xfrm>
            <a:off x="3735874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6" name="a₃">
            <a:extLst>
              <a:ext uri="{FF2B5EF4-FFF2-40B4-BE49-F238E27FC236}">
                <ns2:creationId id="{CEECC82A-0211-408E-B9B1-D7941DB8E6AA}"/>
              </a:ext>
            </a:extLst>
          </p:cNvPr>
          <p:cNvSpPr>
            <a:spLocks noGrp="1"/>
          </p:cNvSpPr>
          <p:nvPr/>
        </p:nvSpPr>
        <p:spPr>
          <a:xfrm>
            <a:off x="3761680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a₃</a:t>
            </a:r>
          </a:p>
        </p:txBody>
      </p:sp>
      <p:sp>
        <p:nvSpPr>
          <p:cNvPr id="157" name="diagram block">
            <a:extLst>
              <a:ext uri="{FF2B5EF4-FFF2-40B4-BE49-F238E27FC236}">
                <ns2:creationId id="{814AE635-3285-4F2C-8CD3-68A799EE99FD}"/>
              </a:ext>
            </a:extLst>
          </p:cNvPr>
          <p:cNvSpPr>
            <a:spLocks noGrp="1"/>
          </p:cNvSpPr>
          <p:nvPr/>
        </p:nvSpPr>
        <p:spPr>
          <a:xfrm>
            <a:off x="3942325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8" name="a₄">
            <a:extLst>
              <a:ext uri="{FF2B5EF4-FFF2-40B4-BE49-F238E27FC236}">
                <ns2:creationId id="{A42FFA54-F74D-4835-A706-D06E0E2F07FB}"/>
              </a:ext>
            </a:extLst>
          </p:cNvPr>
          <p:cNvSpPr>
            <a:spLocks noGrp="1"/>
          </p:cNvSpPr>
          <p:nvPr/>
        </p:nvSpPr>
        <p:spPr>
          <a:xfrm>
            <a:off x="3968131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a₄</a:t>
            </a:r>
          </a:p>
        </p:txBody>
      </p:sp>
      <p:sp>
        <p:nvSpPr>
          <p:cNvPr id="159" name="diagram block">
            <a:extLst>
              <a:ext uri="{FF2B5EF4-FFF2-40B4-BE49-F238E27FC236}">
                <ns2:creationId id="{715B5191-11E9-415A-BABD-7A8258EFF147}"/>
              </a:ext>
            </a:extLst>
          </p:cNvPr>
          <p:cNvSpPr>
            <a:spLocks noGrp="1"/>
          </p:cNvSpPr>
          <p:nvPr/>
        </p:nvSpPr>
        <p:spPr>
          <a:xfrm>
            <a:off x="414877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0" name="a₅">
            <a:extLst>
              <a:ext uri="{FF2B5EF4-FFF2-40B4-BE49-F238E27FC236}">
                <ns2:creationId id="{E8E4136F-47B3-456E-8AD6-C2977B6DEBFD}"/>
              </a:ext>
            </a:extLst>
          </p:cNvPr>
          <p:cNvSpPr>
            <a:spLocks noGrp="1"/>
          </p:cNvSpPr>
          <p:nvPr/>
        </p:nvSpPr>
        <p:spPr>
          <a:xfrm>
            <a:off x="4174582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a₅</a:t>
            </a:r>
          </a:p>
        </p:txBody>
      </p:sp>
      <p:sp>
        <p:nvSpPr>
          <p:cNvPr id="161" name="diagram block">
            <a:extLst>
              <a:ext uri="{FF2B5EF4-FFF2-40B4-BE49-F238E27FC236}">
                <ns2:creationId id="{05F2CE88-393D-42BA-ACF5-E71A6B2F2F09}"/>
              </a:ext>
            </a:extLst>
          </p:cNvPr>
          <p:cNvSpPr>
            <a:spLocks noGrp="1"/>
          </p:cNvSpPr>
          <p:nvPr/>
        </p:nvSpPr>
        <p:spPr>
          <a:xfrm>
            <a:off x="435522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2" name="a₆">
            <a:extLst>
              <a:ext uri="{FF2B5EF4-FFF2-40B4-BE49-F238E27FC236}">
                <ns2:creationId id="{A9227245-1E2C-4951-82CD-2976693B1E15}"/>
              </a:ext>
            </a:extLst>
          </p:cNvPr>
          <p:cNvSpPr>
            <a:spLocks noGrp="1"/>
          </p:cNvSpPr>
          <p:nvPr/>
        </p:nvSpPr>
        <p:spPr>
          <a:xfrm>
            <a:off x="4381033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a₆</a:t>
            </a:r>
          </a:p>
        </p:txBody>
      </p:sp>
      <p:sp>
        <p:nvSpPr>
          <p:cNvPr id="163" name="diagram block">
            <a:extLst>
              <a:ext uri="{FF2B5EF4-FFF2-40B4-BE49-F238E27FC236}">
                <ns2:creationId id="{111E91A8-413D-410A-ABFA-0D1EEA18F425}"/>
              </a:ext>
            </a:extLst>
          </p:cNvPr>
          <p:cNvSpPr>
            <a:spLocks noGrp="1"/>
          </p:cNvSpPr>
          <p:nvPr/>
        </p:nvSpPr>
        <p:spPr>
          <a:xfrm>
            <a:off x="4561677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4" name="a₇">
            <a:extLst>
              <a:ext uri="{FF2B5EF4-FFF2-40B4-BE49-F238E27FC236}">
                <ns2:creationId id="{8D42339D-F16E-4071-AAE5-F608B88A4AC9}"/>
              </a:ext>
            </a:extLst>
          </p:cNvPr>
          <p:cNvSpPr>
            <a:spLocks noGrp="1"/>
          </p:cNvSpPr>
          <p:nvPr/>
        </p:nvSpPr>
        <p:spPr>
          <a:xfrm>
            <a:off x="4587484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a₇</a:t>
            </a:r>
          </a:p>
        </p:txBody>
      </p:sp>
      <p:sp>
        <p:nvSpPr>
          <p:cNvPr id="165" name="diagram block">
            <a:extLst>
              <a:ext uri="{FF2B5EF4-FFF2-40B4-BE49-F238E27FC236}">
                <ns2:creationId id="{C93DE111-F8C7-47D6-88BE-800AB7AB9BEE}"/>
              </a:ext>
            </a:extLst>
          </p:cNvPr>
          <p:cNvSpPr>
            <a:spLocks noGrp="1"/>
          </p:cNvSpPr>
          <p:nvPr/>
        </p:nvSpPr>
        <p:spPr>
          <a:xfrm>
            <a:off x="4768128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6" name="a₈">
            <a:extLst>
              <a:ext uri="{FF2B5EF4-FFF2-40B4-BE49-F238E27FC236}">
                <ns2:creationId id="{7A620301-4458-4D63-968C-86B47AB24B87}"/>
              </a:ext>
            </a:extLst>
          </p:cNvPr>
          <p:cNvSpPr>
            <a:spLocks noGrp="1"/>
          </p:cNvSpPr>
          <p:nvPr/>
        </p:nvSpPr>
        <p:spPr>
          <a:xfrm>
            <a:off x="4793935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a₈</a:t>
            </a:r>
          </a:p>
        </p:txBody>
      </p:sp>
      <p:sp>
        <p:nvSpPr>
          <p:cNvPr id="167" name="diagram block">
            <a:extLst>
              <a:ext uri="{FF2B5EF4-FFF2-40B4-BE49-F238E27FC236}">
                <ns2:creationId id="{D05FACEF-10D4-418A-942E-E6CE6AA9A8F6}"/>
              </a:ext>
            </a:extLst>
          </p:cNvPr>
          <p:cNvSpPr>
            <a:spLocks noGrp="1"/>
          </p:cNvSpPr>
          <p:nvPr/>
        </p:nvSpPr>
        <p:spPr>
          <a:xfrm>
            <a:off x="4974579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8" name="a₉">
            <a:extLst>
              <a:ext uri="{FF2B5EF4-FFF2-40B4-BE49-F238E27FC236}">
                <ns2:creationId id="{6100E11C-D2E6-48A7-8A1D-DD1CEF1F76E2}"/>
              </a:ext>
            </a:extLst>
          </p:cNvPr>
          <p:cNvSpPr>
            <a:spLocks noGrp="1"/>
          </p:cNvSpPr>
          <p:nvPr/>
        </p:nvSpPr>
        <p:spPr>
          <a:xfrm>
            <a:off x="5000386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a₉</a:t>
            </a:r>
          </a:p>
        </p:txBody>
      </p:sp>
      <p:sp>
        <p:nvSpPr>
          <p:cNvPr id="169" name="diagram block">
            <a:extLst>
              <a:ext uri="{FF2B5EF4-FFF2-40B4-BE49-F238E27FC236}">
                <ns2:creationId id="{F5F58BE7-AC72-4B37-9B67-95A264BE5602}"/>
              </a:ext>
            </a:extLst>
          </p:cNvPr>
          <p:cNvSpPr>
            <a:spLocks noGrp="1"/>
          </p:cNvSpPr>
          <p:nvPr/>
        </p:nvSpPr>
        <p:spPr>
          <a:xfrm>
            <a:off x="5181030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70" name="a₁₀">
            <a:extLst>
              <a:ext uri="{FF2B5EF4-FFF2-40B4-BE49-F238E27FC236}">
                <ns2:creationId id="{0596D6BD-0C0A-4900-BA3C-3BFA5F06F1F9}"/>
              </a:ext>
            </a:extLst>
          </p:cNvPr>
          <p:cNvSpPr>
            <a:spLocks noGrp="1"/>
          </p:cNvSpPr>
          <p:nvPr/>
        </p:nvSpPr>
        <p:spPr>
          <a:xfrm>
            <a:off x="5206837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a₁₀</a:t>
            </a:r>
          </a:p>
        </p:txBody>
      </p:sp>
      <p:sp>
        <p:nvSpPr>
          <p:cNvPr id="171" name="Each aₜ ∈ ℝ⁶">
            <a:extLst>
              <a:ext uri="{FF2B5EF4-FFF2-40B4-BE49-F238E27FC236}">
                <ns2:creationId id="{F491B7C6-C164-40F1-92E3-DABBA4984213}"/>
              </a:ext>
            </a:extLst>
          </p:cNvPr>
          <p:cNvSpPr>
            <a:spLocks noGrp="1"/>
          </p:cNvSpPr>
          <p:nvPr/>
        </p:nvSpPr>
        <p:spPr>
          <a:xfrm>
            <a:off x="5423610" y="939352"/>
            <a:ext cx="474837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82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>
              <a:ext uri="{FF2B5EF4-FFF2-40B4-BE49-F238E27FC236}">
                <ns2:creationId id="{1F6C40D0-A553-4F9E-B527-4516399E29F9}"/>
              </a:ext>
            </a:extLst>
          </p:cNvPr>
          <p:cNvCxnSpPr/>
          <p:nvPr/>
        </p:nvCxnSpPr>
        <p:spPr>
          <a:xfrm flipH="0" flipV="0">
            <a:off x="4515226" y="1109674"/>
            <a:ext cx="0" cy="144516"/>
          </a:xfrm>
          <a:prstGeom prst="straightConnector1">
            <a:avLst/>
          </a:prstGeom>
          <a:ln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>
              <a:ext uri="{FF2B5EF4-FFF2-40B4-BE49-F238E27FC236}">
                <ns2:creationId id="{DB5FA2BA-0CF8-4FC3-9D02-8F3F8863D644}"/>
              </a:ext>
            </a:extLst>
          </p:cNvPr>
          <p:cNvSpPr>
            <a:spLocks noGrp="1"/>
          </p:cNvSpPr>
          <p:nvPr/>
        </p:nvSpPr>
        <p:spPr>
          <a:xfrm>
            <a:off x="3266198" y="1274835"/>
            <a:ext cx="2621927" cy="159999"/>
          </a:xfrm>
          <a:prstGeom prst="roundRect">
            <a:avLst>
              <a:gd name="adj" fmla="val 9677"/>
            </a:avLst>
          </a:prstGeom>
          <a:solidFill>
            <a:srgbClr val="DEEEFF"/>
          </a:solidFill>
          <a:ln w="5161">
            <a:solidFill>
              <a:srgbClr val="BCDFFF"/>
            </a:solidFill>
            <a:prstDash val="solid"/>
          </a:ln>
        </p:spPr>
      </p:sp>
      <p:sp>
        <p:nvSpPr>
          <p:cNvPr id="174" name="Overlapping 3-step ordered windows → 8 tokens (18-D)">
            <a:extLst>
              <a:ext uri="{FF2B5EF4-FFF2-40B4-BE49-F238E27FC236}">
                <ns2:creationId id="{F35F4E0C-103E-4991-8E73-12C90AA9B591}"/>
              </a:ext>
            </a:extLst>
          </p:cNvPr>
          <p:cNvSpPr>
            <a:spLocks noGrp="1"/>
          </p:cNvSpPr>
          <p:nvPr/>
        </p:nvSpPr>
        <p:spPr>
          <a:xfrm>
            <a:off x="3292004" y="1300641"/>
            <a:ext cx="2570314" cy="108387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13A20140-BE88-482F-919E-D23900C8ABE5}"/>
              </a:ext>
            </a:extLst>
          </p:cNvPr>
          <p:cNvSpPr>
            <a:spLocks noGrp="1"/>
          </p:cNvSpPr>
          <p:nvPr/>
        </p:nvSpPr>
        <p:spPr>
          <a:xfrm>
            <a:off x="3312649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6" name="w₁">
            <a:extLst>
              <a:ext uri="{FF2B5EF4-FFF2-40B4-BE49-F238E27FC236}">
                <ns2:creationId id="{18A150ED-4F8A-41C1-B71F-3D20918C10DF}"/>
              </a:ext>
            </a:extLst>
          </p:cNvPr>
          <p:cNvSpPr>
            <a:spLocks noGrp="1"/>
          </p:cNvSpPr>
          <p:nvPr/>
        </p:nvSpPr>
        <p:spPr>
          <a:xfrm>
            <a:off x="3353939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w₁</a:t>
            </a:r>
          </a:p>
        </p:txBody>
      </p:sp>
      <p:sp>
        <p:nvSpPr>
          <p:cNvPr id="177" name="(a₁, a₂, a₃)">
            <a:extLst>
              <a:ext uri="{FF2B5EF4-FFF2-40B4-BE49-F238E27FC236}">
                <ns2:creationId id="{65E18DA0-F900-49E0-B03D-E9020D49920B}"/>
              </a:ext>
            </a:extLst>
          </p:cNvPr>
          <p:cNvSpPr>
            <a:spLocks noGrp="1"/>
          </p:cNvSpPr>
          <p:nvPr/>
        </p:nvSpPr>
        <p:spPr>
          <a:xfrm>
            <a:off x="3322972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>
              <a:ext uri="{FF2B5EF4-FFF2-40B4-BE49-F238E27FC236}">
                <ns2:creationId id="{1F49F442-6C3F-4BC5-B00E-892A9414AC7C}"/>
              </a:ext>
            </a:extLst>
          </p:cNvPr>
          <p:cNvSpPr>
            <a:spLocks noGrp="1"/>
          </p:cNvSpPr>
          <p:nvPr/>
        </p:nvSpPr>
        <p:spPr>
          <a:xfrm>
            <a:off x="3870067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9" name="w₂">
            <a:extLst>
              <a:ext uri="{FF2B5EF4-FFF2-40B4-BE49-F238E27FC236}">
                <ns2:creationId id="{4CCC0068-D49B-4638-B1DF-C44C46A95919}"/>
              </a:ext>
            </a:extLst>
          </p:cNvPr>
          <p:cNvSpPr>
            <a:spLocks noGrp="1"/>
          </p:cNvSpPr>
          <p:nvPr/>
        </p:nvSpPr>
        <p:spPr>
          <a:xfrm>
            <a:off x="3911357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w₂</a:t>
            </a:r>
          </a:p>
        </p:txBody>
      </p:sp>
      <p:sp>
        <p:nvSpPr>
          <p:cNvPr id="180" name="(a₂, a₃, a₄)">
            <a:extLst>
              <a:ext uri="{FF2B5EF4-FFF2-40B4-BE49-F238E27FC236}">
                <ns2:creationId id="{CFE8B76D-8FA0-414D-81C5-FD82950DBFF3}"/>
              </a:ext>
            </a:extLst>
          </p:cNvPr>
          <p:cNvSpPr>
            <a:spLocks noGrp="1"/>
          </p:cNvSpPr>
          <p:nvPr/>
        </p:nvSpPr>
        <p:spPr>
          <a:xfrm>
            <a:off x="3880389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>
              <a:ext uri="{FF2B5EF4-FFF2-40B4-BE49-F238E27FC236}">
                <ns2:creationId id="{B7A49B76-64AB-46B6-8F35-B56650E1BBDD}"/>
              </a:ext>
            </a:extLst>
          </p:cNvPr>
          <p:cNvSpPr>
            <a:spLocks noGrp="1"/>
          </p:cNvSpPr>
          <p:nvPr/>
        </p:nvSpPr>
        <p:spPr>
          <a:xfrm>
            <a:off x="4427484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2" name="w₃">
            <a:extLst>
              <a:ext uri="{FF2B5EF4-FFF2-40B4-BE49-F238E27FC236}">
                <ns2:creationId id="{053DB0D5-9E93-42DA-976A-178903E9DC7B}"/>
              </a:ext>
            </a:extLst>
          </p:cNvPr>
          <p:cNvSpPr>
            <a:spLocks noGrp="1"/>
          </p:cNvSpPr>
          <p:nvPr/>
        </p:nvSpPr>
        <p:spPr>
          <a:xfrm>
            <a:off x="44687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w₃</a:t>
            </a:r>
          </a:p>
        </p:txBody>
      </p:sp>
      <p:sp>
        <p:nvSpPr>
          <p:cNvPr id="183" name="(a₃, a₄, a₅)">
            <a:extLst>
              <a:ext uri="{FF2B5EF4-FFF2-40B4-BE49-F238E27FC236}">
                <ns2:creationId id="{295F2879-1BEA-4087-AF6C-A4EB8EB1BC84}"/>
              </a:ext>
            </a:extLst>
          </p:cNvPr>
          <p:cNvSpPr>
            <a:spLocks noGrp="1"/>
          </p:cNvSpPr>
          <p:nvPr/>
        </p:nvSpPr>
        <p:spPr>
          <a:xfrm>
            <a:off x="44378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>
              <a:ext uri="{FF2B5EF4-FFF2-40B4-BE49-F238E27FC236}">
                <ns2:creationId id="{0CBF7AC7-A8DA-4B86-BC02-E331EB33DB35}"/>
              </a:ext>
            </a:extLst>
          </p:cNvPr>
          <p:cNvSpPr>
            <a:spLocks noGrp="1"/>
          </p:cNvSpPr>
          <p:nvPr/>
        </p:nvSpPr>
        <p:spPr>
          <a:xfrm>
            <a:off x="5320385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5" name="w₈">
            <a:extLst>
              <a:ext uri="{FF2B5EF4-FFF2-40B4-BE49-F238E27FC236}">
                <ns2:creationId id="{5D8BF2F2-B8EC-491C-8F3C-81786BE3AADC}"/>
              </a:ext>
            </a:extLst>
          </p:cNvPr>
          <p:cNvSpPr>
            <a:spLocks noGrp="1"/>
          </p:cNvSpPr>
          <p:nvPr/>
        </p:nvSpPr>
        <p:spPr>
          <a:xfrm>
            <a:off x="53616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w₈</a:t>
            </a:r>
          </a:p>
        </p:txBody>
      </p:sp>
      <p:sp>
        <p:nvSpPr>
          <p:cNvPr id="186" name="(a₈, a₉, a₁₀)">
            <a:extLst>
              <a:ext uri="{FF2B5EF4-FFF2-40B4-BE49-F238E27FC236}">
                <ns2:creationId id="{FCFEE7CB-39A0-47D3-93EC-40A77AC16632}"/>
              </a:ext>
            </a:extLst>
          </p:cNvPr>
          <p:cNvSpPr>
            <a:spLocks noGrp="1"/>
          </p:cNvSpPr>
          <p:nvPr/>
        </p:nvSpPr>
        <p:spPr>
          <a:xfrm>
            <a:off x="53307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>
              <a:ext uri="{FF2B5EF4-FFF2-40B4-BE49-F238E27FC236}">
                <ns2:creationId id="{26ED4FCA-61CC-4A84-829E-902F553D122F}"/>
              </a:ext>
            </a:extLst>
          </p:cNvPr>
          <p:cNvSpPr>
            <a:spLocks noGrp="1"/>
          </p:cNvSpPr>
          <p:nvPr/>
        </p:nvSpPr>
        <p:spPr>
          <a:xfrm>
            <a:off x="5026192" y="1548382"/>
            <a:ext cx="21677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79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88" name="Each token uᵢ ∈ ℝ¹⁸ (concatenate 3 actions)">
            <a:extLst>
              <a:ext uri="{FF2B5EF4-FFF2-40B4-BE49-F238E27FC236}">
                <ns2:creationId id="{C9316363-CEBF-489F-8923-88BBC0BDBE82}"/>
              </a:ext>
            </a:extLst>
          </p:cNvPr>
          <p:cNvSpPr>
            <a:spLocks noGrp="1"/>
          </p:cNvSpPr>
          <p:nvPr/>
        </p:nvSpPr>
        <p:spPr>
          <a:xfrm>
            <a:off x="3390068" y="1863220"/>
            <a:ext cx="2425799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>
              <a:ext uri="{FF2B5EF4-FFF2-40B4-BE49-F238E27FC236}">
                <ns2:creationId id="{EEDACDF3-B9A5-462C-A546-A3113EAD1476}"/>
              </a:ext>
            </a:extLst>
          </p:cNvPr>
          <p:cNvSpPr>
            <a:spLocks noGrp="1"/>
          </p:cNvSpPr>
          <p:nvPr/>
        </p:nvSpPr>
        <p:spPr>
          <a:xfrm>
            <a:off x="3266198" y="2038703"/>
            <a:ext cx="1383221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0" name="Relation matrix (8 tokens)">
            <a:extLst>
              <a:ext uri="{FF2B5EF4-FFF2-40B4-BE49-F238E27FC236}">
                <ns2:creationId id="{0D09EF51-EA31-4531-9C63-89C3D0D61EC4}"/>
              </a:ext>
            </a:extLst>
          </p:cNvPr>
          <p:cNvSpPr>
            <a:spLocks noGrp="1"/>
          </p:cNvSpPr>
          <p:nvPr/>
        </p:nvSpPr>
        <p:spPr>
          <a:xfrm>
            <a:off x="3292004" y="2064510"/>
            <a:ext cx="1331609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Relation matrix (8 tokens)</a:t>
            </a:r>
          </a:p>
        </p:txBody>
      </p:sp>
      <p:sp>
        <p:nvSpPr>
          <p:cNvPr id="191" name="diagram block">
            <a:extLst>
              <a:ext uri="{FF2B5EF4-FFF2-40B4-BE49-F238E27FC236}">
                <ns2:creationId id="{C0553CDF-077B-469D-98E5-E320D81C285B}"/>
              </a:ext>
            </a:extLst>
          </p:cNvPr>
          <p:cNvSpPr>
            <a:spLocks noGrp="1"/>
          </p:cNvSpPr>
          <p:nvPr/>
        </p:nvSpPr>
        <p:spPr>
          <a:xfrm>
            <a:off x="4721677" y="2038703"/>
            <a:ext cx="1176770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2" name="Neighbor probabilities">
            <a:extLst>
              <a:ext uri="{FF2B5EF4-FFF2-40B4-BE49-F238E27FC236}">
                <ns2:creationId id="{BDA9F134-43E6-48CB-B448-656638BAF6C2}"/>
              </a:ext>
            </a:extLst>
          </p:cNvPr>
          <p:cNvSpPr>
            <a:spLocks noGrp="1"/>
          </p:cNvSpPr>
          <p:nvPr/>
        </p:nvSpPr>
        <p:spPr>
          <a:xfrm>
            <a:off x="4747483" y="2064510"/>
            <a:ext cx="1125158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Neighbor probabilities</a:t>
            </a:r>
          </a:p>
        </p:txBody>
      </p:sp>
      <p:sp>
        <p:nvSpPr>
          <p:cNvPr id="193" name="1">
            <a:extLst>
              <a:ext uri="{FF2B5EF4-FFF2-40B4-BE49-F238E27FC236}">
                <ns2:creationId id="{DD017404-20D7-45DD-8A1F-C7BFCF701F95}"/>
              </a:ext>
            </a:extLst>
          </p:cNvPr>
          <p:cNvSpPr>
            <a:spLocks noGrp="1"/>
          </p:cNvSpPr>
          <p:nvPr/>
        </p:nvSpPr>
        <p:spPr>
          <a:xfrm>
            <a:off x="3446842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4" name="1">
            <a:extLst>
              <a:ext uri="{FF2B5EF4-FFF2-40B4-BE49-F238E27FC236}">
                <ns2:creationId id="{3EAC0823-676D-414D-B0E0-57E64128FD0D}"/>
              </a:ext>
            </a:extLst>
          </p:cNvPr>
          <p:cNvSpPr>
            <a:spLocks noGrp="1"/>
          </p:cNvSpPr>
          <p:nvPr/>
        </p:nvSpPr>
        <p:spPr>
          <a:xfrm>
            <a:off x="3307488" y="234838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5" name="diagram block">
            <a:extLst>
              <a:ext uri="{FF2B5EF4-FFF2-40B4-BE49-F238E27FC236}">
                <ns2:creationId id="{D4AE4D46-5D80-4BE7-BD3B-E99D377828CB}"/>
              </a:ext>
            </a:extLst>
          </p:cNvPr>
          <p:cNvSpPr>
            <a:spLocks noGrp="1"/>
          </p:cNvSpPr>
          <p:nvPr/>
        </p:nvSpPr>
        <p:spPr>
          <a:xfrm>
            <a:off x="3446842" y="2343218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6" name="×">
            <a:extLst>
              <a:ext uri="{FF2B5EF4-FFF2-40B4-BE49-F238E27FC236}">
                <ns2:creationId id="{EAA57379-8BFC-4857-8478-E33FBF608886}"/>
              </a:ext>
            </a:extLst>
          </p:cNvPr>
          <p:cNvSpPr>
            <a:spLocks noGrp="1"/>
          </p:cNvSpPr>
          <p:nvPr/>
        </p:nvSpPr>
        <p:spPr>
          <a:xfrm>
            <a:off x="3446842" y="2338057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7" name="diagram block">
            <a:extLst>
              <a:ext uri="{FF2B5EF4-FFF2-40B4-BE49-F238E27FC236}">
                <ns2:creationId id="{0FED87AC-0052-4B7D-8BCC-A8C4EEE53DA1}"/>
              </a:ext>
            </a:extLst>
          </p:cNvPr>
          <p:cNvSpPr>
            <a:spLocks noGrp="1"/>
          </p:cNvSpPr>
          <p:nvPr/>
        </p:nvSpPr>
        <p:spPr>
          <a:xfrm>
            <a:off x="3555229" y="2343218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432B5AB6-5164-4766-9AC2-D92EDBACB9F3}"/>
              </a:ext>
            </a:extLst>
          </p:cNvPr>
          <p:cNvSpPr>
            <a:spLocks noGrp="1"/>
          </p:cNvSpPr>
          <p:nvPr/>
        </p:nvSpPr>
        <p:spPr>
          <a:xfrm>
            <a:off x="3663616" y="2343218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9" name="diagram block">
            <a:extLst>
              <a:ext uri="{FF2B5EF4-FFF2-40B4-BE49-F238E27FC236}">
                <ns2:creationId id="{731483BB-D403-4515-8F95-FAB891FFD6B4}"/>
              </a:ext>
            </a:extLst>
          </p:cNvPr>
          <p:cNvSpPr>
            <a:spLocks noGrp="1"/>
          </p:cNvSpPr>
          <p:nvPr/>
        </p:nvSpPr>
        <p:spPr>
          <a:xfrm>
            <a:off x="3772003" y="2343218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0" name="diagram block">
            <a:extLst>
              <a:ext uri="{FF2B5EF4-FFF2-40B4-BE49-F238E27FC236}">
                <ns2:creationId id="{B545A6C7-EC94-4246-85DA-FBCABCDB8538}"/>
              </a:ext>
            </a:extLst>
          </p:cNvPr>
          <p:cNvSpPr>
            <a:spLocks noGrp="1"/>
          </p:cNvSpPr>
          <p:nvPr/>
        </p:nvSpPr>
        <p:spPr>
          <a:xfrm>
            <a:off x="3880389" y="2343218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1" name="diagram block">
            <a:extLst>
              <a:ext uri="{FF2B5EF4-FFF2-40B4-BE49-F238E27FC236}">
                <ns2:creationId id="{B1B05EC0-77FB-41E7-89B3-B9CBCE477B13}"/>
              </a:ext>
            </a:extLst>
          </p:cNvPr>
          <p:cNvSpPr>
            <a:spLocks noGrp="1"/>
          </p:cNvSpPr>
          <p:nvPr/>
        </p:nvSpPr>
        <p:spPr>
          <a:xfrm>
            <a:off x="3988776" y="2343218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2" name="diagram block">
            <a:extLst>
              <a:ext uri="{FF2B5EF4-FFF2-40B4-BE49-F238E27FC236}">
                <ns2:creationId id="{EA8A60E2-231C-4FC9-92AF-3838CD9AB965}"/>
              </a:ext>
            </a:extLst>
          </p:cNvPr>
          <p:cNvSpPr>
            <a:spLocks noGrp="1"/>
          </p:cNvSpPr>
          <p:nvPr/>
        </p:nvSpPr>
        <p:spPr>
          <a:xfrm>
            <a:off x="4097163" y="2343218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3" name="diagram block">
            <a:extLst>
              <a:ext uri="{FF2B5EF4-FFF2-40B4-BE49-F238E27FC236}">
                <ns2:creationId id="{DC7828AD-ECE1-4D57-9367-4859F2BC6319}"/>
              </a:ext>
            </a:extLst>
          </p:cNvPr>
          <p:cNvSpPr>
            <a:spLocks noGrp="1"/>
          </p:cNvSpPr>
          <p:nvPr/>
        </p:nvSpPr>
        <p:spPr>
          <a:xfrm>
            <a:off x="4205550" y="2343218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4" name="2">
            <a:extLst>
              <a:ext uri="{FF2B5EF4-FFF2-40B4-BE49-F238E27FC236}">
                <ns2:creationId id="{3250A984-2A2F-4F61-B20E-9D3162905130}"/>
              </a:ext>
            </a:extLst>
          </p:cNvPr>
          <p:cNvSpPr>
            <a:spLocks noGrp="1"/>
          </p:cNvSpPr>
          <p:nvPr/>
        </p:nvSpPr>
        <p:spPr>
          <a:xfrm>
            <a:off x="355522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2">
            <a:extLst>
              <a:ext uri="{FF2B5EF4-FFF2-40B4-BE49-F238E27FC236}">
                <ns2:creationId id="{394D3188-B12F-43E2-AD19-1149259A5849}"/>
              </a:ext>
            </a:extLst>
          </p:cNvPr>
          <p:cNvSpPr>
            <a:spLocks noGrp="1"/>
          </p:cNvSpPr>
          <p:nvPr/>
        </p:nvSpPr>
        <p:spPr>
          <a:xfrm>
            <a:off x="3307488" y="245418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6" name="diagram block">
            <a:extLst>
              <a:ext uri="{FF2B5EF4-FFF2-40B4-BE49-F238E27FC236}">
                <ns2:creationId id="{C35AFBE3-A2BC-4FD0-9038-99A9A0F1B681}"/>
              </a:ext>
            </a:extLst>
          </p:cNvPr>
          <p:cNvSpPr>
            <a:spLocks noGrp="1"/>
          </p:cNvSpPr>
          <p:nvPr/>
        </p:nvSpPr>
        <p:spPr>
          <a:xfrm>
            <a:off x="3446842" y="2449024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7" name="diagram block">
            <a:extLst>
              <a:ext uri="{FF2B5EF4-FFF2-40B4-BE49-F238E27FC236}">
                <ns2:creationId id="{9E5EB554-DF01-48A6-A34B-CBB15F436B38}"/>
              </a:ext>
            </a:extLst>
          </p:cNvPr>
          <p:cNvSpPr>
            <a:spLocks noGrp="1"/>
          </p:cNvSpPr>
          <p:nvPr/>
        </p:nvSpPr>
        <p:spPr>
          <a:xfrm>
            <a:off x="3555229" y="2449024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8" name="×">
            <a:extLst>
              <a:ext uri="{FF2B5EF4-FFF2-40B4-BE49-F238E27FC236}">
                <ns2:creationId id="{73635287-741A-4261-AD14-4DD15717F275}"/>
              </a:ext>
            </a:extLst>
          </p:cNvPr>
          <p:cNvSpPr>
            <a:spLocks noGrp="1"/>
          </p:cNvSpPr>
          <p:nvPr/>
        </p:nvSpPr>
        <p:spPr>
          <a:xfrm>
            <a:off x="3555229" y="2443863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9" name="diagram block">
            <a:extLst>
              <a:ext uri="{FF2B5EF4-FFF2-40B4-BE49-F238E27FC236}">
                <ns2:creationId id="{A195E8DD-03C3-4FD7-8F19-D21247C9A698}"/>
              </a:ext>
            </a:extLst>
          </p:cNvPr>
          <p:cNvSpPr>
            <a:spLocks noGrp="1"/>
          </p:cNvSpPr>
          <p:nvPr/>
        </p:nvSpPr>
        <p:spPr>
          <a:xfrm>
            <a:off x="3663616" y="2449024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0" name="diagram block">
            <a:extLst>
              <a:ext uri="{FF2B5EF4-FFF2-40B4-BE49-F238E27FC236}">
                <ns2:creationId id="{D46B65AF-8B76-45FF-ACCF-D594620ED740}"/>
              </a:ext>
            </a:extLst>
          </p:cNvPr>
          <p:cNvSpPr>
            <a:spLocks noGrp="1"/>
          </p:cNvSpPr>
          <p:nvPr/>
        </p:nvSpPr>
        <p:spPr>
          <a:xfrm>
            <a:off x="3772003" y="2449024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1" name="diagram block">
            <a:extLst>
              <a:ext uri="{FF2B5EF4-FFF2-40B4-BE49-F238E27FC236}">
                <ns2:creationId id="{01342627-C6DD-4A74-BA05-DA48CA5EE12D}"/>
              </a:ext>
            </a:extLst>
          </p:cNvPr>
          <p:cNvSpPr>
            <a:spLocks noGrp="1"/>
          </p:cNvSpPr>
          <p:nvPr/>
        </p:nvSpPr>
        <p:spPr>
          <a:xfrm>
            <a:off x="3880389" y="2449024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2" name="diagram block">
            <a:extLst>
              <a:ext uri="{FF2B5EF4-FFF2-40B4-BE49-F238E27FC236}">
                <ns2:creationId id="{1A5BBE19-DC33-4218-9AA9-01BB689099B0}"/>
              </a:ext>
            </a:extLst>
          </p:cNvPr>
          <p:cNvSpPr>
            <a:spLocks noGrp="1"/>
          </p:cNvSpPr>
          <p:nvPr/>
        </p:nvSpPr>
        <p:spPr>
          <a:xfrm>
            <a:off x="3988776" y="2449024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3" name="diagram block">
            <a:extLst>
              <a:ext uri="{FF2B5EF4-FFF2-40B4-BE49-F238E27FC236}">
                <ns2:creationId id="{76F941E3-32A6-4B21-A0EA-09A93F2ED53A}"/>
              </a:ext>
            </a:extLst>
          </p:cNvPr>
          <p:cNvSpPr>
            <a:spLocks noGrp="1"/>
          </p:cNvSpPr>
          <p:nvPr/>
        </p:nvSpPr>
        <p:spPr>
          <a:xfrm>
            <a:off x="4097163" y="2449024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4" name="diagram block">
            <a:extLst>
              <a:ext uri="{FF2B5EF4-FFF2-40B4-BE49-F238E27FC236}">
                <ns2:creationId id="{690BF409-B604-4170-9A78-B5416245B8ED}"/>
              </a:ext>
            </a:extLst>
          </p:cNvPr>
          <p:cNvSpPr>
            <a:spLocks noGrp="1"/>
          </p:cNvSpPr>
          <p:nvPr/>
        </p:nvSpPr>
        <p:spPr>
          <a:xfrm>
            <a:off x="4205550" y="2449024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5" name="3">
            <a:extLst>
              <a:ext uri="{FF2B5EF4-FFF2-40B4-BE49-F238E27FC236}">
                <ns2:creationId id="{E36FB345-3D3E-4293-B01E-EAFCF5C4E91A}"/>
              </a:ext>
            </a:extLst>
          </p:cNvPr>
          <p:cNvSpPr>
            <a:spLocks noGrp="1"/>
          </p:cNvSpPr>
          <p:nvPr/>
        </p:nvSpPr>
        <p:spPr>
          <a:xfrm>
            <a:off x="366361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6" name="3">
            <a:extLst>
              <a:ext uri="{FF2B5EF4-FFF2-40B4-BE49-F238E27FC236}">
                <ns2:creationId id="{8F19A73D-D14E-44FA-92FD-73E6A2583FD9}"/>
              </a:ext>
            </a:extLst>
          </p:cNvPr>
          <p:cNvSpPr>
            <a:spLocks noGrp="1"/>
          </p:cNvSpPr>
          <p:nvPr/>
        </p:nvSpPr>
        <p:spPr>
          <a:xfrm>
            <a:off x="3307488" y="255999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7" name="diagram block">
            <a:extLst>
              <a:ext uri="{FF2B5EF4-FFF2-40B4-BE49-F238E27FC236}">
                <ns2:creationId id="{6B4ADE51-ED82-46B5-B213-0E1C80816299}"/>
              </a:ext>
            </a:extLst>
          </p:cNvPr>
          <p:cNvSpPr>
            <a:spLocks noGrp="1"/>
          </p:cNvSpPr>
          <p:nvPr/>
        </p:nvSpPr>
        <p:spPr>
          <a:xfrm>
            <a:off x="3446842" y="255483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7C247C51-6C59-4B5F-B002-6B37BDA8150B}"/>
              </a:ext>
            </a:extLst>
          </p:cNvPr>
          <p:cNvSpPr>
            <a:spLocks noGrp="1"/>
          </p:cNvSpPr>
          <p:nvPr/>
        </p:nvSpPr>
        <p:spPr>
          <a:xfrm>
            <a:off x="3555229" y="255483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55C3BDCA-A5CE-40C0-AEE2-D49924BDA5F2}"/>
              </a:ext>
            </a:extLst>
          </p:cNvPr>
          <p:cNvSpPr>
            <a:spLocks noGrp="1"/>
          </p:cNvSpPr>
          <p:nvPr/>
        </p:nvSpPr>
        <p:spPr>
          <a:xfrm>
            <a:off x="3663616" y="255483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0" name="×">
            <a:extLst>
              <a:ext uri="{FF2B5EF4-FFF2-40B4-BE49-F238E27FC236}">
                <ns2:creationId id="{F12DA199-144C-4097-BE34-76D59A7218B9}"/>
              </a:ext>
            </a:extLst>
          </p:cNvPr>
          <p:cNvSpPr>
            <a:spLocks noGrp="1"/>
          </p:cNvSpPr>
          <p:nvPr/>
        </p:nvSpPr>
        <p:spPr>
          <a:xfrm>
            <a:off x="3663616" y="2549669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21" name="diagram block">
            <a:extLst>
              <a:ext uri="{FF2B5EF4-FFF2-40B4-BE49-F238E27FC236}">
                <ns2:creationId id="{EC13939E-B647-4728-9009-90A9AE12494D}"/>
              </a:ext>
            </a:extLst>
          </p:cNvPr>
          <p:cNvSpPr>
            <a:spLocks noGrp="1"/>
          </p:cNvSpPr>
          <p:nvPr/>
        </p:nvSpPr>
        <p:spPr>
          <a:xfrm>
            <a:off x="3772003" y="255483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04329114-5D56-46BE-BBC7-6FF38FB8B1C6}"/>
              </a:ext>
            </a:extLst>
          </p:cNvPr>
          <p:cNvSpPr>
            <a:spLocks noGrp="1"/>
          </p:cNvSpPr>
          <p:nvPr/>
        </p:nvSpPr>
        <p:spPr>
          <a:xfrm>
            <a:off x="3880389" y="2554831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9DA8284D-AF4B-428B-BA89-27E812F679A3}"/>
              </a:ext>
            </a:extLst>
          </p:cNvPr>
          <p:cNvSpPr>
            <a:spLocks noGrp="1"/>
          </p:cNvSpPr>
          <p:nvPr/>
        </p:nvSpPr>
        <p:spPr>
          <a:xfrm>
            <a:off x="3988776" y="255483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F51153EE-2A13-4BBD-A29D-1872916CFDA2}"/>
              </a:ext>
            </a:extLst>
          </p:cNvPr>
          <p:cNvSpPr>
            <a:spLocks noGrp="1"/>
          </p:cNvSpPr>
          <p:nvPr/>
        </p:nvSpPr>
        <p:spPr>
          <a:xfrm>
            <a:off x="4097163" y="255483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2CDA99F4-7A5D-4C5E-8656-1496BAB93E16}"/>
              </a:ext>
            </a:extLst>
          </p:cNvPr>
          <p:cNvSpPr>
            <a:spLocks noGrp="1"/>
          </p:cNvSpPr>
          <p:nvPr/>
        </p:nvSpPr>
        <p:spPr>
          <a:xfrm>
            <a:off x="4205550" y="255483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6" name="4">
            <a:extLst>
              <a:ext uri="{FF2B5EF4-FFF2-40B4-BE49-F238E27FC236}">
                <ns2:creationId id="{271781AA-7FE4-41F4-920F-F0705A9A7855}"/>
              </a:ext>
            </a:extLst>
          </p:cNvPr>
          <p:cNvSpPr>
            <a:spLocks noGrp="1"/>
          </p:cNvSpPr>
          <p:nvPr/>
        </p:nvSpPr>
        <p:spPr>
          <a:xfrm>
            <a:off x="377200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7" name="4">
            <a:extLst>
              <a:ext uri="{FF2B5EF4-FFF2-40B4-BE49-F238E27FC236}">
                <ns2:creationId id="{FDD66F61-F8EE-46A0-B363-0F589DA0A096}"/>
              </a:ext>
            </a:extLst>
          </p:cNvPr>
          <p:cNvSpPr>
            <a:spLocks noGrp="1"/>
          </p:cNvSpPr>
          <p:nvPr/>
        </p:nvSpPr>
        <p:spPr>
          <a:xfrm>
            <a:off x="3307488" y="2665798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8" name="diagram block">
            <a:extLst>
              <a:ext uri="{FF2B5EF4-FFF2-40B4-BE49-F238E27FC236}">
                <ns2:creationId id="{97F5DBBB-112A-47DF-A1C7-8247E86C8295}"/>
              </a:ext>
            </a:extLst>
          </p:cNvPr>
          <p:cNvSpPr>
            <a:spLocks noGrp="1"/>
          </p:cNvSpPr>
          <p:nvPr/>
        </p:nvSpPr>
        <p:spPr>
          <a:xfrm>
            <a:off x="3446842" y="2660637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2464A174-C029-4201-89FE-0DE06C90FC1D}"/>
              </a:ext>
            </a:extLst>
          </p:cNvPr>
          <p:cNvSpPr>
            <a:spLocks noGrp="1"/>
          </p:cNvSpPr>
          <p:nvPr/>
        </p:nvSpPr>
        <p:spPr>
          <a:xfrm>
            <a:off x="3555229" y="2660637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0" name="diagram block">
            <a:extLst>
              <a:ext uri="{FF2B5EF4-FFF2-40B4-BE49-F238E27FC236}">
                <ns2:creationId id="{F7389914-74E2-4A58-8927-4A56D016EDDC}"/>
              </a:ext>
            </a:extLst>
          </p:cNvPr>
          <p:cNvSpPr>
            <a:spLocks noGrp="1"/>
          </p:cNvSpPr>
          <p:nvPr/>
        </p:nvSpPr>
        <p:spPr>
          <a:xfrm>
            <a:off x="3663616" y="2660637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1" name="diagram block">
            <a:extLst>
              <a:ext uri="{FF2B5EF4-FFF2-40B4-BE49-F238E27FC236}">
                <ns2:creationId id="{DC2640B7-6194-414C-A3A7-3908119555B6}"/>
              </a:ext>
            </a:extLst>
          </p:cNvPr>
          <p:cNvSpPr>
            <a:spLocks noGrp="1"/>
          </p:cNvSpPr>
          <p:nvPr/>
        </p:nvSpPr>
        <p:spPr>
          <a:xfrm>
            <a:off x="3772003" y="2660637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2" name="×">
            <a:extLst>
              <a:ext uri="{FF2B5EF4-FFF2-40B4-BE49-F238E27FC236}">
                <ns2:creationId id="{B9BE3170-709D-4ED9-BDCA-0CA0410692D7}"/>
              </a:ext>
            </a:extLst>
          </p:cNvPr>
          <p:cNvSpPr>
            <a:spLocks noGrp="1"/>
          </p:cNvSpPr>
          <p:nvPr/>
        </p:nvSpPr>
        <p:spPr>
          <a:xfrm>
            <a:off x="3772003" y="2655475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33" name="diagram block">
            <a:extLst>
              <a:ext uri="{FF2B5EF4-FFF2-40B4-BE49-F238E27FC236}">
                <ns2:creationId id="{C45FF630-97AE-424A-95A2-956D13B3BF6B}"/>
              </a:ext>
            </a:extLst>
          </p:cNvPr>
          <p:cNvSpPr>
            <a:spLocks noGrp="1"/>
          </p:cNvSpPr>
          <p:nvPr/>
        </p:nvSpPr>
        <p:spPr>
          <a:xfrm>
            <a:off x="3880389" y="2660637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4" name="diagram block">
            <a:extLst>
              <a:ext uri="{FF2B5EF4-FFF2-40B4-BE49-F238E27FC236}">
                <ns2:creationId id="{460B3CB8-BCAB-43A8-9F4E-69C34F4BB93F}"/>
              </a:ext>
            </a:extLst>
          </p:cNvPr>
          <p:cNvSpPr>
            <a:spLocks noGrp="1"/>
          </p:cNvSpPr>
          <p:nvPr/>
        </p:nvSpPr>
        <p:spPr>
          <a:xfrm>
            <a:off x="3988776" y="2660637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5" name="diagram block">
            <a:extLst>
              <a:ext uri="{FF2B5EF4-FFF2-40B4-BE49-F238E27FC236}">
                <ns2:creationId id="{A1924554-BF33-48E1-8575-A46FF2DA12E1}"/>
              </a:ext>
            </a:extLst>
          </p:cNvPr>
          <p:cNvSpPr>
            <a:spLocks noGrp="1"/>
          </p:cNvSpPr>
          <p:nvPr/>
        </p:nvSpPr>
        <p:spPr>
          <a:xfrm>
            <a:off x="4097163" y="2660637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6" name="diagram block">
            <a:extLst>
              <a:ext uri="{FF2B5EF4-FFF2-40B4-BE49-F238E27FC236}">
                <ns2:creationId id="{48C4941D-0779-4221-BBE7-7F413C42525A}"/>
              </a:ext>
            </a:extLst>
          </p:cNvPr>
          <p:cNvSpPr>
            <a:spLocks noGrp="1"/>
          </p:cNvSpPr>
          <p:nvPr/>
        </p:nvSpPr>
        <p:spPr>
          <a:xfrm>
            <a:off x="4205550" y="2660637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7" name="5">
            <a:extLst>
              <a:ext uri="{FF2B5EF4-FFF2-40B4-BE49-F238E27FC236}">
                <ns2:creationId id="{311D8324-FD10-4B5F-9F49-0740E7717E45}"/>
              </a:ext>
            </a:extLst>
          </p:cNvPr>
          <p:cNvSpPr>
            <a:spLocks noGrp="1"/>
          </p:cNvSpPr>
          <p:nvPr/>
        </p:nvSpPr>
        <p:spPr>
          <a:xfrm>
            <a:off x="388038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8" name="5">
            <a:extLst>
              <a:ext uri="{FF2B5EF4-FFF2-40B4-BE49-F238E27FC236}">
                <ns2:creationId id="{8FE51466-A443-4857-8357-A66CA307E8A9}"/>
              </a:ext>
            </a:extLst>
          </p:cNvPr>
          <p:cNvSpPr>
            <a:spLocks noGrp="1"/>
          </p:cNvSpPr>
          <p:nvPr/>
        </p:nvSpPr>
        <p:spPr>
          <a:xfrm>
            <a:off x="3307488" y="2771604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9" name="diagram block">
            <a:extLst>
              <a:ext uri="{FF2B5EF4-FFF2-40B4-BE49-F238E27FC236}">
                <ns2:creationId id="{DFB17C76-C946-4C65-B6F2-CBC821F7AF70}"/>
              </a:ext>
            </a:extLst>
          </p:cNvPr>
          <p:cNvSpPr>
            <a:spLocks noGrp="1"/>
          </p:cNvSpPr>
          <p:nvPr/>
        </p:nvSpPr>
        <p:spPr>
          <a:xfrm>
            <a:off x="3446842" y="2766443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0" name="diagram block">
            <a:extLst>
              <a:ext uri="{FF2B5EF4-FFF2-40B4-BE49-F238E27FC236}">
                <ns2:creationId id="{DE729B86-77AB-400E-9D3E-30559932396B}"/>
              </a:ext>
            </a:extLst>
          </p:cNvPr>
          <p:cNvSpPr>
            <a:spLocks noGrp="1"/>
          </p:cNvSpPr>
          <p:nvPr/>
        </p:nvSpPr>
        <p:spPr>
          <a:xfrm>
            <a:off x="3555229" y="2766443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1" name="diagram block">
            <a:extLst>
              <a:ext uri="{FF2B5EF4-FFF2-40B4-BE49-F238E27FC236}">
                <ns2:creationId id="{2E7B7A27-85D0-44AD-9148-A1847C8A6F45}"/>
              </a:ext>
            </a:extLst>
          </p:cNvPr>
          <p:cNvSpPr>
            <a:spLocks noGrp="1"/>
          </p:cNvSpPr>
          <p:nvPr/>
        </p:nvSpPr>
        <p:spPr>
          <a:xfrm>
            <a:off x="3663616" y="2766443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2" name="diagram block">
            <a:extLst>
              <a:ext uri="{FF2B5EF4-FFF2-40B4-BE49-F238E27FC236}">
                <ns2:creationId id="{A2B0B439-CD39-4D17-A48C-A96BD4BE0F61}"/>
              </a:ext>
            </a:extLst>
          </p:cNvPr>
          <p:cNvSpPr>
            <a:spLocks noGrp="1"/>
          </p:cNvSpPr>
          <p:nvPr/>
        </p:nvSpPr>
        <p:spPr>
          <a:xfrm>
            <a:off x="3772003" y="2766443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3" name="diagram block">
            <a:extLst>
              <a:ext uri="{FF2B5EF4-FFF2-40B4-BE49-F238E27FC236}">
                <ns2:creationId id="{62C54D95-DB16-4D63-B2B2-011CE38952C1}"/>
              </a:ext>
            </a:extLst>
          </p:cNvPr>
          <p:cNvSpPr>
            <a:spLocks noGrp="1"/>
          </p:cNvSpPr>
          <p:nvPr/>
        </p:nvSpPr>
        <p:spPr>
          <a:xfrm>
            <a:off x="3880389" y="2766443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4" name="×">
            <a:extLst>
              <a:ext uri="{FF2B5EF4-FFF2-40B4-BE49-F238E27FC236}">
                <ns2:creationId id="{ECD6EB84-2638-4988-BF53-534B6A1B3E79}"/>
              </a:ext>
            </a:extLst>
          </p:cNvPr>
          <p:cNvSpPr>
            <a:spLocks noGrp="1"/>
          </p:cNvSpPr>
          <p:nvPr/>
        </p:nvSpPr>
        <p:spPr>
          <a:xfrm>
            <a:off x="3880389" y="2761282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BAE8EF10-AC96-427B-8EEC-C118E6585F0E}"/>
              </a:ext>
            </a:extLst>
          </p:cNvPr>
          <p:cNvSpPr>
            <a:spLocks noGrp="1"/>
          </p:cNvSpPr>
          <p:nvPr/>
        </p:nvSpPr>
        <p:spPr>
          <a:xfrm>
            <a:off x="3988776" y="2766443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6" name="diagram block">
            <a:extLst>
              <a:ext uri="{FF2B5EF4-FFF2-40B4-BE49-F238E27FC236}">
                <ns2:creationId id="{8922C7F3-6A57-4276-B977-50C19DD3B790}"/>
              </a:ext>
            </a:extLst>
          </p:cNvPr>
          <p:cNvSpPr>
            <a:spLocks noGrp="1"/>
          </p:cNvSpPr>
          <p:nvPr/>
        </p:nvSpPr>
        <p:spPr>
          <a:xfrm>
            <a:off x="4097163" y="2766443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7" name="diagram block">
            <a:extLst>
              <a:ext uri="{FF2B5EF4-FFF2-40B4-BE49-F238E27FC236}">
                <ns2:creationId id="{D1311D8E-B809-4E22-8CBF-BCB558F4C0D5}"/>
              </a:ext>
            </a:extLst>
          </p:cNvPr>
          <p:cNvSpPr>
            <a:spLocks noGrp="1"/>
          </p:cNvSpPr>
          <p:nvPr/>
        </p:nvSpPr>
        <p:spPr>
          <a:xfrm>
            <a:off x="4205550" y="2766443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8" name="6">
            <a:extLst>
              <a:ext uri="{FF2B5EF4-FFF2-40B4-BE49-F238E27FC236}">
                <ns2:creationId id="{7D152973-2A2F-4F6C-A346-48F18F7F6EAE}"/>
              </a:ext>
            </a:extLst>
          </p:cNvPr>
          <p:cNvSpPr>
            <a:spLocks noGrp="1"/>
          </p:cNvSpPr>
          <p:nvPr/>
        </p:nvSpPr>
        <p:spPr>
          <a:xfrm>
            <a:off x="398877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49" name="6">
            <a:extLst>
              <a:ext uri="{FF2B5EF4-FFF2-40B4-BE49-F238E27FC236}">
                <ns2:creationId id="{628EF0C0-E209-4814-B894-B273FED5BD42}"/>
              </a:ext>
            </a:extLst>
          </p:cNvPr>
          <p:cNvSpPr>
            <a:spLocks noGrp="1"/>
          </p:cNvSpPr>
          <p:nvPr/>
        </p:nvSpPr>
        <p:spPr>
          <a:xfrm>
            <a:off x="3307488" y="287741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442BB66C-7843-4D0C-A65A-B20F318CDF1B}"/>
              </a:ext>
            </a:extLst>
          </p:cNvPr>
          <p:cNvSpPr>
            <a:spLocks noGrp="1"/>
          </p:cNvSpPr>
          <p:nvPr/>
        </p:nvSpPr>
        <p:spPr>
          <a:xfrm>
            <a:off x="3446842" y="2872249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1" name="diagram block">
            <a:extLst>
              <a:ext uri="{FF2B5EF4-FFF2-40B4-BE49-F238E27FC236}">
                <ns2:creationId id="{59DF6D83-6EBA-4091-9830-6B45A53BC985}"/>
              </a:ext>
            </a:extLst>
          </p:cNvPr>
          <p:cNvSpPr>
            <a:spLocks noGrp="1"/>
          </p:cNvSpPr>
          <p:nvPr/>
        </p:nvSpPr>
        <p:spPr>
          <a:xfrm>
            <a:off x="3555229" y="2872249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2" name="diagram block">
            <a:extLst>
              <a:ext uri="{FF2B5EF4-FFF2-40B4-BE49-F238E27FC236}">
                <ns2:creationId id="{FBE5F464-D2F3-4B37-978E-605F28B842E7}"/>
              </a:ext>
            </a:extLst>
          </p:cNvPr>
          <p:cNvSpPr>
            <a:spLocks noGrp="1"/>
          </p:cNvSpPr>
          <p:nvPr/>
        </p:nvSpPr>
        <p:spPr>
          <a:xfrm>
            <a:off x="3663616" y="2872249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3" name="diagram block">
            <a:extLst>
              <a:ext uri="{FF2B5EF4-FFF2-40B4-BE49-F238E27FC236}">
                <ns2:creationId id="{25665FE3-EED5-4A94-B8E3-8771A590AEBD}"/>
              </a:ext>
            </a:extLst>
          </p:cNvPr>
          <p:cNvSpPr>
            <a:spLocks noGrp="1"/>
          </p:cNvSpPr>
          <p:nvPr/>
        </p:nvSpPr>
        <p:spPr>
          <a:xfrm>
            <a:off x="3772003" y="2872249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4" name="diagram block">
            <a:extLst>
              <a:ext uri="{FF2B5EF4-FFF2-40B4-BE49-F238E27FC236}">
                <ns2:creationId id="{50D7CACB-B9BE-469B-8475-46D978353358}"/>
              </a:ext>
            </a:extLst>
          </p:cNvPr>
          <p:cNvSpPr>
            <a:spLocks noGrp="1"/>
          </p:cNvSpPr>
          <p:nvPr/>
        </p:nvSpPr>
        <p:spPr>
          <a:xfrm>
            <a:off x="3880389" y="2872249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5" name="diagram block">
            <a:extLst>
              <a:ext uri="{FF2B5EF4-FFF2-40B4-BE49-F238E27FC236}">
                <ns2:creationId id="{495CA37E-2E61-4413-9021-9C272E38A623}"/>
              </a:ext>
            </a:extLst>
          </p:cNvPr>
          <p:cNvSpPr>
            <a:spLocks noGrp="1"/>
          </p:cNvSpPr>
          <p:nvPr/>
        </p:nvSpPr>
        <p:spPr>
          <a:xfrm>
            <a:off x="3988776" y="2872249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6" name="×">
            <a:extLst>
              <a:ext uri="{FF2B5EF4-FFF2-40B4-BE49-F238E27FC236}">
                <ns2:creationId id="{D9D46BAE-4C48-4EA1-8D13-F128B714673E}"/>
              </a:ext>
            </a:extLst>
          </p:cNvPr>
          <p:cNvSpPr>
            <a:spLocks noGrp="1"/>
          </p:cNvSpPr>
          <p:nvPr/>
        </p:nvSpPr>
        <p:spPr>
          <a:xfrm>
            <a:off x="3988776" y="2867088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7" name="diagram block">
            <a:extLst>
              <a:ext uri="{FF2B5EF4-FFF2-40B4-BE49-F238E27FC236}">
                <ns2:creationId id="{1921F444-4FD0-4BEB-ABBE-E3E9C50F04DE}"/>
              </a:ext>
            </a:extLst>
          </p:cNvPr>
          <p:cNvSpPr>
            <a:spLocks noGrp="1"/>
          </p:cNvSpPr>
          <p:nvPr/>
        </p:nvSpPr>
        <p:spPr>
          <a:xfrm>
            <a:off x="4097163" y="2872249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8" name="diagram block">
            <a:extLst>
              <a:ext uri="{FF2B5EF4-FFF2-40B4-BE49-F238E27FC236}">
                <ns2:creationId id="{213FF080-0D4A-41BD-9BE2-72E73B8350F8}"/>
              </a:ext>
            </a:extLst>
          </p:cNvPr>
          <p:cNvSpPr>
            <a:spLocks noGrp="1"/>
          </p:cNvSpPr>
          <p:nvPr/>
        </p:nvSpPr>
        <p:spPr>
          <a:xfrm>
            <a:off x="4205550" y="2872249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9" name="7">
            <a:extLst>
              <a:ext uri="{FF2B5EF4-FFF2-40B4-BE49-F238E27FC236}">
                <ns2:creationId id="{6023A482-7A52-47F3-A4AC-8940503E05B1}"/>
              </a:ext>
            </a:extLst>
          </p:cNvPr>
          <p:cNvSpPr>
            <a:spLocks noGrp="1"/>
          </p:cNvSpPr>
          <p:nvPr/>
        </p:nvSpPr>
        <p:spPr>
          <a:xfrm>
            <a:off x="409716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0" name="7">
            <a:extLst>
              <a:ext uri="{FF2B5EF4-FFF2-40B4-BE49-F238E27FC236}">
                <ns2:creationId id="{9562954B-D28B-4400-8C48-25C9A4A22EC3}"/>
              </a:ext>
            </a:extLst>
          </p:cNvPr>
          <p:cNvSpPr>
            <a:spLocks noGrp="1"/>
          </p:cNvSpPr>
          <p:nvPr/>
        </p:nvSpPr>
        <p:spPr>
          <a:xfrm>
            <a:off x="3307488" y="298321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1" name="diagram block">
            <a:extLst>
              <a:ext uri="{FF2B5EF4-FFF2-40B4-BE49-F238E27FC236}">
                <ns2:creationId id="{00EDCF3B-0B0C-48EA-85FB-D427BF7D9D90}"/>
              </a:ext>
            </a:extLst>
          </p:cNvPr>
          <p:cNvSpPr>
            <a:spLocks noGrp="1"/>
          </p:cNvSpPr>
          <p:nvPr/>
        </p:nvSpPr>
        <p:spPr>
          <a:xfrm>
            <a:off x="3446842" y="2978055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2" name="diagram block">
            <a:extLst>
              <a:ext uri="{FF2B5EF4-FFF2-40B4-BE49-F238E27FC236}">
                <ns2:creationId id="{FC029931-E283-4AFD-8FBF-004C144124CC}"/>
              </a:ext>
            </a:extLst>
          </p:cNvPr>
          <p:cNvSpPr>
            <a:spLocks noGrp="1"/>
          </p:cNvSpPr>
          <p:nvPr/>
        </p:nvSpPr>
        <p:spPr>
          <a:xfrm>
            <a:off x="3555229" y="2978055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3" name="diagram block">
            <a:extLst>
              <a:ext uri="{FF2B5EF4-FFF2-40B4-BE49-F238E27FC236}">
                <ns2:creationId id="{819DAF18-8C18-4E84-805B-2B3C24111661}"/>
              </a:ext>
            </a:extLst>
          </p:cNvPr>
          <p:cNvSpPr>
            <a:spLocks noGrp="1"/>
          </p:cNvSpPr>
          <p:nvPr/>
        </p:nvSpPr>
        <p:spPr>
          <a:xfrm>
            <a:off x="3663616" y="2978055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4" name="diagram block">
            <a:extLst>
              <a:ext uri="{FF2B5EF4-FFF2-40B4-BE49-F238E27FC236}">
                <ns2:creationId id="{5A99A18E-4E2E-4E09-B2DB-731D984EF509}"/>
              </a:ext>
            </a:extLst>
          </p:cNvPr>
          <p:cNvSpPr>
            <a:spLocks noGrp="1"/>
          </p:cNvSpPr>
          <p:nvPr/>
        </p:nvSpPr>
        <p:spPr>
          <a:xfrm>
            <a:off x="3772003" y="2978055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5" name="diagram block">
            <a:extLst>
              <a:ext uri="{FF2B5EF4-FFF2-40B4-BE49-F238E27FC236}">
                <ns2:creationId id="{F149DEB8-65E4-4BFE-A6AB-74705F3C78BE}"/>
              </a:ext>
            </a:extLst>
          </p:cNvPr>
          <p:cNvSpPr>
            <a:spLocks noGrp="1"/>
          </p:cNvSpPr>
          <p:nvPr/>
        </p:nvSpPr>
        <p:spPr>
          <a:xfrm>
            <a:off x="3880389" y="2978055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6" name="diagram block">
            <a:extLst>
              <a:ext uri="{FF2B5EF4-FFF2-40B4-BE49-F238E27FC236}">
                <ns2:creationId id="{B1D72E2B-C192-4CBC-89F4-900533AC61F4}"/>
              </a:ext>
            </a:extLst>
          </p:cNvPr>
          <p:cNvSpPr>
            <a:spLocks noGrp="1"/>
          </p:cNvSpPr>
          <p:nvPr/>
        </p:nvSpPr>
        <p:spPr>
          <a:xfrm>
            <a:off x="3988776" y="2978055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7" name="diagram block">
            <a:extLst>
              <a:ext uri="{FF2B5EF4-FFF2-40B4-BE49-F238E27FC236}">
                <ns2:creationId id="{1B541F39-A17B-4339-BB18-92C2CC2095DD}"/>
              </a:ext>
            </a:extLst>
          </p:cNvPr>
          <p:cNvSpPr>
            <a:spLocks noGrp="1"/>
          </p:cNvSpPr>
          <p:nvPr/>
        </p:nvSpPr>
        <p:spPr>
          <a:xfrm>
            <a:off x="4097163" y="2978055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8" name="×">
            <a:extLst>
              <a:ext uri="{FF2B5EF4-FFF2-40B4-BE49-F238E27FC236}">
                <ns2:creationId id="{C3457DE9-FF04-4A4E-85F6-83DFB2CA7DCD}"/>
              </a:ext>
            </a:extLst>
          </p:cNvPr>
          <p:cNvSpPr>
            <a:spLocks noGrp="1"/>
          </p:cNvSpPr>
          <p:nvPr/>
        </p:nvSpPr>
        <p:spPr>
          <a:xfrm>
            <a:off x="4097163" y="2972894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8C29811B-D62E-4898-8C8E-F41AF9BB1477}"/>
              </a:ext>
            </a:extLst>
          </p:cNvPr>
          <p:cNvSpPr>
            <a:spLocks noGrp="1"/>
          </p:cNvSpPr>
          <p:nvPr/>
        </p:nvSpPr>
        <p:spPr>
          <a:xfrm>
            <a:off x="4205550" y="2978055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0" name="8">
            <a:extLst>
              <a:ext uri="{FF2B5EF4-FFF2-40B4-BE49-F238E27FC236}">
                <ns2:creationId id="{861A3C7A-0852-454D-985C-2F7132BBAFF7}"/>
              </a:ext>
            </a:extLst>
          </p:cNvPr>
          <p:cNvSpPr>
            <a:spLocks noGrp="1"/>
          </p:cNvSpPr>
          <p:nvPr/>
        </p:nvSpPr>
        <p:spPr>
          <a:xfrm>
            <a:off x="4205550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1" name="8">
            <a:extLst>
              <a:ext uri="{FF2B5EF4-FFF2-40B4-BE49-F238E27FC236}">
                <ns2:creationId id="{991373B9-2643-42C5-8DD1-6BFCABAAB3F3}"/>
              </a:ext>
            </a:extLst>
          </p:cNvPr>
          <p:cNvSpPr>
            <a:spLocks noGrp="1"/>
          </p:cNvSpPr>
          <p:nvPr/>
        </p:nvSpPr>
        <p:spPr>
          <a:xfrm>
            <a:off x="3307488" y="308902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2" name="diagram block">
            <a:extLst>
              <a:ext uri="{FF2B5EF4-FFF2-40B4-BE49-F238E27FC236}">
                <ns2:creationId id="{BB5F62FA-905A-48FC-B423-630018492B41}"/>
              </a:ext>
            </a:extLst>
          </p:cNvPr>
          <p:cNvSpPr>
            <a:spLocks noGrp="1"/>
          </p:cNvSpPr>
          <p:nvPr/>
        </p:nvSpPr>
        <p:spPr>
          <a:xfrm>
            <a:off x="3446842" y="308386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3" name="diagram block">
            <a:extLst>
              <a:ext uri="{FF2B5EF4-FFF2-40B4-BE49-F238E27FC236}">
                <ns2:creationId id="{846D5835-757B-4DEC-A754-78B7BE494B18}"/>
              </a:ext>
            </a:extLst>
          </p:cNvPr>
          <p:cNvSpPr>
            <a:spLocks noGrp="1"/>
          </p:cNvSpPr>
          <p:nvPr/>
        </p:nvSpPr>
        <p:spPr>
          <a:xfrm>
            <a:off x="3555229" y="308386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4" name="diagram block">
            <a:extLst>
              <a:ext uri="{FF2B5EF4-FFF2-40B4-BE49-F238E27FC236}">
                <ns2:creationId id="{1D82B5CE-C7BC-47A6-9B40-BC0D92E41D5F}"/>
              </a:ext>
            </a:extLst>
          </p:cNvPr>
          <p:cNvSpPr>
            <a:spLocks noGrp="1"/>
          </p:cNvSpPr>
          <p:nvPr/>
        </p:nvSpPr>
        <p:spPr>
          <a:xfrm>
            <a:off x="3663616" y="308386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5" name="diagram block">
            <a:extLst>
              <a:ext uri="{FF2B5EF4-FFF2-40B4-BE49-F238E27FC236}">
                <ns2:creationId id="{925D7186-1208-4056-8A9B-C21FA7F74438}"/>
              </a:ext>
            </a:extLst>
          </p:cNvPr>
          <p:cNvSpPr>
            <a:spLocks noGrp="1"/>
          </p:cNvSpPr>
          <p:nvPr/>
        </p:nvSpPr>
        <p:spPr>
          <a:xfrm>
            <a:off x="3772003" y="308386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6" name="diagram block">
            <a:extLst>
              <a:ext uri="{FF2B5EF4-FFF2-40B4-BE49-F238E27FC236}">
                <ns2:creationId id="{77DDC1F2-3429-43BA-B048-70BA927C149A}"/>
              </a:ext>
            </a:extLst>
          </p:cNvPr>
          <p:cNvSpPr>
            <a:spLocks noGrp="1"/>
          </p:cNvSpPr>
          <p:nvPr/>
        </p:nvSpPr>
        <p:spPr>
          <a:xfrm>
            <a:off x="3880389" y="308386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7" name="diagram block">
            <a:extLst>
              <a:ext uri="{FF2B5EF4-FFF2-40B4-BE49-F238E27FC236}">
                <ns2:creationId id="{3B542FC8-9A7D-498F-95E4-4D9BA00C4438}"/>
              </a:ext>
            </a:extLst>
          </p:cNvPr>
          <p:cNvSpPr>
            <a:spLocks noGrp="1"/>
          </p:cNvSpPr>
          <p:nvPr/>
        </p:nvSpPr>
        <p:spPr>
          <a:xfrm>
            <a:off x="3988776" y="3083861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8" name="diagram block">
            <a:extLst>
              <a:ext uri="{FF2B5EF4-FFF2-40B4-BE49-F238E27FC236}">
                <ns2:creationId id="{D779FC10-E2E9-4E51-8D4A-42C6C7E13220}"/>
              </a:ext>
            </a:extLst>
          </p:cNvPr>
          <p:cNvSpPr>
            <a:spLocks noGrp="1"/>
          </p:cNvSpPr>
          <p:nvPr/>
        </p:nvSpPr>
        <p:spPr>
          <a:xfrm>
            <a:off x="4097163" y="308386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9" name="diagram block">
            <a:extLst>
              <a:ext uri="{FF2B5EF4-FFF2-40B4-BE49-F238E27FC236}">
                <ns2:creationId id="{DCA34AF0-36BE-4410-BD56-AA586004BDF2}"/>
              </a:ext>
            </a:extLst>
          </p:cNvPr>
          <p:cNvSpPr>
            <a:spLocks noGrp="1"/>
          </p:cNvSpPr>
          <p:nvPr/>
        </p:nvSpPr>
        <p:spPr>
          <a:xfrm>
            <a:off x="4205550" y="308386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80" name="×">
            <a:extLst>
              <a:ext uri="{FF2B5EF4-FFF2-40B4-BE49-F238E27FC236}">
                <ns2:creationId id="{A63B4E3C-D966-4AC3-916B-9C2D24B546AD}"/>
              </a:ext>
            </a:extLst>
          </p:cNvPr>
          <p:cNvSpPr>
            <a:spLocks noGrp="1"/>
          </p:cNvSpPr>
          <p:nvPr/>
        </p:nvSpPr>
        <p:spPr>
          <a:xfrm>
            <a:off x="4205550" y="3078700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81" name="dᵢⱼ">
            <a:extLst>
              <a:ext uri="{FF2B5EF4-FFF2-40B4-BE49-F238E27FC236}">
                <ns2:creationId id="{545AA2A6-493F-46D5-9E28-1307D91ACAF7}"/>
              </a:ext>
            </a:extLst>
          </p:cNvPr>
          <p:cNvSpPr>
            <a:spLocks noGrp="1"/>
          </p:cNvSpPr>
          <p:nvPr/>
        </p:nvSpPr>
        <p:spPr>
          <a:xfrm>
            <a:off x="4422323" y="2260638"/>
            <a:ext cx="17548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>
              <a:ext uri="{FF2B5EF4-FFF2-40B4-BE49-F238E27FC236}">
                <ns2:creationId id="{D2FACA13-20BC-4C85-B60D-C655516C042F}"/>
              </a:ext>
            </a:extLst>
          </p:cNvPr>
          <p:cNvSpPr>
            <a:spLocks noGrp="1"/>
          </p:cNvSpPr>
          <p:nvPr/>
        </p:nvSpPr>
        <p:spPr>
          <a:xfrm>
            <a:off x="4386194" y="2394831"/>
            <a:ext cx="77419" cy="707095"/>
          </a:xfrm>
          <a:prstGeom prst="rect">
            <a:avLst/>
          </a:prstGeom>
          <a:gradFill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w="3097">
            <a:solidFill>
              <a:srgbClr val="B6CADB"/>
            </a:solidFill>
            <a:prstDash val="solid"/>
          </a:ln>
        </p:spPr>
      </p:sp>
      <p:sp>
        <p:nvSpPr>
          <p:cNvPr id="283" name="high">
            <a:extLst>
              <a:ext uri="{FF2B5EF4-FFF2-40B4-BE49-F238E27FC236}">
                <ns2:creationId id="{14F2445F-4E25-4D39-8CD0-DC0DEAEB3DB4}"/>
              </a:ext>
            </a:extLst>
          </p:cNvPr>
          <p:cNvSpPr>
            <a:spLocks noGrp="1"/>
          </p:cNvSpPr>
          <p:nvPr/>
        </p:nvSpPr>
        <p:spPr>
          <a:xfrm>
            <a:off x="4504903" y="2405154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284" name="low">
            <a:extLst>
              <a:ext uri="{FF2B5EF4-FFF2-40B4-BE49-F238E27FC236}">
                <ns2:creationId id="{04A9FB9D-F2F5-437F-84D1-81C503C3F0B7}"/>
              </a:ext>
            </a:extLst>
          </p:cNvPr>
          <p:cNvSpPr>
            <a:spLocks noGrp="1"/>
          </p:cNvSpPr>
          <p:nvPr/>
        </p:nvSpPr>
        <p:spPr>
          <a:xfrm>
            <a:off x="4504903" y="3019345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285" name="Diagonal masked (no self-relation)">
            <a:extLst>
              <a:ext uri="{FF2B5EF4-FFF2-40B4-BE49-F238E27FC236}">
                <ns2:creationId id="{E7E2275A-4C16-4AE5-B8C2-0940C9A51F9C}"/>
              </a:ext>
            </a:extLst>
          </p:cNvPr>
          <p:cNvSpPr>
            <a:spLocks noGrp="1"/>
          </p:cNvSpPr>
          <p:nvPr/>
        </p:nvSpPr>
        <p:spPr>
          <a:xfrm>
            <a:off x="3307488" y="3277409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Diagonal masked (no self-relation)</a:t>
            </a:r>
          </a:p>
        </p:txBody>
      </p:sp>
      <p:sp>
        <p:nvSpPr>
          <p:cNvPr id="286" name="All other windows are neighbors">
            <a:extLst>
              <a:ext uri="{FF2B5EF4-FFF2-40B4-BE49-F238E27FC236}">
                <ns2:creationId id="{EE73D0FF-D00D-45B2-90BD-DA6396FA5FAC}"/>
              </a:ext>
            </a:extLst>
          </p:cNvPr>
          <p:cNvSpPr>
            <a:spLocks noGrp="1"/>
          </p:cNvSpPr>
          <p:nvPr/>
        </p:nvSpPr>
        <p:spPr>
          <a:xfrm>
            <a:off x="3307488" y="3401280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</a:t>
            </a:r>
          </a:p>
        </p:txBody>
      </p:sp>
      <p:sp>
        <p:nvSpPr>
          <p:cNvPr id="287" name="diagram block">
            <a:extLst>
              <a:ext uri="{FF2B5EF4-FFF2-40B4-BE49-F238E27FC236}">
                <ns2:creationId id="{D97A58A8-2305-4B53-9A47-5BCDE201F64E}"/>
              </a:ext>
            </a:extLst>
          </p:cNvPr>
          <p:cNvSpPr>
            <a:spLocks noGrp="1"/>
          </p:cNvSpPr>
          <p:nvPr/>
        </p:nvSpPr>
        <p:spPr>
          <a:xfrm>
            <a:off x="4721677" y="2229670"/>
            <a:ext cx="1176770" cy="1326447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3871">
            <a:solidFill>
              <a:srgbClr val="C3DDF3"/>
            </a:solidFill>
            <a:prstDash val="solid"/>
          </a:ln>
        </p:spPr>
      </p:sp>
      <p:sp>
        <p:nvSpPr>
          <p:cNvPr id="288" name="dᵢⱼ =">
            <a:extLst>
              <a:ext uri="{FF2B5EF4-FFF2-40B4-BE49-F238E27FC236}">
                <ns2:creationId id="{E952C16D-0443-45E2-BA8F-B2AF72253384}"/>
              </a:ext>
            </a:extLst>
          </p:cNvPr>
          <p:cNvSpPr>
            <a:spLocks noGrp="1"/>
          </p:cNvSpPr>
          <p:nvPr/>
        </p:nvSpPr>
        <p:spPr>
          <a:xfrm>
            <a:off x="4799096" y="2379347"/>
            <a:ext cx="283870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>
              <a:ext uri="{FF2B5EF4-FFF2-40B4-BE49-F238E27FC236}">
                <ns2:creationId id="{79C1CEBA-88AD-4877-AB6B-6B6ED6E54483}"/>
              </a:ext>
            </a:extLst>
          </p:cNvPr>
          <p:cNvSpPr>
            <a:spLocks noGrp="1"/>
          </p:cNvSpPr>
          <p:nvPr/>
        </p:nvSpPr>
        <p:spPr>
          <a:xfrm>
            <a:off x="5088127" y="2332896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>
              <a:ext uri="{FF2B5EF4-FFF2-40B4-BE49-F238E27FC236}">
                <ns2:creationId id="{3D3ACCA3-7F89-4F0E-8EB6-86D831F2B385}"/>
              </a:ext>
            </a:extLst>
          </p:cNvPr>
          <p:cNvCxnSpPr/>
          <p:nvPr/>
        </p:nvCxnSpPr>
        <p:spPr>
          <a:xfrm flipH="0" flipV="0">
            <a:off x="5103611" y="2461876"/>
            <a:ext cx="98064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>
              <a:ext uri="{FF2B5EF4-FFF2-40B4-BE49-F238E27FC236}">
                <ns2:creationId id="{B7EAECAC-D7C0-4B19-82F6-7CEE59C070B9}"/>
              </a:ext>
            </a:extLst>
          </p:cNvPr>
          <p:cNvSpPr>
            <a:spLocks noGrp="1"/>
          </p:cNvSpPr>
          <p:nvPr/>
        </p:nvSpPr>
        <p:spPr>
          <a:xfrm>
            <a:off x="5088127" y="2469773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>
              <a:ext uri="{FF2B5EF4-FFF2-40B4-BE49-F238E27FC236}">
                <ns2:creationId id="{2C7DA7CF-F5D9-4AFF-AEF9-DB76D35478B1}"/>
              </a:ext>
            </a:extLst>
          </p:cNvPr>
          <p:cNvSpPr>
            <a:spLocks noGrp="1"/>
          </p:cNvSpPr>
          <p:nvPr/>
        </p:nvSpPr>
        <p:spPr>
          <a:xfrm>
            <a:off x="5227482" y="2332896"/>
            <a:ext cx="201290" cy="2322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04"/>
          </a:bodyPr>
          <a:lstStyle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>
              <a:ext uri="{FF2B5EF4-FFF2-40B4-BE49-F238E27FC236}">
                <ns2:creationId id="{13B81F44-F733-47E0-9DE9-C6D1B3F818EA}"/>
              </a:ext>
            </a:extLst>
          </p:cNvPr>
          <p:cNvSpPr>
            <a:spLocks noGrp="1"/>
          </p:cNvSpPr>
          <p:nvPr/>
        </p:nvSpPr>
        <p:spPr>
          <a:xfrm>
            <a:off x="5279095" y="2260638"/>
            <a:ext cx="14967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>
              <a:ext uri="{FF2B5EF4-FFF2-40B4-BE49-F238E27FC236}">
                <ns2:creationId id="{CE245E2F-3CE1-4A9C-9963-F7C2B0FA9103}"/>
              </a:ext>
            </a:extLst>
          </p:cNvPr>
          <p:cNvSpPr>
            <a:spLocks noGrp="1"/>
          </p:cNvSpPr>
          <p:nvPr/>
        </p:nvSpPr>
        <p:spPr>
          <a:xfrm>
            <a:off x="5211998" y="2559992"/>
            <a:ext cx="22193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>
              <a:ext uri="{FF2B5EF4-FFF2-40B4-BE49-F238E27FC236}">
                <ns2:creationId id="{0DC79FA8-254B-4BCC-BA61-0FE45233BAEE}"/>
              </a:ext>
            </a:extLst>
          </p:cNvPr>
          <p:cNvSpPr>
            <a:spLocks noGrp="1"/>
          </p:cNvSpPr>
          <p:nvPr/>
        </p:nvSpPr>
        <p:spPr>
          <a:xfrm>
            <a:off x="5402965" y="2394831"/>
            <a:ext cx="469676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09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>
              <a:ext uri="{FF2B5EF4-FFF2-40B4-BE49-F238E27FC236}">
                <ns2:creationId id="{EBDAF7A2-0C2B-451F-A4AC-E58297724EDE}"/>
              </a:ext>
            </a:extLst>
          </p:cNvPr>
          <p:cNvSpPr>
            <a:spLocks noGrp="1"/>
          </p:cNvSpPr>
          <p:nvPr/>
        </p:nvSpPr>
        <p:spPr>
          <a:xfrm>
            <a:off x="4773290" y="2776765"/>
            <a:ext cx="459353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>
              <a:ext uri="{FF2B5EF4-FFF2-40B4-BE49-F238E27FC236}">
                <ns2:creationId id="{6A5349B9-A768-4F2B-9CFE-4C8B548A140E}"/>
              </a:ext>
            </a:extLst>
          </p:cNvPr>
          <p:cNvSpPr>
            <a:spLocks noGrp="1"/>
          </p:cNvSpPr>
          <p:nvPr/>
        </p:nvSpPr>
        <p:spPr>
          <a:xfrm>
            <a:off x="5217159" y="2689024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(−dᵢⱼ / τₐ)</a:t>
            </a:r>
          </a:p>
        </p:txBody>
      </p:sp>
      <p:cxnSp>
        <p:nvCxnSpPr>
          <p:cNvPr id="298" name="native PowerPoint connector">
            <a:extLst>
              <a:ext uri="{FF2B5EF4-FFF2-40B4-BE49-F238E27FC236}">
                <ns2:creationId id="{64312D20-D465-4197-A349-B23FB3C875CB}"/>
              </a:ext>
            </a:extLst>
          </p:cNvPr>
          <p:cNvCxnSpPr/>
          <p:nvPr/>
        </p:nvCxnSpPr>
        <p:spPr>
          <a:xfrm flipH="0" flipV="0">
            <a:off x="5232643" y="2843294"/>
            <a:ext cx="619353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>
              <a:ext uri="{FF2B5EF4-FFF2-40B4-BE49-F238E27FC236}">
                <ns2:creationId id="{D40D89C2-B2C3-400F-AB41-2B10E028F95D}"/>
              </a:ext>
            </a:extLst>
          </p:cNvPr>
          <p:cNvSpPr>
            <a:spLocks noGrp="1"/>
          </p:cNvSpPr>
          <p:nvPr/>
        </p:nvSpPr>
        <p:spPr>
          <a:xfrm>
            <a:off x="5217159" y="2852739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283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</a:t>
            </a: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(−dᵢₖ / τₐ)</a:t>
            </a:r>
          </a:p>
        </p:txBody>
      </p:sp>
      <p:sp>
        <p:nvSpPr>
          <p:cNvPr id="300" name="for j ≠ i">
            <a:extLst>
              <a:ext uri="{FF2B5EF4-FFF2-40B4-BE49-F238E27FC236}">
                <ns2:creationId id="{1979637F-20D6-42CD-BBE6-E28A9E79D7FB}"/>
              </a:ext>
            </a:extLst>
          </p:cNvPr>
          <p:cNvSpPr>
            <a:spLocks noGrp="1"/>
          </p:cNvSpPr>
          <p:nvPr/>
        </p:nvSpPr>
        <p:spPr>
          <a:xfrm>
            <a:off x="5088127" y="3081281"/>
            <a:ext cx="717417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96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>
              <a:ext uri="{FF2B5EF4-FFF2-40B4-BE49-F238E27FC236}">
                <ns2:creationId id="{683370FD-FB9F-439C-A0BB-7F703251670F}"/>
              </a:ext>
            </a:extLst>
          </p:cNvPr>
          <p:cNvSpPr>
            <a:spLocks noGrp="1"/>
          </p:cNvSpPr>
          <p:nvPr/>
        </p:nvSpPr>
        <p:spPr>
          <a:xfrm>
            <a:off x="4799096" y="3215474"/>
            <a:ext cx="1037416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>
              <a:ext uri="{FF2B5EF4-FFF2-40B4-BE49-F238E27FC236}">
                <ns2:creationId id="{1E9094BA-FE7F-4F60-BAF3-1AC36F1838B7}"/>
              </a:ext>
            </a:extLst>
          </p:cNvPr>
          <p:cNvSpPr>
            <a:spLocks noGrp="1"/>
          </p:cNvSpPr>
          <p:nvPr/>
        </p:nvSpPr>
        <p:spPr>
          <a:xfrm>
            <a:off x="4793935" y="3349667"/>
            <a:ext cx="1047739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and student share τₐ)</a:t>
            </a:r>
          </a:p>
        </p:txBody>
      </p:sp>
      <p:sp>
        <p:nvSpPr>
          <p:cNvPr id="303" name="diagram block">
            <a:extLst>
              <a:ext uri="{FF2B5EF4-FFF2-40B4-BE49-F238E27FC236}">
                <ns2:creationId id="{ED666A9D-FE59-4CA0-87E6-4D52500FD056}"/>
              </a:ext>
            </a:extLst>
          </p:cNvPr>
          <p:cNvSpPr>
            <a:spLocks noGrp="1"/>
          </p:cNvSpPr>
          <p:nvPr/>
        </p:nvSpPr>
        <p:spPr>
          <a:xfrm>
            <a:off x="3292004" y="3623214"/>
            <a:ext cx="2611605" cy="304515"/>
          </a:xfrm>
          <a:prstGeom prst="roundRect">
            <a:avLst>
              <a:gd name="adj" fmla="val 10169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9A0"/>
            </a:solidFill>
            <a:prstDash val="solid"/>
          </a:ln>
        </p:spPr>
      </p:sp>
      <p:sp>
        <p:nvSpPr>
          <p:cNvPr id="304" name="L_temp,a = mean_i KL(p^T(· | i) || p^S(· | i))">
            <a:extLst>
              <a:ext uri="{FF2B5EF4-FFF2-40B4-BE49-F238E27FC236}">
                <ns2:creationId id="{1C449188-9D64-4FE0-8051-E1EDE56E75A6}"/>
              </a:ext>
            </a:extLst>
          </p:cNvPr>
          <p:cNvSpPr>
            <a:spLocks noGrp="1"/>
          </p:cNvSpPr>
          <p:nvPr/>
        </p:nvSpPr>
        <p:spPr>
          <a:xfrm>
            <a:off x="3348778" y="3710956"/>
            <a:ext cx="2503218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305" name="All other windows are neighbors (diagonal masked).">
            <a:extLst>
              <a:ext uri="{FF2B5EF4-FFF2-40B4-BE49-F238E27FC236}">
                <ns2:creationId id="{F7066CF3-25FD-4EDB-AAC5-B6D34E1B4335}"/>
              </a:ext>
            </a:extLst>
          </p:cNvPr>
          <p:cNvSpPr>
            <a:spLocks noGrp="1"/>
          </p:cNvSpPr>
          <p:nvPr/>
        </p:nvSpPr>
        <p:spPr>
          <a:xfrm>
            <a:off x="3322972" y="3999987"/>
            <a:ext cx="25341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 (diagonal masked).</a:t>
            </a:r>
          </a:p>
        </p:txBody>
      </p:sp>
      <p:sp>
        <p:nvSpPr>
          <p:cNvPr id="306" name="diagram block">
            <a:extLst>
              <a:ext uri="{FF2B5EF4-FFF2-40B4-BE49-F238E27FC236}">
                <ns2:creationId id="{D0EA959D-E50A-499E-BE92-E417EDCCE349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307" name="diagram block">
            <a:extLst>
              <a:ext uri="{FF2B5EF4-FFF2-40B4-BE49-F238E27FC236}">
                <ns2:creationId id="{12A7A761-18C1-4CE9-9CA9-4970D138E6D2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308" name="Camera 1 (view 1)">
            <a:extLst>
              <a:ext uri="{FF2B5EF4-FFF2-40B4-BE49-F238E27FC236}">
                <ns2:creationId id="{3DC68C9C-1913-4B07-93A6-6E6F05FFDDE7}"/>
              </a:ext>
            </a:extLst>
          </p:cNvPr>
          <p:cNvSpPr>
            <a:spLocks noGrp="1"/>
          </p:cNvSpPr>
          <p:nvPr/>
        </p:nvSpPr>
        <p:spPr>
          <a:xfrm>
            <a:off x="6099737" y="676127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1 (view 1)</a:t>
            </a:r>
          </a:p>
        </p:txBody>
      </p:sp>
      <p:sp>
        <p:nvSpPr>
          <p:cNvPr id="309" name="Time 1 (future)">
            <a:extLst>
              <a:ext uri="{FF2B5EF4-FFF2-40B4-BE49-F238E27FC236}">
                <ns2:creationId id="{84400F71-545B-4B18-BD9C-CD6F50B00ECC}"/>
              </a:ext>
            </a:extLst>
          </p:cNvPr>
          <p:cNvSpPr>
            <a:spLocks noGrp="1"/>
          </p:cNvSpPr>
          <p:nvPr/>
        </p:nvSpPr>
        <p:spPr>
          <a:xfrm>
            <a:off x="6182317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310" name="Time 2 (future)">
            <a:extLst>
              <a:ext uri="{FF2B5EF4-FFF2-40B4-BE49-F238E27FC236}">
                <ns2:creationId id="{CCB0CE4B-F674-4EF6-B6ED-AE2FCDC121BA}"/>
              </a:ext>
            </a:extLst>
          </p:cNvPr>
          <p:cNvSpPr>
            <a:spLocks noGrp="1"/>
          </p:cNvSpPr>
          <p:nvPr/>
        </p:nvSpPr>
        <p:spPr>
          <a:xfrm>
            <a:off x="7064895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311" name="diagram block">
            <a:extLst>
              <a:ext uri="{FF2B5EF4-FFF2-40B4-BE49-F238E27FC236}">
                <ns2:creationId id="{20899F4E-191D-40A8-85BE-B2612884F1E4}"/>
              </a:ext>
            </a:extLst>
          </p:cNvPr>
          <p:cNvSpPr>
            <a:spLocks noGrp="1"/>
          </p:cNvSpPr>
          <p:nvPr/>
        </p:nvSpPr>
        <p:spPr>
          <a:xfrm>
            <a:off x="619780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2" name="diagram block">
            <a:extLst>
              <a:ext uri="{FF2B5EF4-FFF2-40B4-BE49-F238E27FC236}">
                <ns2:creationId id="{BEAE38F3-91B7-409D-97EB-EFF7C8819D51}"/>
              </a:ext>
            </a:extLst>
          </p:cNvPr>
          <p:cNvSpPr>
            <a:spLocks noGrp="1"/>
          </p:cNvSpPr>
          <p:nvPr/>
        </p:nvSpPr>
        <p:spPr>
          <a:xfrm>
            <a:off x="630360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3" name="diagram block">
            <a:extLst>
              <a:ext uri="{FF2B5EF4-FFF2-40B4-BE49-F238E27FC236}">
                <ns2:creationId id="{39046024-043B-4128-9FB0-FD7739582EFE}"/>
              </a:ext>
            </a:extLst>
          </p:cNvPr>
          <p:cNvSpPr>
            <a:spLocks noGrp="1"/>
          </p:cNvSpPr>
          <p:nvPr/>
        </p:nvSpPr>
        <p:spPr>
          <a:xfrm>
            <a:off x="640941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4" name="diagram block">
            <a:extLst>
              <a:ext uri="{FF2B5EF4-FFF2-40B4-BE49-F238E27FC236}">
                <ns2:creationId id="{E4D2298F-C293-45AA-AE37-03E00E3BFE8D}"/>
              </a:ext>
            </a:extLst>
          </p:cNvPr>
          <p:cNvSpPr>
            <a:spLocks noGrp="1"/>
          </p:cNvSpPr>
          <p:nvPr/>
        </p:nvSpPr>
        <p:spPr>
          <a:xfrm>
            <a:off x="651522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5" name="diagram block">
            <a:extLst>
              <a:ext uri="{FF2B5EF4-FFF2-40B4-BE49-F238E27FC236}">
                <ns2:creationId id="{D3997C13-DBCE-4836-8587-D792DF127AB8}"/>
              </a:ext>
            </a:extLst>
          </p:cNvPr>
          <p:cNvSpPr>
            <a:spLocks noGrp="1"/>
          </p:cNvSpPr>
          <p:nvPr/>
        </p:nvSpPr>
        <p:spPr>
          <a:xfrm>
            <a:off x="662102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6" name="diagram block">
            <a:extLst>
              <a:ext uri="{FF2B5EF4-FFF2-40B4-BE49-F238E27FC236}">
                <ns2:creationId id="{900D2935-F595-4D78-8902-FCBAFC49CC0A}"/>
              </a:ext>
            </a:extLst>
          </p:cNvPr>
          <p:cNvSpPr>
            <a:spLocks noGrp="1"/>
          </p:cNvSpPr>
          <p:nvPr/>
        </p:nvSpPr>
        <p:spPr>
          <a:xfrm>
            <a:off x="6726832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7" name="diagram block">
            <a:extLst>
              <a:ext uri="{FF2B5EF4-FFF2-40B4-BE49-F238E27FC236}">
                <ns2:creationId id="{BD3424D6-DE79-4104-B473-29B98191E2AE}"/>
              </a:ext>
            </a:extLst>
          </p:cNvPr>
          <p:cNvSpPr>
            <a:spLocks noGrp="1"/>
          </p:cNvSpPr>
          <p:nvPr/>
        </p:nvSpPr>
        <p:spPr>
          <a:xfrm>
            <a:off x="6832638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8" name="diagram block">
            <a:extLst>
              <a:ext uri="{FF2B5EF4-FFF2-40B4-BE49-F238E27FC236}">
                <ns2:creationId id="{E6CC36D5-128F-4195-B55D-C4A532CD388F}"/>
              </a:ext>
            </a:extLst>
          </p:cNvPr>
          <p:cNvSpPr>
            <a:spLocks noGrp="1"/>
          </p:cNvSpPr>
          <p:nvPr/>
        </p:nvSpPr>
        <p:spPr>
          <a:xfrm>
            <a:off x="619780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9" name="diagram block">
            <a:extLst>
              <a:ext uri="{FF2B5EF4-FFF2-40B4-BE49-F238E27FC236}">
                <ns2:creationId id="{2D9F8BB9-068E-48C8-A826-0FA23DBA1B19}"/>
              </a:ext>
            </a:extLst>
          </p:cNvPr>
          <p:cNvSpPr>
            <a:spLocks noGrp="1"/>
          </p:cNvSpPr>
          <p:nvPr/>
        </p:nvSpPr>
        <p:spPr>
          <a:xfrm>
            <a:off x="630360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0" name="diagram block">
            <a:extLst>
              <a:ext uri="{FF2B5EF4-FFF2-40B4-BE49-F238E27FC236}">
                <ns2:creationId id="{272416C5-53BE-4620-9600-F241720BEBB9}"/>
              </a:ext>
            </a:extLst>
          </p:cNvPr>
          <p:cNvSpPr>
            <a:spLocks noGrp="1"/>
          </p:cNvSpPr>
          <p:nvPr/>
        </p:nvSpPr>
        <p:spPr>
          <a:xfrm>
            <a:off x="640941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1" name="diagram block">
            <a:extLst>
              <a:ext uri="{FF2B5EF4-FFF2-40B4-BE49-F238E27FC236}">
                <ns2:creationId id="{AB30C460-9531-406D-B655-90D6E0882932}"/>
              </a:ext>
            </a:extLst>
          </p:cNvPr>
          <p:cNvSpPr>
            <a:spLocks noGrp="1"/>
          </p:cNvSpPr>
          <p:nvPr/>
        </p:nvSpPr>
        <p:spPr>
          <a:xfrm>
            <a:off x="651522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2" name="diagram block">
            <a:extLst>
              <a:ext uri="{FF2B5EF4-FFF2-40B4-BE49-F238E27FC236}">
                <ns2:creationId id="{8CBED9F2-3FEB-41E9-AA33-B5E682628773}"/>
              </a:ext>
            </a:extLst>
          </p:cNvPr>
          <p:cNvSpPr>
            <a:spLocks noGrp="1"/>
          </p:cNvSpPr>
          <p:nvPr/>
        </p:nvSpPr>
        <p:spPr>
          <a:xfrm>
            <a:off x="662102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3" name="diagram block">
            <a:extLst>
              <a:ext uri="{FF2B5EF4-FFF2-40B4-BE49-F238E27FC236}">
                <ns2:creationId id="{353AD3B6-0CE9-42A2-B6DE-BBFA45FFF6C6}"/>
              </a:ext>
            </a:extLst>
          </p:cNvPr>
          <p:cNvSpPr>
            <a:spLocks noGrp="1"/>
          </p:cNvSpPr>
          <p:nvPr/>
        </p:nvSpPr>
        <p:spPr>
          <a:xfrm>
            <a:off x="6726832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4" name="diagram block">
            <a:extLst>
              <a:ext uri="{FF2B5EF4-FFF2-40B4-BE49-F238E27FC236}">
                <ns2:creationId id="{B1CF6198-9339-4A5E-810D-FE75EBB8C87E}"/>
              </a:ext>
            </a:extLst>
          </p:cNvPr>
          <p:cNvSpPr>
            <a:spLocks noGrp="1"/>
          </p:cNvSpPr>
          <p:nvPr/>
        </p:nvSpPr>
        <p:spPr>
          <a:xfrm>
            <a:off x="6832638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5" name="diagram block">
            <a:extLst>
              <a:ext uri="{FF2B5EF4-FFF2-40B4-BE49-F238E27FC236}">
                <ns2:creationId id="{C3BEE39A-7118-4AA9-A9B0-0643FC4F5A42}"/>
              </a:ext>
            </a:extLst>
          </p:cNvPr>
          <p:cNvSpPr>
            <a:spLocks noGrp="1"/>
          </p:cNvSpPr>
          <p:nvPr/>
        </p:nvSpPr>
        <p:spPr>
          <a:xfrm>
            <a:off x="619780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6" name="diagram block">
            <a:extLst>
              <a:ext uri="{FF2B5EF4-FFF2-40B4-BE49-F238E27FC236}">
                <ns2:creationId id="{D7314CCC-48F5-4951-BCE7-A1160F7989A9}"/>
              </a:ext>
            </a:extLst>
          </p:cNvPr>
          <p:cNvSpPr>
            <a:spLocks noGrp="1"/>
          </p:cNvSpPr>
          <p:nvPr/>
        </p:nvSpPr>
        <p:spPr>
          <a:xfrm>
            <a:off x="630360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7" name="diagram block">
            <a:extLst>
              <a:ext uri="{FF2B5EF4-FFF2-40B4-BE49-F238E27FC236}">
                <ns2:creationId id="{7A3DD1B8-5B25-4CA8-A2FF-2D1CAE14AC7F}"/>
              </a:ext>
            </a:extLst>
          </p:cNvPr>
          <p:cNvSpPr>
            <a:spLocks noGrp="1"/>
          </p:cNvSpPr>
          <p:nvPr/>
        </p:nvSpPr>
        <p:spPr>
          <a:xfrm>
            <a:off x="6409414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8" name="diagram block">
            <a:extLst>
              <a:ext uri="{FF2B5EF4-FFF2-40B4-BE49-F238E27FC236}">
                <ns2:creationId id="{8754E66D-5324-4E7A-8C3E-01E1805254E6}"/>
              </a:ext>
            </a:extLst>
          </p:cNvPr>
          <p:cNvSpPr>
            <a:spLocks noGrp="1"/>
          </p:cNvSpPr>
          <p:nvPr/>
        </p:nvSpPr>
        <p:spPr>
          <a:xfrm>
            <a:off x="6515220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9" name="diagram block">
            <a:extLst>
              <a:ext uri="{FF2B5EF4-FFF2-40B4-BE49-F238E27FC236}">
                <ns2:creationId id="{B66BEACF-7EAF-427C-B3A8-6E1D4EDF7D0A}"/>
              </a:ext>
            </a:extLst>
          </p:cNvPr>
          <p:cNvSpPr>
            <a:spLocks noGrp="1"/>
          </p:cNvSpPr>
          <p:nvPr/>
        </p:nvSpPr>
        <p:spPr>
          <a:xfrm>
            <a:off x="6621026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0" name="diagram block">
            <a:extLst>
              <a:ext uri="{FF2B5EF4-FFF2-40B4-BE49-F238E27FC236}">
                <ns2:creationId id="{484F609A-B1B3-4D93-8794-AC5E7FB82F1A}"/>
              </a:ext>
            </a:extLst>
          </p:cNvPr>
          <p:cNvSpPr>
            <a:spLocks noGrp="1"/>
          </p:cNvSpPr>
          <p:nvPr/>
        </p:nvSpPr>
        <p:spPr>
          <a:xfrm>
            <a:off x="6726832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1" name="diagram block">
            <a:extLst>
              <a:ext uri="{FF2B5EF4-FFF2-40B4-BE49-F238E27FC236}">
                <ns2:creationId id="{F7299DC5-E429-454F-A436-2434C712AD49}"/>
              </a:ext>
            </a:extLst>
          </p:cNvPr>
          <p:cNvSpPr>
            <a:spLocks noGrp="1"/>
          </p:cNvSpPr>
          <p:nvPr/>
        </p:nvSpPr>
        <p:spPr>
          <a:xfrm>
            <a:off x="6832638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2" name="diagram block">
            <a:extLst>
              <a:ext uri="{FF2B5EF4-FFF2-40B4-BE49-F238E27FC236}">
                <ns2:creationId id="{9A5D7DF6-4436-456A-AFF7-3E6A3D675FF3}"/>
              </a:ext>
            </a:extLst>
          </p:cNvPr>
          <p:cNvSpPr>
            <a:spLocks noGrp="1"/>
          </p:cNvSpPr>
          <p:nvPr/>
        </p:nvSpPr>
        <p:spPr>
          <a:xfrm>
            <a:off x="619780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3" name="diagram block">
            <a:extLst>
              <a:ext uri="{FF2B5EF4-FFF2-40B4-BE49-F238E27FC236}">
                <ns2:creationId id="{CD522E54-DA04-4371-B1C7-F8BA930D4616}"/>
              </a:ext>
            </a:extLst>
          </p:cNvPr>
          <p:cNvSpPr>
            <a:spLocks noGrp="1"/>
          </p:cNvSpPr>
          <p:nvPr/>
        </p:nvSpPr>
        <p:spPr>
          <a:xfrm>
            <a:off x="6303607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4" name="diagram block">
            <a:extLst>
              <a:ext uri="{FF2B5EF4-FFF2-40B4-BE49-F238E27FC236}">
                <ns2:creationId id="{65ECF492-0B18-49A1-8E8F-6C5991A10912}"/>
              </a:ext>
            </a:extLst>
          </p:cNvPr>
          <p:cNvSpPr>
            <a:spLocks noGrp="1"/>
          </p:cNvSpPr>
          <p:nvPr/>
        </p:nvSpPr>
        <p:spPr>
          <a:xfrm>
            <a:off x="6409414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5" name="diagram block">
            <a:extLst>
              <a:ext uri="{FF2B5EF4-FFF2-40B4-BE49-F238E27FC236}">
                <ns2:creationId id="{209EAC7A-F0D7-447A-9BB5-22D89647BB4E}"/>
              </a:ext>
            </a:extLst>
          </p:cNvPr>
          <p:cNvSpPr>
            <a:spLocks noGrp="1"/>
          </p:cNvSpPr>
          <p:nvPr/>
        </p:nvSpPr>
        <p:spPr>
          <a:xfrm>
            <a:off x="6515220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36" name="diagram block">
            <a:extLst>
              <a:ext uri="{FF2B5EF4-FFF2-40B4-BE49-F238E27FC236}">
                <ns2:creationId id="{ADFDF273-E73F-455E-92DF-32F91D23750C}"/>
              </a:ext>
            </a:extLst>
          </p:cNvPr>
          <p:cNvSpPr>
            <a:spLocks noGrp="1"/>
          </p:cNvSpPr>
          <p:nvPr/>
        </p:nvSpPr>
        <p:spPr>
          <a:xfrm>
            <a:off x="6621026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7" name="diagram block">
            <a:extLst>
              <a:ext uri="{FF2B5EF4-FFF2-40B4-BE49-F238E27FC236}">
                <ns2:creationId id="{72326222-FF00-4F9F-BFBC-7BDF013ED556}"/>
              </a:ext>
            </a:extLst>
          </p:cNvPr>
          <p:cNvSpPr>
            <a:spLocks noGrp="1"/>
          </p:cNvSpPr>
          <p:nvPr/>
        </p:nvSpPr>
        <p:spPr>
          <a:xfrm>
            <a:off x="6726832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8" name="diagram block">
            <a:extLst>
              <a:ext uri="{FF2B5EF4-FFF2-40B4-BE49-F238E27FC236}">
                <ns2:creationId id="{48EFA103-FE61-452F-A6CB-F13A189EA9D7}"/>
              </a:ext>
            </a:extLst>
          </p:cNvPr>
          <p:cNvSpPr>
            <a:spLocks noGrp="1"/>
          </p:cNvSpPr>
          <p:nvPr/>
        </p:nvSpPr>
        <p:spPr>
          <a:xfrm>
            <a:off x="6832638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9" name="diagram block">
            <a:extLst>
              <a:ext uri="{FF2B5EF4-FFF2-40B4-BE49-F238E27FC236}">
                <ns2:creationId id="{97DC1158-D0AE-4C50-8F26-995CED9D4A66}"/>
              </a:ext>
            </a:extLst>
          </p:cNvPr>
          <p:cNvSpPr>
            <a:spLocks noGrp="1"/>
          </p:cNvSpPr>
          <p:nvPr/>
        </p:nvSpPr>
        <p:spPr>
          <a:xfrm>
            <a:off x="619780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0" name="diagram block">
            <a:extLst>
              <a:ext uri="{FF2B5EF4-FFF2-40B4-BE49-F238E27FC236}">
                <ns2:creationId id="{DEBACAC9-4741-4A01-ABD5-28642711C766}"/>
              </a:ext>
            </a:extLst>
          </p:cNvPr>
          <p:cNvSpPr>
            <a:spLocks noGrp="1"/>
          </p:cNvSpPr>
          <p:nvPr/>
        </p:nvSpPr>
        <p:spPr>
          <a:xfrm>
            <a:off x="630360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1" name="diagram block">
            <a:extLst>
              <a:ext uri="{FF2B5EF4-FFF2-40B4-BE49-F238E27FC236}">
                <ns2:creationId id="{640442AE-43F3-4475-A636-AE23B2284792}"/>
              </a:ext>
            </a:extLst>
          </p:cNvPr>
          <p:cNvSpPr>
            <a:spLocks noGrp="1"/>
          </p:cNvSpPr>
          <p:nvPr/>
        </p:nvSpPr>
        <p:spPr>
          <a:xfrm>
            <a:off x="6409414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2" name="diagram block">
            <a:extLst>
              <a:ext uri="{FF2B5EF4-FFF2-40B4-BE49-F238E27FC236}">
                <ns2:creationId id="{77D0D036-F7B8-44F8-BEFF-B29EEDC3DAE3}"/>
              </a:ext>
            </a:extLst>
          </p:cNvPr>
          <p:cNvSpPr>
            <a:spLocks noGrp="1"/>
          </p:cNvSpPr>
          <p:nvPr/>
        </p:nvSpPr>
        <p:spPr>
          <a:xfrm>
            <a:off x="6515220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3" name="diagram block">
            <a:extLst>
              <a:ext uri="{FF2B5EF4-FFF2-40B4-BE49-F238E27FC236}">
                <ns2:creationId id="{E9A0DCF8-8065-43F2-A345-FA55BF807F84}"/>
              </a:ext>
            </a:extLst>
          </p:cNvPr>
          <p:cNvSpPr>
            <a:spLocks noGrp="1"/>
          </p:cNvSpPr>
          <p:nvPr/>
        </p:nvSpPr>
        <p:spPr>
          <a:xfrm>
            <a:off x="6621026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4" name="diagram block">
            <a:extLst>
              <a:ext uri="{FF2B5EF4-FFF2-40B4-BE49-F238E27FC236}">
                <ns2:creationId id="{117886E5-DE93-4F37-AAEE-041F6EFA96AC}"/>
              </a:ext>
            </a:extLst>
          </p:cNvPr>
          <p:cNvSpPr>
            <a:spLocks noGrp="1"/>
          </p:cNvSpPr>
          <p:nvPr/>
        </p:nvSpPr>
        <p:spPr>
          <a:xfrm>
            <a:off x="6726832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5" name="diagram block">
            <a:extLst>
              <a:ext uri="{FF2B5EF4-FFF2-40B4-BE49-F238E27FC236}">
                <ns2:creationId id="{81B8CA4B-E3B7-493D-831F-8ACED6DD48E1}"/>
              </a:ext>
            </a:extLst>
          </p:cNvPr>
          <p:cNvSpPr>
            <a:spLocks noGrp="1"/>
          </p:cNvSpPr>
          <p:nvPr/>
        </p:nvSpPr>
        <p:spPr>
          <a:xfrm>
            <a:off x="6832638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6" name="diagram block">
            <a:extLst>
              <a:ext uri="{FF2B5EF4-FFF2-40B4-BE49-F238E27FC236}">
                <ns2:creationId id="{57D98762-C106-4EA3-884D-688AF846190C}"/>
              </a:ext>
            </a:extLst>
          </p:cNvPr>
          <p:cNvSpPr>
            <a:spLocks noGrp="1"/>
          </p:cNvSpPr>
          <p:nvPr/>
        </p:nvSpPr>
        <p:spPr>
          <a:xfrm>
            <a:off x="619780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7" name="diagram block">
            <a:extLst>
              <a:ext uri="{FF2B5EF4-FFF2-40B4-BE49-F238E27FC236}">
                <ns2:creationId id="{C00C75AE-BE50-428A-81FC-D51DDC9AE578}"/>
              </a:ext>
            </a:extLst>
          </p:cNvPr>
          <p:cNvSpPr>
            <a:spLocks noGrp="1"/>
          </p:cNvSpPr>
          <p:nvPr/>
        </p:nvSpPr>
        <p:spPr>
          <a:xfrm>
            <a:off x="630360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8" name="diagram block">
            <a:extLst>
              <a:ext uri="{FF2B5EF4-FFF2-40B4-BE49-F238E27FC236}">
                <ns2:creationId id="{280F7DDA-576D-4044-A723-E73A2A78E751}"/>
              </a:ext>
            </a:extLst>
          </p:cNvPr>
          <p:cNvSpPr>
            <a:spLocks noGrp="1"/>
          </p:cNvSpPr>
          <p:nvPr/>
        </p:nvSpPr>
        <p:spPr>
          <a:xfrm>
            <a:off x="640941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9" name="diagram block">
            <a:extLst>
              <a:ext uri="{FF2B5EF4-FFF2-40B4-BE49-F238E27FC236}">
                <ns2:creationId id="{9137B582-2AD7-4DE0-B5FB-A5302005DFE2}"/>
              </a:ext>
            </a:extLst>
          </p:cNvPr>
          <p:cNvSpPr>
            <a:spLocks noGrp="1"/>
          </p:cNvSpPr>
          <p:nvPr/>
        </p:nvSpPr>
        <p:spPr>
          <a:xfrm>
            <a:off x="651522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0" name="diagram block">
            <a:extLst>
              <a:ext uri="{FF2B5EF4-FFF2-40B4-BE49-F238E27FC236}">
                <ns2:creationId id="{B367D77B-EE75-4022-A415-F8C4AA76F475}"/>
              </a:ext>
            </a:extLst>
          </p:cNvPr>
          <p:cNvSpPr>
            <a:spLocks noGrp="1"/>
          </p:cNvSpPr>
          <p:nvPr/>
        </p:nvSpPr>
        <p:spPr>
          <a:xfrm>
            <a:off x="662102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1" name="diagram block">
            <a:extLst>
              <a:ext uri="{FF2B5EF4-FFF2-40B4-BE49-F238E27FC236}">
                <ns2:creationId id="{70A02D7E-493F-4F67-8272-64B4922120C9}"/>
              </a:ext>
            </a:extLst>
          </p:cNvPr>
          <p:cNvSpPr>
            <a:spLocks noGrp="1"/>
          </p:cNvSpPr>
          <p:nvPr/>
        </p:nvSpPr>
        <p:spPr>
          <a:xfrm>
            <a:off x="6726832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2" name="diagram block">
            <a:extLst>
              <a:ext uri="{FF2B5EF4-FFF2-40B4-BE49-F238E27FC236}">
                <ns2:creationId id="{E7DA89C6-15D5-4758-A2F4-4F11D78D89EF}"/>
              </a:ext>
            </a:extLst>
          </p:cNvPr>
          <p:cNvSpPr>
            <a:spLocks noGrp="1"/>
          </p:cNvSpPr>
          <p:nvPr/>
        </p:nvSpPr>
        <p:spPr>
          <a:xfrm>
            <a:off x="6832638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3" name="diagram block">
            <a:extLst>
              <a:ext uri="{FF2B5EF4-FFF2-40B4-BE49-F238E27FC236}">
                <ns2:creationId id="{029797E2-5EA8-4162-80E3-8083B15DA1BA}"/>
              </a:ext>
            </a:extLst>
          </p:cNvPr>
          <p:cNvSpPr>
            <a:spLocks noGrp="1"/>
          </p:cNvSpPr>
          <p:nvPr/>
        </p:nvSpPr>
        <p:spPr>
          <a:xfrm>
            <a:off x="619780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4" name="diagram block">
            <a:extLst>
              <a:ext uri="{FF2B5EF4-FFF2-40B4-BE49-F238E27FC236}">
                <ns2:creationId id="{AD88C4F3-2827-4531-9669-431C8C6A51BC}"/>
              </a:ext>
            </a:extLst>
          </p:cNvPr>
          <p:cNvSpPr>
            <a:spLocks noGrp="1"/>
          </p:cNvSpPr>
          <p:nvPr/>
        </p:nvSpPr>
        <p:spPr>
          <a:xfrm>
            <a:off x="630360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5" name="diagram block">
            <a:extLst>
              <a:ext uri="{FF2B5EF4-FFF2-40B4-BE49-F238E27FC236}">
                <ns2:creationId id="{9F04E19F-EA41-4F94-A5D8-B88204151771}"/>
              </a:ext>
            </a:extLst>
          </p:cNvPr>
          <p:cNvSpPr>
            <a:spLocks noGrp="1"/>
          </p:cNvSpPr>
          <p:nvPr/>
        </p:nvSpPr>
        <p:spPr>
          <a:xfrm>
            <a:off x="640941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6" name="diagram block">
            <a:extLst>
              <a:ext uri="{FF2B5EF4-FFF2-40B4-BE49-F238E27FC236}">
                <ns2:creationId id="{FDF597D7-CDC5-4C41-9086-6440E5616F04}"/>
              </a:ext>
            </a:extLst>
          </p:cNvPr>
          <p:cNvSpPr>
            <a:spLocks noGrp="1"/>
          </p:cNvSpPr>
          <p:nvPr/>
        </p:nvSpPr>
        <p:spPr>
          <a:xfrm>
            <a:off x="651522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7" name="diagram block">
            <a:extLst>
              <a:ext uri="{FF2B5EF4-FFF2-40B4-BE49-F238E27FC236}">
                <ns2:creationId id="{009EFD01-1C79-40DF-B10B-EFE0162B9026}"/>
              </a:ext>
            </a:extLst>
          </p:cNvPr>
          <p:cNvSpPr>
            <a:spLocks noGrp="1"/>
          </p:cNvSpPr>
          <p:nvPr/>
        </p:nvSpPr>
        <p:spPr>
          <a:xfrm>
            <a:off x="662102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8" name="diagram block">
            <a:extLst>
              <a:ext uri="{FF2B5EF4-FFF2-40B4-BE49-F238E27FC236}">
                <ns2:creationId id="{61E2DBF1-D9BF-436C-9513-0C58C1E38A73}"/>
              </a:ext>
            </a:extLst>
          </p:cNvPr>
          <p:cNvSpPr>
            <a:spLocks noGrp="1"/>
          </p:cNvSpPr>
          <p:nvPr/>
        </p:nvSpPr>
        <p:spPr>
          <a:xfrm>
            <a:off x="6726832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9" name="diagram block">
            <a:extLst>
              <a:ext uri="{FF2B5EF4-FFF2-40B4-BE49-F238E27FC236}">
                <ns2:creationId id="{9948D688-2829-467A-99FB-63A3E5BA4696}"/>
              </a:ext>
            </a:extLst>
          </p:cNvPr>
          <p:cNvSpPr>
            <a:spLocks noGrp="1"/>
          </p:cNvSpPr>
          <p:nvPr/>
        </p:nvSpPr>
        <p:spPr>
          <a:xfrm>
            <a:off x="6832638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0" name="diagram block">
            <a:extLst>
              <a:ext uri="{FF2B5EF4-FFF2-40B4-BE49-F238E27FC236}">
                <ns2:creationId id="{BA844B3E-E747-412F-8B38-6E0F7D7D36FA}"/>
              </a:ext>
            </a:extLst>
          </p:cNvPr>
          <p:cNvSpPr>
            <a:spLocks noGrp="1"/>
          </p:cNvSpPr>
          <p:nvPr/>
        </p:nvSpPr>
        <p:spPr>
          <a:xfrm>
            <a:off x="7080379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1" name="diagram block">
            <a:extLst>
              <a:ext uri="{FF2B5EF4-FFF2-40B4-BE49-F238E27FC236}">
                <ns2:creationId id="{7FDEAC42-5868-481D-8A88-D5097506FEBF}"/>
              </a:ext>
            </a:extLst>
          </p:cNvPr>
          <p:cNvSpPr>
            <a:spLocks noGrp="1"/>
          </p:cNvSpPr>
          <p:nvPr/>
        </p:nvSpPr>
        <p:spPr>
          <a:xfrm>
            <a:off x="7186185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2" name="diagram block">
            <a:extLst>
              <a:ext uri="{FF2B5EF4-FFF2-40B4-BE49-F238E27FC236}">
                <ns2:creationId id="{82942969-0648-484C-A099-CC16A5E10467}"/>
              </a:ext>
            </a:extLst>
          </p:cNvPr>
          <p:cNvSpPr>
            <a:spLocks noGrp="1"/>
          </p:cNvSpPr>
          <p:nvPr/>
        </p:nvSpPr>
        <p:spPr>
          <a:xfrm>
            <a:off x="729199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3" name="diagram block">
            <a:extLst>
              <a:ext uri="{FF2B5EF4-FFF2-40B4-BE49-F238E27FC236}">
                <ns2:creationId id="{F196AB46-4604-4B06-8A5C-BF5489E15ACD}"/>
              </a:ext>
            </a:extLst>
          </p:cNvPr>
          <p:cNvSpPr>
            <a:spLocks noGrp="1"/>
          </p:cNvSpPr>
          <p:nvPr/>
        </p:nvSpPr>
        <p:spPr>
          <a:xfrm>
            <a:off x="739779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4" name="diagram block">
            <a:extLst>
              <a:ext uri="{FF2B5EF4-FFF2-40B4-BE49-F238E27FC236}">
                <ns2:creationId id="{ACE2019E-F25C-4B78-A0E6-A9E4AD8F2306}"/>
              </a:ext>
            </a:extLst>
          </p:cNvPr>
          <p:cNvSpPr>
            <a:spLocks noGrp="1"/>
          </p:cNvSpPr>
          <p:nvPr/>
        </p:nvSpPr>
        <p:spPr>
          <a:xfrm>
            <a:off x="750360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5" name="diagram block">
            <a:extLst>
              <a:ext uri="{FF2B5EF4-FFF2-40B4-BE49-F238E27FC236}">
                <ns2:creationId id="{06DA9EE3-714A-450D-87A1-C1CE2CFFD7B9}"/>
              </a:ext>
            </a:extLst>
          </p:cNvPr>
          <p:cNvSpPr>
            <a:spLocks noGrp="1"/>
          </p:cNvSpPr>
          <p:nvPr/>
        </p:nvSpPr>
        <p:spPr>
          <a:xfrm>
            <a:off x="760941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6" name="diagram block">
            <a:extLst>
              <a:ext uri="{FF2B5EF4-FFF2-40B4-BE49-F238E27FC236}">
                <ns2:creationId id="{C2AE2621-D8A1-4553-AF3D-A221A1257E90}"/>
              </a:ext>
            </a:extLst>
          </p:cNvPr>
          <p:cNvSpPr>
            <a:spLocks noGrp="1"/>
          </p:cNvSpPr>
          <p:nvPr/>
        </p:nvSpPr>
        <p:spPr>
          <a:xfrm>
            <a:off x="771521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7" name="diagram block">
            <a:extLst>
              <a:ext uri="{FF2B5EF4-FFF2-40B4-BE49-F238E27FC236}">
                <ns2:creationId id="{02368D6B-DA92-4988-BE6A-099F328E011E}"/>
              </a:ext>
            </a:extLst>
          </p:cNvPr>
          <p:cNvSpPr>
            <a:spLocks noGrp="1"/>
          </p:cNvSpPr>
          <p:nvPr/>
        </p:nvSpPr>
        <p:spPr>
          <a:xfrm>
            <a:off x="7080379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8" name="diagram block">
            <a:extLst>
              <a:ext uri="{FF2B5EF4-FFF2-40B4-BE49-F238E27FC236}">
                <ns2:creationId id="{41E193AA-AA7D-4AF6-A00C-F29CDE1B9FDE}"/>
              </a:ext>
            </a:extLst>
          </p:cNvPr>
          <p:cNvSpPr>
            <a:spLocks noGrp="1"/>
          </p:cNvSpPr>
          <p:nvPr/>
        </p:nvSpPr>
        <p:spPr>
          <a:xfrm>
            <a:off x="7186185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9" name="diagram block">
            <a:extLst>
              <a:ext uri="{FF2B5EF4-FFF2-40B4-BE49-F238E27FC236}">
                <ns2:creationId id="{88027013-9EFB-4F56-BD1E-858F3D9F3045}"/>
              </a:ext>
            </a:extLst>
          </p:cNvPr>
          <p:cNvSpPr>
            <a:spLocks noGrp="1"/>
          </p:cNvSpPr>
          <p:nvPr/>
        </p:nvSpPr>
        <p:spPr>
          <a:xfrm>
            <a:off x="729199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0" name="diagram block">
            <a:extLst>
              <a:ext uri="{FF2B5EF4-FFF2-40B4-BE49-F238E27FC236}">
                <ns2:creationId id="{F76E8132-6246-45E2-B4ED-F530A06B02DB}"/>
              </a:ext>
            </a:extLst>
          </p:cNvPr>
          <p:cNvSpPr>
            <a:spLocks noGrp="1"/>
          </p:cNvSpPr>
          <p:nvPr/>
        </p:nvSpPr>
        <p:spPr>
          <a:xfrm>
            <a:off x="739779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1" name="diagram block">
            <a:extLst>
              <a:ext uri="{FF2B5EF4-FFF2-40B4-BE49-F238E27FC236}">
                <ns2:creationId id="{B4DC48CE-7182-4FDD-A98D-CFA594B08C0F}"/>
              </a:ext>
            </a:extLst>
          </p:cNvPr>
          <p:cNvSpPr>
            <a:spLocks noGrp="1"/>
          </p:cNvSpPr>
          <p:nvPr/>
        </p:nvSpPr>
        <p:spPr>
          <a:xfrm>
            <a:off x="750360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2" name="diagram block">
            <a:extLst>
              <a:ext uri="{FF2B5EF4-FFF2-40B4-BE49-F238E27FC236}">
                <ns2:creationId id="{EC726FFA-0717-4F55-83E1-1693214C099F}"/>
              </a:ext>
            </a:extLst>
          </p:cNvPr>
          <p:cNvSpPr>
            <a:spLocks noGrp="1"/>
          </p:cNvSpPr>
          <p:nvPr/>
        </p:nvSpPr>
        <p:spPr>
          <a:xfrm>
            <a:off x="760941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3" name="diagram block">
            <a:extLst>
              <a:ext uri="{FF2B5EF4-FFF2-40B4-BE49-F238E27FC236}">
                <ns2:creationId id="{85645627-75D1-4D5F-B4FD-2E6AE597BC66}"/>
              </a:ext>
            </a:extLst>
          </p:cNvPr>
          <p:cNvSpPr>
            <a:spLocks noGrp="1"/>
          </p:cNvSpPr>
          <p:nvPr/>
        </p:nvSpPr>
        <p:spPr>
          <a:xfrm>
            <a:off x="771521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4" name="diagram block">
            <a:extLst>
              <a:ext uri="{FF2B5EF4-FFF2-40B4-BE49-F238E27FC236}">
                <ns2:creationId id="{7DAE0903-1123-44F4-8542-F3127A702422}"/>
              </a:ext>
            </a:extLst>
          </p:cNvPr>
          <p:cNvSpPr>
            <a:spLocks noGrp="1"/>
          </p:cNvSpPr>
          <p:nvPr/>
        </p:nvSpPr>
        <p:spPr>
          <a:xfrm>
            <a:off x="7080379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5" name="diagram block">
            <a:extLst>
              <a:ext uri="{FF2B5EF4-FFF2-40B4-BE49-F238E27FC236}">
                <ns2:creationId id="{0CBD914A-5553-4408-9B61-71D8D114D663}"/>
              </a:ext>
            </a:extLst>
          </p:cNvPr>
          <p:cNvSpPr>
            <a:spLocks noGrp="1"/>
          </p:cNvSpPr>
          <p:nvPr/>
        </p:nvSpPr>
        <p:spPr>
          <a:xfrm>
            <a:off x="7186185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6" name="diagram block">
            <a:extLst>
              <a:ext uri="{FF2B5EF4-FFF2-40B4-BE49-F238E27FC236}">
                <ns2:creationId id="{7558D190-63E5-4EB8-A1FA-194DDD116396}"/>
              </a:ext>
            </a:extLst>
          </p:cNvPr>
          <p:cNvSpPr>
            <a:spLocks noGrp="1"/>
          </p:cNvSpPr>
          <p:nvPr/>
        </p:nvSpPr>
        <p:spPr>
          <a:xfrm>
            <a:off x="729199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7" name="diagram block">
            <a:extLst>
              <a:ext uri="{FF2B5EF4-FFF2-40B4-BE49-F238E27FC236}">
                <ns2:creationId id="{F3333BA8-0934-43EC-AB29-6E37D5C8B8B9}"/>
              </a:ext>
            </a:extLst>
          </p:cNvPr>
          <p:cNvSpPr>
            <a:spLocks noGrp="1"/>
          </p:cNvSpPr>
          <p:nvPr/>
        </p:nvSpPr>
        <p:spPr>
          <a:xfrm>
            <a:off x="739779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8" name="diagram block">
            <a:extLst>
              <a:ext uri="{FF2B5EF4-FFF2-40B4-BE49-F238E27FC236}">
                <ns2:creationId id="{2BBDB7A3-9AC2-4D67-8D64-F48DB9B66D08}"/>
              </a:ext>
            </a:extLst>
          </p:cNvPr>
          <p:cNvSpPr>
            <a:spLocks noGrp="1"/>
          </p:cNvSpPr>
          <p:nvPr/>
        </p:nvSpPr>
        <p:spPr>
          <a:xfrm>
            <a:off x="7503604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9" name="diagram block">
            <a:extLst>
              <a:ext uri="{FF2B5EF4-FFF2-40B4-BE49-F238E27FC236}">
                <ns2:creationId id="{9E847ED1-92CA-48E9-9501-271253926787}"/>
              </a:ext>
            </a:extLst>
          </p:cNvPr>
          <p:cNvSpPr>
            <a:spLocks noGrp="1"/>
          </p:cNvSpPr>
          <p:nvPr/>
        </p:nvSpPr>
        <p:spPr>
          <a:xfrm>
            <a:off x="7609410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0" name="diagram block">
            <a:extLst>
              <a:ext uri="{FF2B5EF4-FFF2-40B4-BE49-F238E27FC236}">
                <ns2:creationId id="{2C18941D-D8B6-48C5-A189-871C9B5B25C5}"/>
              </a:ext>
            </a:extLst>
          </p:cNvPr>
          <p:cNvSpPr>
            <a:spLocks noGrp="1"/>
          </p:cNvSpPr>
          <p:nvPr/>
        </p:nvSpPr>
        <p:spPr>
          <a:xfrm>
            <a:off x="7715216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1" name="diagram block">
            <a:extLst>
              <a:ext uri="{FF2B5EF4-FFF2-40B4-BE49-F238E27FC236}">
                <ns2:creationId id="{2A2FD331-3178-4037-ACBC-78CC8AF1F644}"/>
              </a:ext>
            </a:extLst>
          </p:cNvPr>
          <p:cNvSpPr>
            <a:spLocks noGrp="1"/>
          </p:cNvSpPr>
          <p:nvPr/>
        </p:nvSpPr>
        <p:spPr>
          <a:xfrm>
            <a:off x="7080379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2" name="diagram block">
            <a:extLst>
              <a:ext uri="{FF2B5EF4-FFF2-40B4-BE49-F238E27FC236}">
                <ns2:creationId id="{14EBB591-726B-47CF-A0D8-7E12C8F61BB1}"/>
              </a:ext>
            </a:extLst>
          </p:cNvPr>
          <p:cNvSpPr>
            <a:spLocks noGrp="1"/>
          </p:cNvSpPr>
          <p:nvPr/>
        </p:nvSpPr>
        <p:spPr>
          <a:xfrm>
            <a:off x="7186185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3" name="diagram block">
            <a:extLst>
              <a:ext uri="{FF2B5EF4-FFF2-40B4-BE49-F238E27FC236}">
                <ns2:creationId id="{CBC9458F-633D-4407-ACE5-12C788273282}"/>
              </a:ext>
            </a:extLst>
          </p:cNvPr>
          <p:cNvSpPr>
            <a:spLocks noGrp="1"/>
          </p:cNvSpPr>
          <p:nvPr/>
        </p:nvSpPr>
        <p:spPr>
          <a:xfrm>
            <a:off x="729199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4" name="diagram block">
            <a:extLst>
              <a:ext uri="{FF2B5EF4-FFF2-40B4-BE49-F238E27FC236}">
                <ns2:creationId id="{7ED900F6-0DD9-47B1-9F24-5B06B4EE87B8}"/>
              </a:ext>
            </a:extLst>
          </p:cNvPr>
          <p:cNvSpPr>
            <a:spLocks noGrp="1"/>
          </p:cNvSpPr>
          <p:nvPr/>
        </p:nvSpPr>
        <p:spPr>
          <a:xfrm>
            <a:off x="7397797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85" name="diagram block">
            <a:extLst>
              <a:ext uri="{FF2B5EF4-FFF2-40B4-BE49-F238E27FC236}">
                <ns2:creationId id="{9B53DE25-FDA9-473C-98F3-5FD5B0212870}"/>
              </a:ext>
            </a:extLst>
          </p:cNvPr>
          <p:cNvSpPr>
            <a:spLocks noGrp="1"/>
          </p:cNvSpPr>
          <p:nvPr/>
        </p:nvSpPr>
        <p:spPr>
          <a:xfrm>
            <a:off x="7503604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6" name="diagram block">
            <a:extLst>
              <a:ext uri="{FF2B5EF4-FFF2-40B4-BE49-F238E27FC236}">
                <ns2:creationId id="{0D96F4AD-9994-4537-8F43-4BC4CB4D51A0}"/>
              </a:ext>
            </a:extLst>
          </p:cNvPr>
          <p:cNvSpPr>
            <a:spLocks noGrp="1"/>
          </p:cNvSpPr>
          <p:nvPr/>
        </p:nvSpPr>
        <p:spPr>
          <a:xfrm>
            <a:off x="7609410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7" name="diagram block">
            <a:extLst>
              <a:ext uri="{FF2B5EF4-FFF2-40B4-BE49-F238E27FC236}">
                <ns2:creationId id="{65472216-417D-44B3-9FE1-E306F62EEF80}"/>
              </a:ext>
            </a:extLst>
          </p:cNvPr>
          <p:cNvSpPr>
            <a:spLocks noGrp="1"/>
          </p:cNvSpPr>
          <p:nvPr/>
        </p:nvSpPr>
        <p:spPr>
          <a:xfrm>
            <a:off x="7715216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8" name="diagram block">
            <a:extLst>
              <a:ext uri="{FF2B5EF4-FFF2-40B4-BE49-F238E27FC236}">
                <ns2:creationId id="{25E5693C-A4BE-4A25-8786-AEC329A6DB99}"/>
              </a:ext>
            </a:extLst>
          </p:cNvPr>
          <p:cNvSpPr>
            <a:spLocks noGrp="1"/>
          </p:cNvSpPr>
          <p:nvPr/>
        </p:nvSpPr>
        <p:spPr>
          <a:xfrm>
            <a:off x="7080379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9" name="diagram block">
            <a:extLst>
              <a:ext uri="{FF2B5EF4-FFF2-40B4-BE49-F238E27FC236}">
                <ns2:creationId id="{54000EE2-E074-4320-BB42-6F5D791D120C}"/>
              </a:ext>
            </a:extLst>
          </p:cNvPr>
          <p:cNvSpPr>
            <a:spLocks noGrp="1"/>
          </p:cNvSpPr>
          <p:nvPr/>
        </p:nvSpPr>
        <p:spPr>
          <a:xfrm>
            <a:off x="7186185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0" name="diagram block">
            <a:extLst>
              <a:ext uri="{FF2B5EF4-FFF2-40B4-BE49-F238E27FC236}">
                <ns2:creationId id="{F940E9A5-70CD-4E36-9F08-18707B4FAAA5}"/>
              </a:ext>
            </a:extLst>
          </p:cNvPr>
          <p:cNvSpPr>
            <a:spLocks noGrp="1"/>
          </p:cNvSpPr>
          <p:nvPr/>
        </p:nvSpPr>
        <p:spPr>
          <a:xfrm>
            <a:off x="729199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1" name="diagram block">
            <a:extLst>
              <a:ext uri="{FF2B5EF4-FFF2-40B4-BE49-F238E27FC236}">
                <ns2:creationId id="{4840DAA8-3486-43E3-B831-FF76E248E289}"/>
              </a:ext>
            </a:extLst>
          </p:cNvPr>
          <p:cNvSpPr>
            <a:spLocks noGrp="1"/>
          </p:cNvSpPr>
          <p:nvPr/>
        </p:nvSpPr>
        <p:spPr>
          <a:xfrm>
            <a:off x="739779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2" name="diagram block">
            <a:extLst>
              <a:ext uri="{FF2B5EF4-FFF2-40B4-BE49-F238E27FC236}">
                <ns2:creationId id="{C4A3F0A7-59D6-4A12-9365-E869AE135355}"/>
              </a:ext>
            </a:extLst>
          </p:cNvPr>
          <p:cNvSpPr>
            <a:spLocks noGrp="1"/>
          </p:cNvSpPr>
          <p:nvPr/>
        </p:nvSpPr>
        <p:spPr>
          <a:xfrm>
            <a:off x="7503604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3" name="diagram block">
            <a:extLst>
              <a:ext uri="{FF2B5EF4-FFF2-40B4-BE49-F238E27FC236}">
                <ns2:creationId id="{C28AE9B4-0751-48EC-9829-033773657D53}"/>
              </a:ext>
            </a:extLst>
          </p:cNvPr>
          <p:cNvSpPr>
            <a:spLocks noGrp="1"/>
          </p:cNvSpPr>
          <p:nvPr/>
        </p:nvSpPr>
        <p:spPr>
          <a:xfrm>
            <a:off x="7609410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4" name="diagram block">
            <a:extLst>
              <a:ext uri="{FF2B5EF4-FFF2-40B4-BE49-F238E27FC236}">
                <ns2:creationId id="{FD588991-FFE5-46EF-91AA-7CCEB10B8F61}"/>
              </a:ext>
            </a:extLst>
          </p:cNvPr>
          <p:cNvSpPr>
            <a:spLocks noGrp="1"/>
          </p:cNvSpPr>
          <p:nvPr/>
        </p:nvSpPr>
        <p:spPr>
          <a:xfrm>
            <a:off x="7715216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5" name="diagram block">
            <a:extLst>
              <a:ext uri="{FF2B5EF4-FFF2-40B4-BE49-F238E27FC236}">
                <ns2:creationId id="{06938339-B943-4D63-98D9-10BBB07378EB}"/>
              </a:ext>
            </a:extLst>
          </p:cNvPr>
          <p:cNvSpPr>
            <a:spLocks noGrp="1"/>
          </p:cNvSpPr>
          <p:nvPr/>
        </p:nvSpPr>
        <p:spPr>
          <a:xfrm>
            <a:off x="7080379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6" name="diagram block">
            <a:extLst>
              <a:ext uri="{FF2B5EF4-FFF2-40B4-BE49-F238E27FC236}">
                <ns2:creationId id="{15EFB9C7-08B1-4684-B30C-EF6FB16FF2D6}"/>
              </a:ext>
            </a:extLst>
          </p:cNvPr>
          <p:cNvSpPr>
            <a:spLocks noGrp="1"/>
          </p:cNvSpPr>
          <p:nvPr/>
        </p:nvSpPr>
        <p:spPr>
          <a:xfrm>
            <a:off x="7186185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7" name="diagram block">
            <a:extLst>
              <a:ext uri="{FF2B5EF4-FFF2-40B4-BE49-F238E27FC236}">
                <ns2:creationId id="{FD79212F-3DAB-467C-ACD6-F42B63555C17}"/>
              </a:ext>
            </a:extLst>
          </p:cNvPr>
          <p:cNvSpPr>
            <a:spLocks noGrp="1"/>
          </p:cNvSpPr>
          <p:nvPr/>
        </p:nvSpPr>
        <p:spPr>
          <a:xfrm>
            <a:off x="729199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8" name="diagram block">
            <a:extLst>
              <a:ext uri="{FF2B5EF4-FFF2-40B4-BE49-F238E27FC236}">
                <ns2:creationId id="{7F8F53EF-4E92-4DE5-A12D-18143A94012C}"/>
              </a:ext>
            </a:extLst>
          </p:cNvPr>
          <p:cNvSpPr>
            <a:spLocks noGrp="1"/>
          </p:cNvSpPr>
          <p:nvPr/>
        </p:nvSpPr>
        <p:spPr>
          <a:xfrm>
            <a:off x="739779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9" name="diagram block">
            <a:extLst>
              <a:ext uri="{FF2B5EF4-FFF2-40B4-BE49-F238E27FC236}">
                <ns2:creationId id="{AF1C141B-DD0F-40D5-A1C4-5A7285C1033C}"/>
              </a:ext>
            </a:extLst>
          </p:cNvPr>
          <p:cNvSpPr>
            <a:spLocks noGrp="1"/>
          </p:cNvSpPr>
          <p:nvPr/>
        </p:nvSpPr>
        <p:spPr>
          <a:xfrm>
            <a:off x="750360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0" name="diagram block">
            <a:extLst>
              <a:ext uri="{FF2B5EF4-FFF2-40B4-BE49-F238E27FC236}">
                <ns2:creationId id="{4A13C742-E501-488D-A20C-EB14914C47DA}"/>
              </a:ext>
            </a:extLst>
          </p:cNvPr>
          <p:cNvSpPr>
            <a:spLocks noGrp="1"/>
          </p:cNvSpPr>
          <p:nvPr/>
        </p:nvSpPr>
        <p:spPr>
          <a:xfrm>
            <a:off x="760941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1" name="diagram block">
            <a:extLst>
              <a:ext uri="{FF2B5EF4-FFF2-40B4-BE49-F238E27FC236}">
                <ns2:creationId id="{3EA6B845-D124-4A14-A1AD-91ED600B33F4}"/>
              </a:ext>
            </a:extLst>
          </p:cNvPr>
          <p:cNvSpPr>
            <a:spLocks noGrp="1"/>
          </p:cNvSpPr>
          <p:nvPr/>
        </p:nvSpPr>
        <p:spPr>
          <a:xfrm>
            <a:off x="771521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2" name="diagram block">
            <a:extLst>
              <a:ext uri="{FF2B5EF4-FFF2-40B4-BE49-F238E27FC236}">
                <ns2:creationId id="{23C5F7DE-C7E3-402A-ACCA-D54F3BA0D47A}"/>
              </a:ext>
            </a:extLst>
          </p:cNvPr>
          <p:cNvSpPr>
            <a:spLocks noGrp="1"/>
          </p:cNvSpPr>
          <p:nvPr/>
        </p:nvSpPr>
        <p:spPr>
          <a:xfrm>
            <a:off x="7080379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3" name="diagram block">
            <a:extLst>
              <a:ext uri="{FF2B5EF4-FFF2-40B4-BE49-F238E27FC236}">
                <ns2:creationId id="{3BA6D398-4BA9-4B0A-A9F4-4670617CE0B3}"/>
              </a:ext>
            </a:extLst>
          </p:cNvPr>
          <p:cNvSpPr>
            <a:spLocks noGrp="1"/>
          </p:cNvSpPr>
          <p:nvPr/>
        </p:nvSpPr>
        <p:spPr>
          <a:xfrm>
            <a:off x="7186185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4" name="diagram block">
            <a:extLst>
              <a:ext uri="{FF2B5EF4-FFF2-40B4-BE49-F238E27FC236}">
                <ns2:creationId id="{31F1FCC4-B5AF-4323-8A3E-F62C98BE5969}"/>
              </a:ext>
            </a:extLst>
          </p:cNvPr>
          <p:cNvSpPr>
            <a:spLocks noGrp="1"/>
          </p:cNvSpPr>
          <p:nvPr/>
        </p:nvSpPr>
        <p:spPr>
          <a:xfrm>
            <a:off x="729199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5" name="diagram block">
            <a:extLst>
              <a:ext uri="{FF2B5EF4-FFF2-40B4-BE49-F238E27FC236}">
                <ns2:creationId id="{4503CE82-7D6F-461A-A99A-513FDE42BA40}"/>
              </a:ext>
            </a:extLst>
          </p:cNvPr>
          <p:cNvSpPr>
            <a:spLocks noGrp="1"/>
          </p:cNvSpPr>
          <p:nvPr/>
        </p:nvSpPr>
        <p:spPr>
          <a:xfrm>
            <a:off x="739779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6" name="diagram block">
            <a:extLst>
              <a:ext uri="{FF2B5EF4-FFF2-40B4-BE49-F238E27FC236}">
                <ns2:creationId id="{65BFA33C-B196-4BD2-9D2B-AFAD629EA136}"/>
              </a:ext>
            </a:extLst>
          </p:cNvPr>
          <p:cNvSpPr>
            <a:spLocks noGrp="1"/>
          </p:cNvSpPr>
          <p:nvPr/>
        </p:nvSpPr>
        <p:spPr>
          <a:xfrm>
            <a:off x="750360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7" name="diagram block">
            <a:extLst>
              <a:ext uri="{FF2B5EF4-FFF2-40B4-BE49-F238E27FC236}">
                <ns2:creationId id="{41F2D99F-2864-4EE7-AF43-7B2EB08CF884}"/>
              </a:ext>
            </a:extLst>
          </p:cNvPr>
          <p:cNvSpPr>
            <a:spLocks noGrp="1"/>
          </p:cNvSpPr>
          <p:nvPr/>
        </p:nvSpPr>
        <p:spPr>
          <a:xfrm>
            <a:off x="760941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8" name="diagram block">
            <a:extLst>
              <a:ext uri="{FF2B5EF4-FFF2-40B4-BE49-F238E27FC236}">
                <ns2:creationId id="{13189B3B-832C-41DA-8F89-5CDA99A70594}"/>
              </a:ext>
            </a:extLst>
          </p:cNvPr>
          <p:cNvSpPr>
            <a:spLocks noGrp="1"/>
          </p:cNvSpPr>
          <p:nvPr/>
        </p:nvSpPr>
        <p:spPr>
          <a:xfrm>
            <a:off x="771521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cxnSp>
        <p:nvCxnSpPr>
          <p:cNvPr id="409" name="native PowerPoint connector">
            <a:extLst>
              <a:ext uri="{FF2B5EF4-FFF2-40B4-BE49-F238E27FC236}">
                <ns2:creationId id="{5A271294-5BD1-4118-BFD4-F736C4F0269E}"/>
              </a:ext>
            </a:extLst>
          </p:cNvPr>
          <p:cNvCxnSpPr/>
          <p:nvPr/>
        </p:nvCxnSpPr>
        <p:spPr>
          <a:xfrm flipH="1" flipV="1">
            <a:off x="6337156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>
              <a:ext uri="{FF2B5EF4-FFF2-40B4-BE49-F238E27FC236}">
                <ns2:creationId id="{48E75AD7-CF40-4DA0-891A-C3427F2A26CC}"/>
              </a:ext>
            </a:extLst>
          </p:cNvPr>
          <p:cNvCxnSpPr/>
          <p:nvPr/>
        </p:nvCxnSpPr>
        <p:spPr>
          <a:xfrm flipH="0" flipV="1">
            <a:off x="6564252" y="1130319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>
              <a:ext uri="{FF2B5EF4-FFF2-40B4-BE49-F238E27FC236}">
                <ns2:creationId id="{4EF27F3C-61D4-47BE-82D0-A90F7A137F2A}"/>
              </a:ext>
            </a:extLst>
          </p:cNvPr>
          <p:cNvCxnSpPr/>
          <p:nvPr/>
        </p:nvCxnSpPr>
        <p:spPr>
          <a:xfrm flipH="0" flipV="1">
            <a:off x="6564252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>
              <a:ext uri="{FF2B5EF4-FFF2-40B4-BE49-F238E27FC236}">
                <ns2:creationId id="{5795934E-5B83-4C45-9918-207CAB0F52DB}"/>
              </a:ext>
            </a:extLst>
          </p:cNvPr>
          <p:cNvCxnSpPr/>
          <p:nvPr/>
        </p:nvCxnSpPr>
        <p:spPr>
          <a:xfrm flipH="1" flipV="0">
            <a:off x="6337156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>
              <a:ext uri="{FF2B5EF4-FFF2-40B4-BE49-F238E27FC236}">
                <ns2:creationId id="{6887B949-5F58-445B-8BE1-A55E67507C53}"/>
              </a:ext>
            </a:extLst>
          </p:cNvPr>
          <p:cNvCxnSpPr/>
          <p:nvPr/>
        </p:nvCxnSpPr>
        <p:spPr>
          <a:xfrm flipH="0" flipV="0">
            <a:off x="6564252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>
              <a:ext uri="{FF2B5EF4-FFF2-40B4-BE49-F238E27FC236}">
                <ns2:creationId id="{DEEB98B7-FDFE-4AFB-96D4-F9C750BC666C}"/>
              </a:ext>
            </a:extLst>
          </p:cNvPr>
          <p:cNvCxnSpPr/>
          <p:nvPr/>
        </p:nvCxnSpPr>
        <p:spPr>
          <a:xfrm flipH="1" flipV="0">
            <a:off x="6337156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>
              <a:ext uri="{FF2B5EF4-FFF2-40B4-BE49-F238E27FC236}">
                <ns2:creationId id="{50A12CD0-8DA5-4247-985C-A09421CEDDAD}"/>
              </a:ext>
            </a:extLst>
          </p:cNvPr>
          <p:cNvCxnSpPr/>
          <p:nvPr/>
        </p:nvCxnSpPr>
        <p:spPr>
          <a:xfrm flipH="0" flipV="0">
            <a:off x="6564252" y="1357415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>
              <a:ext uri="{FF2B5EF4-FFF2-40B4-BE49-F238E27FC236}">
                <ns2:creationId id="{809DF70E-18CE-41DC-B5E7-2514FB27ABBE}"/>
              </a:ext>
            </a:extLst>
          </p:cNvPr>
          <p:cNvCxnSpPr/>
          <p:nvPr/>
        </p:nvCxnSpPr>
        <p:spPr>
          <a:xfrm flipH="0" flipV="0">
            <a:off x="6564252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>
              <a:ext uri="{FF2B5EF4-FFF2-40B4-BE49-F238E27FC236}">
                <ns2:creationId id="{5A8ABB96-AFCE-42FB-9810-05E5AD6A24A5}"/>
              </a:ext>
            </a:extLst>
          </p:cNvPr>
          <p:cNvCxnSpPr/>
          <p:nvPr/>
        </p:nvCxnSpPr>
        <p:spPr>
          <a:xfrm flipH="0" flipV="0">
            <a:off x="6631348" y="1357415"/>
            <a:ext cx="753546" cy="0"/>
          </a:xfrm>
          <a:prstGeom prst="straightConnector1">
            <a:avLst/>
          </a:prstGeom>
          <a:ln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>
              <a:ext uri="{FF2B5EF4-FFF2-40B4-BE49-F238E27FC236}">
                <ns2:creationId id="{CB502914-39ED-4F4A-9E3D-ACABE0ED5DD5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419" name="diagram block">
            <a:extLst>
              <a:ext uri="{FF2B5EF4-FFF2-40B4-BE49-F238E27FC236}">
                <ns2:creationId id="{74A8BCFE-22D8-4202-9D60-F13C0D943D53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420" name="Camera 2 (view 2)">
            <a:extLst>
              <a:ext uri="{FF2B5EF4-FFF2-40B4-BE49-F238E27FC236}">
                <ns2:creationId id="{66006467-6D71-4E8A-9144-6D5AD4453E83}"/>
              </a:ext>
            </a:extLst>
          </p:cNvPr>
          <p:cNvSpPr>
            <a:spLocks noGrp="1"/>
          </p:cNvSpPr>
          <p:nvPr/>
        </p:nvSpPr>
        <p:spPr>
          <a:xfrm>
            <a:off x="6099737" y="2038703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2 (view 2)</a:t>
            </a:r>
          </a:p>
        </p:txBody>
      </p:sp>
      <p:sp>
        <p:nvSpPr>
          <p:cNvPr id="421" name="Time 1 (future)">
            <a:extLst>
              <a:ext uri="{FF2B5EF4-FFF2-40B4-BE49-F238E27FC236}">
                <ns2:creationId id="{3334E8EF-CE2B-47C8-A7B1-B4C26C4D3448}"/>
              </a:ext>
            </a:extLst>
          </p:cNvPr>
          <p:cNvSpPr>
            <a:spLocks noGrp="1"/>
          </p:cNvSpPr>
          <p:nvPr/>
        </p:nvSpPr>
        <p:spPr>
          <a:xfrm>
            <a:off x="6182317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422" name="Time 2 (future)">
            <a:extLst>
              <a:ext uri="{FF2B5EF4-FFF2-40B4-BE49-F238E27FC236}">
                <ns2:creationId id="{70457014-075B-4C61-B2F9-4D4113B67131}"/>
              </a:ext>
            </a:extLst>
          </p:cNvPr>
          <p:cNvSpPr>
            <a:spLocks noGrp="1"/>
          </p:cNvSpPr>
          <p:nvPr/>
        </p:nvSpPr>
        <p:spPr>
          <a:xfrm>
            <a:off x="7064895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423" name="diagram block">
            <a:extLst>
              <a:ext uri="{FF2B5EF4-FFF2-40B4-BE49-F238E27FC236}">
                <ns2:creationId id="{2CFFF8BF-89AD-4353-AD28-89C52C5FA760}"/>
              </a:ext>
            </a:extLst>
          </p:cNvPr>
          <p:cNvSpPr>
            <a:spLocks noGrp="1"/>
          </p:cNvSpPr>
          <p:nvPr/>
        </p:nvSpPr>
        <p:spPr>
          <a:xfrm>
            <a:off x="619780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4" name="diagram block">
            <a:extLst>
              <a:ext uri="{FF2B5EF4-FFF2-40B4-BE49-F238E27FC236}">
                <ns2:creationId id="{247CD45E-6280-458A-9E09-1BD8E46D46FA}"/>
              </a:ext>
            </a:extLst>
          </p:cNvPr>
          <p:cNvSpPr>
            <a:spLocks noGrp="1"/>
          </p:cNvSpPr>
          <p:nvPr/>
        </p:nvSpPr>
        <p:spPr>
          <a:xfrm>
            <a:off x="630360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5" name="diagram block">
            <a:extLst>
              <a:ext uri="{FF2B5EF4-FFF2-40B4-BE49-F238E27FC236}">
                <ns2:creationId id="{A10C47B9-FF47-4715-9B22-95701349466E}"/>
              </a:ext>
            </a:extLst>
          </p:cNvPr>
          <p:cNvSpPr>
            <a:spLocks noGrp="1"/>
          </p:cNvSpPr>
          <p:nvPr/>
        </p:nvSpPr>
        <p:spPr>
          <a:xfrm>
            <a:off x="640941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6" name="diagram block">
            <a:extLst>
              <a:ext uri="{FF2B5EF4-FFF2-40B4-BE49-F238E27FC236}">
                <ns2:creationId id="{92BF625B-E8D5-4C6D-940E-2156EE50B6A0}"/>
              </a:ext>
            </a:extLst>
          </p:cNvPr>
          <p:cNvSpPr>
            <a:spLocks noGrp="1"/>
          </p:cNvSpPr>
          <p:nvPr/>
        </p:nvSpPr>
        <p:spPr>
          <a:xfrm>
            <a:off x="651522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7" name="diagram block">
            <a:extLst>
              <a:ext uri="{FF2B5EF4-FFF2-40B4-BE49-F238E27FC236}">
                <ns2:creationId id="{931D8B0E-C575-4F0F-932A-5464B13A8B69}"/>
              </a:ext>
            </a:extLst>
          </p:cNvPr>
          <p:cNvSpPr>
            <a:spLocks noGrp="1"/>
          </p:cNvSpPr>
          <p:nvPr/>
        </p:nvSpPr>
        <p:spPr>
          <a:xfrm>
            <a:off x="662102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8" name="diagram block">
            <a:extLst>
              <a:ext uri="{FF2B5EF4-FFF2-40B4-BE49-F238E27FC236}">
                <ns2:creationId id="{583CC7AD-17E3-4DAC-83D4-343DC2557E75}"/>
              </a:ext>
            </a:extLst>
          </p:cNvPr>
          <p:cNvSpPr>
            <a:spLocks noGrp="1"/>
          </p:cNvSpPr>
          <p:nvPr/>
        </p:nvSpPr>
        <p:spPr>
          <a:xfrm>
            <a:off x="6726832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9" name="diagram block">
            <a:extLst>
              <a:ext uri="{FF2B5EF4-FFF2-40B4-BE49-F238E27FC236}">
                <ns2:creationId id="{CFAAE51E-5111-413A-9481-3BCD0D770DFB}"/>
              </a:ext>
            </a:extLst>
          </p:cNvPr>
          <p:cNvSpPr>
            <a:spLocks noGrp="1"/>
          </p:cNvSpPr>
          <p:nvPr/>
        </p:nvSpPr>
        <p:spPr>
          <a:xfrm>
            <a:off x="6832638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0" name="diagram block">
            <a:extLst>
              <a:ext uri="{FF2B5EF4-FFF2-40B4-BE49-F238E27FC236}">
                <ns2:creationId id="{F0E0CAD2-2F43-4328-A7B7-2969B1FFF2CB}"/>
              </a:ext>
            </a:extLst>
          </p:cNvPr>
          <p:cNvSpPr>
            <a:spLocks noGrp="1"/>
          </p:cNvSpPr>
          <p:nvPr/>
        </p:nvSpPr>
        <p:spPr>
          <a:xfrm>
            <a:off x="619780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1" name="diagram block">
            <a:extLst>
              <a:ext uri="{FF2B5EF4-FFF2-40B4-BE49-F238E27FC236}">
                <ns2:creationId id="{92CD9E95-02A5-4BCD-81AC-ED49A35F6E98}"/>
              </a:ext>
            </a:extLst>
          </p:cNvPr>
          <p:cNvSpPr>
            <a:spLocks noGrp="1"/>
          </p:cNvSpPr>
          <p:nvPr/>
        </p:nvSpPr>
        <p:spPr>
          <a:xfrm>
            <a:off x="630360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2" name="diagram block">
            <a:extLst>
              <a:ext uri="{FF2B5EF4-FFF2-40B4-BE49-F238E27FC236}">
                <ns2:creationId id="{906193DF-573D-4EC7-96C3-37FE2645708F}"/>
              </a:ext>
            </a:extLst>
          </p:cNvPr>
          <p:cNvSpPr>
            <a:spLocks noGrp="1"/>
          </p:cNvSpPr>
          <p:nvPr/>
        </p:nvSpPr>
        <p:spPr>
          <a:xfrm>
            <a:off x="640941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3" name="diagram block">
            <a:extLst>
              <a:ext uri="{FF2B5EF4-FFF2-40B4-BE49-F238E27FC236}">
                <ns2:creationId id="{A894B335-FE80-4F9A-B6F9-9B4FE78202CB}"/>
              </a:ext>
            </a:extLst>
          </p:cNvPr>
          <p:cNvSpPr>
            <a:spLocks noGrp="1"/>
          </p:cNvSpPr>
          <p:nvPr/>
        </p:nvSpPr>
        <p:spPr>
          <a:xfrm>
            <a:off x="651522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4" name="diagram block">
            <a:extLst>
              <a:ext uri="{FF2B5EF4-FFF2-40B4-BE49-F238E27FC236}">
                <ns2:creationId id="{86A46965-59C0-4278-8A68-F41022055883}"/>
              </a:ext>
            </a:extLst>
          </p:cNvPr>
          <p:cNvSpPr>
            <a:spLocks noGrp="1"/>
          </p:cNvSpPr>
          <p:nvPr/>
        </p:nvSpPr>
        <p:spPr>
          <a:xfrm>
            <a:off x="662102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5" name="diagram block">
            <a:extLst>
              <a:ext uri="{FF2B5EF4-FFF2-40B4-BE49-F238E27FC236}">
                <ns2:creationId id="{889AAEBC-CB1B-4775-B920-83A68D5D47ED}"/>
              </a:ext>
            </a:extLst>
          </p:cNvPr>
          <p:cNvSpPr>
            <a:spLocks noGrp="1"/>
          </p:cNvSpPr>
          <p:nvPr/>
        </p:nvSpPr>
        <p:spPr>
          <a:xfrm>
            <a:off x="6726832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6" name="diagram block">
            <a:extLst>
              <a:ext uri="{FF2B5EF4-FFF2-40B4-BE49-F238E27FC236}">
                <ns2:creationId id="{D641813A-4DC1-442A-A881-386D5233C6BA}"/>
              </a:ext>
            </a:extLst>
          </p:cNvPr>
          <p:cNvSpPr>
            <a:spLocks noGrp="1"/>
          </p:cNvSpPr>
          <p:nvPr/>
        </p:nvSpPr>
        <p:spPr>
          <a:xfrm>
            <a:off x="6832638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7" name="diagram block">
            <a:extLst>
              <a:ext uri="{FF2B5EF4-FFF2-40B4-BE49-F238E27FC236}">
                <ns2:creationId id="{4D613147-0E72-4FCD-8E30-281EAAC6ED34}"/>
              </a:ext>
            </a:extLst>
          </p:cNvPr>
          <p:cNvSpPr>
            <a:spLocks noGrp="1"/>
          </p:cNvSpPr>
          <p:nvPr/>
        </p:nvSpPr>
        <p:spPr>
          <a:xfrm>
            <a:off x="619780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8" name="diagram block">
            <a:extLst>
              <a:ext uri="{FF2B5EF4-FFF2-40B4-BE49-F238E27FC236}">
                <ns2:creationId id="{BA048AED-4FAF-4F07-B203-09DF95529F0B}"/>
              </a:ext>
            </a:extLst>
          </p:cNvPr>
          <p:cNvSpPr>
            <a:spLocks noGrp="1"/>
          </p:cNvSpPr>
          <p:nvPr/>
        </p:nvSpPr>
        <p:spPr>
          <a:xfrm>
            <a:off x="630360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9" name="diagram block">
            <a:extLst>
              <a:ext uri="{FF2B5EF4-FFF2-40B4-BE49-F238E27FC236}">
                <ns2:creationId id="{9C83E478-D84A-4ADD-9CB8-CDC06FD70F16}"/>
              </a:ext>
            </a:extLst>
          </p:cNvPr>
          <p:cNvSpPr>
            <a:spLocks noGrp="1"/>
          </p:cNvSpPr>
          <p:nvPr/>
        </p:nvSpPr>
        <p:spPr>
          <a:xfrm>
            <a:off x="640941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0" name="diagram block">
            <a:extLst>
              <a:ext uri="{FF2B5EF4-FFF2-40B4-BE49-F238E27FC236}">
                <ns2:creationId id="{D0ACB66B-93C0-4505-A19B-C9891F93E701}"/>
              </a:ext>
            </a:extLst>
          </p:cNvPr>
          <p:cNvSpPr>
            <a:spLocks noGrp="1"/>
          </p:cNvSpPr>
          <p:nvPr/>
        </p:nvSpPr>
        <p:spPr>
          <a:xfrm>
            <a:off x="651522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1" name="diagram block">
            <a:extLst>
              <a:ext uri="{FF2B5EF4-FFF2-40B4-BE49-F238E27FC236}">
                <ns2:creationId id="{48B88507-EB1E-4D7E-B627-AF576E111B47}"/>
              </a:ext>
            </a:extLst>
          </p:cNvPr>
          <p:cNvSpPr>
            <a:spLocks noGrp="1"/>
          </p:cNvSpPr>
          <p:nvPr/>
        </p:nvSpPr>
        <p:spPr>
          <a:xfrm>
            <a:off x="662102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2" name="diagram block">
            <a:extLst>
              <a:ext uri="{FF2B5EF4-FFF2-40B4-BE49-F238E27FC236}">
                <ns2:creationId id="{B2F2526D-01CA-43BE-8F70-E717C382E81E}"/>
              </a:ext>
            </a:extLst>
          </p:cNvPr>
          <p:cNvSpPr>
            <a:spLocks noGrp="1"/>
          </p:cNvSpPr>
          <p:nvPr/>
        </p:nvSpPr>
        <p:spPr>
          <a:xfrm>
            <a:off x="6726832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3" name="diagram block">
            <a:extLst>
              <a:ext uri="{FF2B5EF4-FFF2-40B4-BE49-F238E27FC236}">
                <ns2:creationId id="{13EB2513-58D6-4370-A160-4E7882FE354D}"/>
              </a:ext>
            </a:extLst>
          </p:cNvPr>
          <p:cNvSpPr>
            <a:spLocks noGrp="1"/>
          </p:cNvSpPr>
          <p:nvPr/>
        </p:nvSpPr>
        <p:spPr>
          <a:xfrm>
            <a:off x="6832638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4" name="diagram block">
            <a:extLst>
              <a:ext uri="{FF2B5EF4-FFF2-40B4-BE49-F238E27FC236}">
                <ns2:creationId id="{3A2C8C68-80FC-429F-A606-99B5DCE0C7EF}"/>
              </a:ext>
            </a:extLst>
          </p:cNvPr>
          <p:cNvSpPr>
            <a:spLocks noGrp="1"/>
          </p:cNvSpPr>
          <p:nvPr/>
        </p:nvSpPr>
        <p:spPr>
          <a:xfrm>
            <a:off x="619780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5" name="diagram block">
            <a:extLst>
              <a:ext uri="{FF2B5EF4-FFF2-40B4-BE49-F238E27FC236}">
                <ns2:creationId id="{9C7DFC89-E68C-4E06-988D-04ABDD1EA73C}"/>
              </a:ext>
            </a:extLst>
          </p:cNvPr>
          <p:cNvSpPr>
            <a:spLocks noGrp="1"/>
          </p:cNvSpPr>
          <p:nvPr/>
        </p:nvSpPr>
        <p:spPr>
          <a:xfrm>
            <a:off x="630360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6" name="diagram block">
            <a:extLst>
              <a:ext uri="{FF2B5EF4-FFF2-40B4-BE49-F238E27FC236}">
                <ns2:creationId id="{D07A76F1-EBB1-4DDC-9939-D0C89B60CE84}"/>
              </a:ext>
            </a:extLst>
          </p:cNvPr>
          <p:cNvSpPr>
            <a:spLocks noGrp="1"/>
          </p:cNvSpPr>
          <p:nvPr/>
        </p:nvSpPr>
        <p:spPr>
          <a:xfrm>
            <a:off x="640941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7" name="diagram block">
            <a:extLst>
              <a:ext uri="{FF2B5EF4-FFF2-40B4-BE49-F238E27FC236}">
                <ns2:creationId id="{3E2DAF3D-149F-4625-BF01-88F870B9024A}"/>
              </a:ext>
            </a:extLst>
          </p:cNvPr>
          <p:cNvSpPr>
            <a:spLocks noGrp="1"/>
          </p:cNvSpPr>
          <p:nvPr/>
        </p:nvSpPr>
        <p:spPr>
          <a:xfrm>
            <a:off x="651522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8" name="diagram block">
            <a:extLst>
              <a:ext uri="{FF2B5EF4-FFF2-40B4-BE49-F238E27FC236}">
                <ns2:creationId id="{EF2C94F5-CE53-434A-A83B-67C3405708F0}"/>
              </a:ext>
            </a:extLst>
          </p:cNvPr>
          <p:cNvSpPr>
            <a:spLocks noGrp="1"/>
          </p:cNvSpPr>
          <p:nvPr/>
        </p:nvSpPr>
        <p:spPr>
          <a:xfrm>
            <a:off x="662102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9" name="diagram block">
            <a:extLst>
              <a:ext uri="{FF2B5EF4-FFF2-40B4-BE49-F238E27FC236}">
                <ns2:creationId id="{A444CA7F-BD00-4636-87E7-E155FB1D20AD}"/>
              </a:ext>
            </a:extLst>
          </p:cNvPr>
          <p:cNvSpPr>
            <a:spLocks noGrp="1"/>
          </p:cNvSpPr>
          <p:nvPr/>
        </p:nvSpPr>
        <p:spPr>
          <a:xfrm>
            <a:off x="6726832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0" name="diagram block">
            <a:extLst>
              <a:ext uri="{FF2B5EF4-FFF2-40B4-BE49-F238E27FC236}">
                <ns2:creationId id="{B9A57028-049A-4AF1-BC94-B8AC178B6E01}"/>
              </a:ext>
            </a:extLst>
          </p:cNvPr>
          <p:cNvSpPr>
            <a:spLocks noGrp="1"/>
          </p:cNvSpPr>
          <p:nvPr/>
        </p:nvSpPr>
        <p:spPr>
          <a:xfrm>
            <a:off x="6832638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1" name="diagram block">
            <a:extLst>
              <a:ext uri="{FF2B5EF4-FFF2-40B4-BE49-F238E27FC236}">
                <ns2:creationId id="{BAB128AC-F4EA-4838-ABB7-7C597914D70C}"/>
              </a:ext>
            </a:extLst>
          </p:cNvPr>
          <p:cNvSpPr>
            <a:spLocks noGrp="1"/>
          </p:cNvSpPr>
          <p:nvPr/>
        </p:nvSpPr>
        <p:spPr>
          <a:xfrm>
            <a:off x="619780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2" name="diagram block">
            <a:extLst>
              <a:ext uri="{FF2B5EF4-FFF2-40B4-BE49-F238E27FC236}">
                <ns2:creationId id="{D80893E0-0FCB-43DD-BAFB-C2CF16E9BF59}"/>
              </a:ext>
            </a:extLst>
          </p:cNvPr>
          <p:cNvSpPr>
            <a:spLocks noGrp="1"/>
          </p:cNvSpPr>
          <p:nvPr/>
        </p:nvSpPr>
        <p:spPr>
          <a:xfrm>
            <a:off x="630360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3" name="diagram block">
            <a:extLst>
              <a:ext uri="{FF2B5EF4-FFF2-40B4-BE49-F238E27FC236}">
                <ns2:creationId id="{1C05DF84-B5EB-47CA-9B22-87366DF46338}"/>
              </a:ext>
            </a:extLst>
          </p:cNvPr>
          <p:cNvSpPr>
            <a:spLocks noGrp="1"/>
          </p:cNvSpPr>
          <p:nvPr/>
        </p:nvSpPr>
        <p:spPr>
          <a:xfrm>
            <a:off x="640941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4" name="diagram block">
            <a:extLst>
              <a:ext uri="{FF2B5EF4-FFF2-40B4-BE49-F238E27FC236}">
                <ns2:creationId id="{606BE50C-49F4-4390-B308-85DAFD2916A8}"/>
              </a:ext>
            </a:extLst>
          </p:cNvPr>
          <p:cNvSpPr>
            <a:spLocks noGrp="1"/>
          </p:cNvSpPr>
          <p:nvPr/>
        </p:nvSpPr>
        <p:spPr>
          <a:xfrm>
            <a:off x="651522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5" name="diagram block">
            <a:extLst>
              <a:ext uri="{FF2B5EF4-FFF2-40B4-BE49-F238E27FC236}">
                <ns2:creationId id="{4EDCC1F6-82FC-47E1-8B35-754E83FE74D6}"/>
              </a:ext>
            </a:extLst>
          </p:cNvPr>
          <p:cNvSpPr>
            <a:spLocks noGrp="1"/>
          </p:cNvSpPr>
          <p:nvPr/>
        </p:nvSpPr>
        <p:spPr>
          <a:xfrm>
            <a:off x="662102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6" name="diagram block">
            <a:extLst>
              <a:ext uri="{FF2B5EF4-FFF2-40B4-BE49-F238E27FC236}">
                <ns2:creationId id="{F08AEDB1-C47F-4B96-950A-E529D1147450}"/>
              </a:ext>
            </a:extLst>
          </p:cNvPr>
          <p:cNvSpPr>
            <a:spLocks noGrp="1"/>
          </p:cNvSpPr>
          <p:nvPr/>
        </p:nvSpPr>
        <p:spPr>
          <a:xfrm>
            <a:off x="6726832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7" name="diagram block">
            <a:extLst>
              <a:ext uri="{FF2B5EF4-FFF2-40B4-BE49-F238E27FC236}">
                <ns2:creationId id="{45866E65-F263-4341-BCF7-D73214E50252}"/>
              </a:ext>
            </a:extLst>
          </p:cNvPr>
          <p:cNvSpPr>
            <a:spLocks noGrp="1"/>
          </p:cNvSpPr>
          <p:nvPr/>
        </p:nvSpPr>
        <p:spPr>
          <a:xfrm>
            <a:off x="6832638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8" name="diagram block">
            <a:extLst>
              <a:ext uri="{FF2B5EF4-FFF2-40B4-BE49-F238E27FC236}">
                <ns2:creationId id="{C9572A4F-6B27-4E99-A7FA-E906A8E24C94}"/>
              </a:ext>
            </a:extLst>
          </p:cNvPr>
          <p:cNvSpPr>
            <a:spLocks noGrp="1"/>
          </p:cNvSpPr>
          <p:nvPr/>
        </p:nvSpPr>
        <p:spPr>
          <a:xfrm>
            <a:off x="619780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9" name="diagram block">
            <a:extLst>
              <a:ext uri="{FF2B5EF4-FFF2-40B4-BE49-F238E27FC236}">
                <ns2:creationId id="{25AFDFB3-A2D2-408E-96B7-175B5585FE14}"/>
              </a:ext>
            </a:extLst>
          </p:cNvPr>
          <p:cNvSpPr>
            <a:spLocks noGrp="1"/>
          </p:cNvSpPr>
          <p:nvPr/>
        </p:nvSpPr>
        <p:spPr>
          <a:xfrm>
            <a:off x="630360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0" name="diagram block">
            <a:extLst>
              <a:ext uri="{FF2B5EF4-FFF2-40B4-BE49-F238E27FC236}">
                <ns2:creationId id="{50D549D4-0CF5-49D1-940D-E1CE07F8D9E9}"/>
              </a:ext>
            </a:extLst>
          </p:cNvPr>
          <p:cNvSpPr>
            <a:spLocks noGrp="1"/>
          </p:cNvSpPr>
          <p:nvPr/>
        </p:nvSpPr>
        <p:spPr>
          <a:xfrm>
            <a:off x="640941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1" name="diagram block">
            <a:extLst>
              <a:ext uri="{FF2B5EF4-FFF2-40B4-BE49-F238E27FC236}">
                <ns2:creationId id="{CCA2C165-9708-4B62-A012-908FC3966F0B}"/>
              </a:ext>
            </a:extLst>
          </p:cNvPr>
          <p:cNvSpPr>
            <a:spLocks noGrp="1"/>
          </p:cNvSpPr>
          <p:nvPr/>
        </p:nvSpPr>
        <p:spPr>
          <a:xfrm>
            <a:off x="651522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2" name="diagram block">
            <a:extLst>
              <a:ext uri="{FF2B5EF4-FFF2-40B4-BE49-F238E27FC236}">
                <ns2:creationId id="{9FB98602-E23D-43A2-9B18-1A772F625EE0}"/>
              </a:ext>
            </a:extLst>
          </p:cNvPr>
          <p:cNvSpPr>
            <a:spLocks noGrp="1"/>
          </p:cNvSpPr>
          <p:nvPr/>
        </p:nvSpPr>
        <p:spPr>
          <a:xfrm>
            <a:off x="662102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3" name="diagram block">
            <a:extLst>
              <a:ext uri="{FF2B5EF4-FFF2-40B4-BE49-F238E27FC236}">
                <ns2:creationId id="{3E5F8458-F7AE-4487-8D4A-24F9656A0000}"/>
              </a:ext>
            </a:extLst>
          </p:cNvPr>
          <p:cNvSpPr>
            <a:spLocks noGrp="1"/>
          </p:cNvSpPr>
          <p:nvPr/>
        </p:nvSpPr>
        <p:spPr>
          <a:xfrm>
            <a:off x="6726832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4" name="diagram block">
            <a:extLst>
              <a:ext uri="{FF2B5EF4-FFF2-40B4-BE49-F238E27FC236}">
                <ns2:creationId id="{5DEA7119-778A-45A6-941F-8D36A9E826AE}"/>
              </a:ext>
            </a:extLst>
          </p:cNvPr>
          <p:cNvSpPr>
            <a:spLocks noGrp="1"/>
          </p:cNvSpPr>
          <p:nvPr/>
        </p:nvSpPr>
        <p:spPr>
          <a:xfrm>
            <a:off x="6832638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5" name="diagram block">
            <a:extLst>
              <a:ext uri="{FF2B5EF4-FFF2-40B4-BE49-F238E27FC236}">
                <ns2:creationId id="{BA08385A-8C98-475C-8D77-897D71AC54C6}"/>
              </a:ext>
            </a:extLst>
          </p:cNvPr>
          <p:cNvSpPr>
            <a:spLocks noGrp="1"/>
          </p:cNvSpPr>
          <p:nvPr/>
        </p:nvSpPr>
        <p:spPr>
          <a:xfrm>
            <a:off x="619780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6" name="diagram block">
            <a:extLst>
              <a:ext uri="{FF2B5EF4-FFF2-40B4-BE49-F238E27FC236}">
                <ns2:creationId id="{19BA67E8-87D4-46CE-A863-A15CDDFDB279}"/>
              </a:ext>
            </a:extLst>
          </p:cNvPr>
          <p:cNvSpPr>
            <a:spLocks noGrp="1"/>
          </p:cNvSpPr>
          <p:nvPr/>
        </p:nvSpPr>
        <p:spPr>
          <a:xfrm>
            <a:off x="630360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7" name="diagram block">
            <a:extLst>
              <a:ext uri="{FF2B5EF4-FFF2-40B4-BE49-F238E27FC236}">
                <ns2:creationId id="{43C07472-7827-46FB-B25D-D5A3E2213F5A}"/>
              </a:ext>
            </a:extLst>
          </p:cNvPr>
          <p:cNvSpPr>
            <a:spLocks noGrp="1"/>
          </p:cNvSpPr>
          <p:nvPr/>
        </p:nvSpPr>
        <p:spPr>
          <a:xfrm>
            <a:off x="640941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8" name="diagram block">
            <a:extLst>
              <a:ext uri="{FF2B5EF4-FFF2-40B4-BE49-F238E27FC236}">
                <ns2:creationId id="{15E4D65B-51AC-4F9B-A63F-9E849A1128B7}"/>
              </a:ext>
            </a:extLst>
          </p:cNvPr>
          <p:cNvSpPr>
            <a:spLocks noGrp="1"/>
          </p:cNvSpPr>
          <p:nvPr/>
        </p:nvSpPr>
        <p:spPr>
          <a:xfrm>
            <a:off x="651522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9" name="diagram block">
            <a:extLst>
              <a:ext uri="{FF2B5EF4-FFF2-40B4-BE49-F238E27FC236}">
                <ns2:creationId id="{B7EDFE71-602A-45ED-99B0-C056303F575E}"/>
              </a:ext>
            </a:extLst>
          </p:cNvPr>
          <p:cNvSpPr>
            <a:spLocks noGrp="1"/>
          </p:cNvSpPr>
          <p:nvPr/>
        </p:nvSpPr>
        <p:spPr>
          <a:xfrm>
            <a:off x="662102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0" name="diagram block">
            <a:extLst>
              <a:ext uri="{FF2B5EF4-FFF2-40B4-BE49-F238E27FC236}">
                <ns2:creationId id="{874AB7FB-B0FE-4A82-BE44-0F2F2B4B402A}"/>
              </a:ext>
            </a:extLst>
          </p:cNvPr>
          <p:cNvSpPr>
            <a:spLocks noGrp="1"/>
          </p:cNvSpPr>
          <p:nvPr/>
        </p:nvSpPr>
        <p:spPr>
          <a:xfrm>
            <a:off x="6726832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1" name="diagram block">
            <a:extLst>
              <a:ext uri="{FF2B5EF4-FFF2-40B4-BE49-F238E27FC236}">
                <ns2:creationId id="{61102211-E290-4EAD-B78D-3B0C09146C10}"/>
              </a:ext>
            </a:extLst>
          </p:cNvPr>
          <p:cNvSpPr>
            <a:spLocks noGrp="1"/>
          </p:cNvSpPr>
          <p:nvPr/>
        </p:nvSpPr>
        <p:spPr>
          <a:xfrm>
            <a:off x="6832638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2" name="diagram block">
            <a:extLst>
              <a:ext uri="{FF2B5EF4-FFF2-40B4-BE49-F238E27FC236}">
                <ns2:creationId id="{9F79BFBD-77D9-4A18-9707-243954536FB5}"/>
              </a:ext>
            </a:extLst>
          </p:cNvPr>
          <p:cNvSpPr>
            <a:spLocks noGrp="1"/>
          </p:cNvSpPr>
          <p:nvPr/>
        </p:nvSpPr>
        <p:spPr>
          <a:xfrm>
            <a:off x="7080379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3" name="diagram block">
            <a:extLst>
              <a:ext uri="{FF2B5EF4-FFF2-40B4-BE49-F238E27FC236}">
                <ns2:creationId id="{46D0C071-63C6-41F3-87A7-691EE65073E3}"/>
              </a:ext>
            </a:extLst>
          </p:cNvPr>
          <p:cNvSpPr>
            <a:spLocks noGrp="1"/>
          </p:cNvSpPr>
          <p:nvPr/>
        </p:nvSpPr>
        <p:spPr>
          <a:xfrm>
            <a:off x="7186185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4" name="diagram block">
            <a:extLst>
              <a:ext uri="{FF2B5EF4-FFF2-40B4-BE49-F238E27FC236}">
                <ns2:creationId id="{C5F9723A-5CB7-43F1-A869-65D789083DC7}"/>
              </a:ext>
            </a:extLst>
          </p:cNvPr>
          <p:cNvSpPr>
            <a:spLocks noGrp="1"/>
          </p:cNvSpPr>
          <p:nvPr/>
        </p:nvSpPr>
        <p:spPr>
          <a:xfrm>
            <a:off x="729199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5" name="diagram block">
            <a:extLst>
              <a:ext uri="{FF2B5EF4-FFF2-40B4-BE49-F238E27FC236}">
                <ns2:creationId id="{8E9727C1-D823-4DA2-BAF5-48E764460770}"/>
              </a:ext>
            </a:extLst>
          </p:cNvPr>
          <p:cNvSpPr>
            <a:spLocks noGrp="1"/>
          </p:cNvSpPr>
          <p:nvPr/>
        </p:nvSpPr>
        <p:spPr>
          <a:xfrm>
            <a:off x="739779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6" name="diagram block">
            <a:extLst>
              <a:ext uri="{FF2B5EF4-FFF2-40B4-BE49-F238E27FC236}">
                <ns2:creationId id="{81F565EE-88C1-4DDA-997F-2831193D39AC}"/>
              </a:ext>
            </a:extLst>
          </p:cNvPr>
          <p:cNvSpPr>
            <a:spLocks noGrp="1"/>
          </p:cNvSpPr>
          <p:nvPr/>
        </p:nvSpPr>
        <p:spPr>
          <a:xfrm>
            <a:off x="750360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7" name="diagram block">
            <a:extLst>
              <a:ext uri="{FF2B5EF4-FFF2-40B4-BE49-F238E27FC236}">
                <ns2:creationId id="{FE0C5C03-FC71-4E91-B8B2-882A9476B67E}"/>
              </a:ext>
            </a:extLst>
          </p:cNvPr>
          <p:cNvSpPr>
            <a:spLocks noGrp="1"/>
          </p:cNvSpPr>
          <p:nvPr/>
        </p:nvSpPr>
        <p:spPr>
          <a:xfrm>
            <a:off x="760941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8" name="diagram block">
            <a:extLst>
              <a:ext uri="{FF2B5EF4-FFF2-40B4-BE49-F238E27FC236}">
                <ns2:creationId id="{F922A88C-23AE-4E1F-A941-9F06CB049E39}"/>
              </a:ext>
            </a:extLst>
          </p:cNvPr>
          <p:cNvSpPr>
            <a:spLocks noGrp="1"/>
          </p:cNvSpPr>
          <p:nvPr/>
        </p:nvSpPr>
        <p:spPr>
          <a:xfrm>
            <a:off x="771521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9" name="diagram block">
            <a:extLst>
              <a:ext uri="{FF2B5EF4-FFF2-40B4-BE49-F238E27FC236}">
                <ns2:creationId id="{E0A0A740-85DA-42EC-A107-54093DD146B2}"/>
              </a:ext>
            </a:extLst>
          </p:cNvPr>
          <p:cNvSpPr>
            <a:spLocks noGrp="1"/>
          </p:cNvSpPr>
          <p:nvPr/>
        </p:nvSpPr>
        <p:spPr>
          <a:xfrm>
            <a:off x="7080379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0" name="diagram block">
            <a:extLst>
              <a:ext uri="{FF2B5EF4-FFF2-40B4-BE49-F238E27FC236}">
                <ns2:creationId id="{CA2E71A0-FF75-4FDF-92A1-07B78A6A97DD}"/>
              </a:ext>
            </a:extLst>
          </p:cNvPr>
          <p:cNvSpPr>
            <a:spLocks noGrp="1"/>
          </p:cNvSpPr>
          <p:nvPr/>
        </p:nvSpPr>
        <p:spPr>
          <a:xfrm>
            <a:off x="7186185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1" name="diagram block">
            <a:extLst>
              <a:ext uri="{FF2B5EF4-FFF2-40B4-BE49-F238E27FC236}">
                <ns2:creationId id="{127EF142-5E0B-4F96-AC8D-758A8ADBC4C2}"/>
              </a:ext>
            </a:extLst>
          </p:cNvPr>
          <p:cNvSpPr>
            <a:spLocks noGrp="1"/>
          </p:cNvSpPr>
          <p:nvPr/>
        </p:nvSpPr>
        <p:spPr>
          <a:xfrm>
            <a:off x="729199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2" name="diagram block">
            <a:extLst>
              <a:ext uri="{FF2B5EF4-FFF2-40B4-BE49-F238E27FC236}">
                <ns2:creationId id="{800884E3-D42A-4420-A072-C3077029788C}"/>
              </a:ext>
            </a:extLst>
          </p:cNvPr>
          <p:cNvSpPr>
            <a:spLocks noGrp="1"/>
          </p:cNvSpPr>
          <p:nvPr/>
        </p:nvSpPr>
        <p:spPr>
          <a:xfrm>
            <a:off x="739779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3" name="diagram block">
            <a:extLst>
              <a:ext uri="{FF2B5EF4-FFF2-40B4-BE49-F238E27FC236}">
                <ns2:creationId id="{AD2131B0-FAF2-4F53-873A-BEB87A773C74}"/>
              </a:ext>
            </a:extLst>
          </p:cNvPr>
          <p:cNvSpPr>
            <a:spLocks noGrp="1"/>
          </p:cNvSpPr>
          <p:nvPr/>
        </p:nvSpPr>
        <p:spPr>
          <a:xfrm>
            <a:off x="750360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4" name="diagram block">
            <a:extLst>
              <a:ext uri="{FF2B5EF4-FFF2-40B4-BE49-F238E27FC236}">
                <ns2:creationId id="{5106F72E-C645-40AC-B800-DDF7BFC94503}"/>
              </a:ext>
            </a:extLst>
          </p:cNvPr>
          <p:cNvSpPr>
            <a:spLocks noGrp="1"/>
          </p:cNvSpPr>
          <p:nvPr/>
        </p:nvSpPr>
        <p:spPr>
          <a:xfrm>
            <a:off x="760941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5" name="diagram block">
            <a:extLst>
              <a:ext uri="{FF2B5EF4-FFF2-40B4-BE49-F238E27FC236}">
                <ns2:creationId id="{0E26DB6D-EFFC-40BE-AF2E-44079436305F}"/>
              </a:ext>
            </a:extLst>
          </p:cNvPr>
          <p:cNvSpPr>
            <a:spLocks noGrp="1"/>
          </p:cNvSpPr>
          <p:nvPr/>
        </p:nvSpPr>
        <p:spPr>
          <a:xfrm>
            <a:off x="771521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6" name="diagram block">
            <a:extLst>
              <a:ext uri="{FF2B5EF4-FFF2-40B4-BE49-F238E27FC236}">
                <ns2:creationId id="{960C7CBD-7CD6-47F6-B585-7189868934AC}"/>
              </a:ext>
            </a:extLst>
          </p:cNvPr>
          <p:cNvSpPr>
            <a:spLocks noGrp="1"/>
          </p:cNvSpPr>
          <p:nvPr/>
        </p:nvSpPr>
        <p:spPr>
          <a:xfrm>
            <a:off x="7080379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7" name="diagram block">
            <a:extLst>
              <a:ext uri="{FF2B5EF4-FFF2-40B4-BE49-F238E27FC236}">
                <ns2:creationId id="{11BF652F-0D95-4AE9-AA23-E554E60DC188}"/>
              </a:ext>
            </a:extLst>
          </p:cNvPr>
          <p:cNvSpPr>
            <a:spLocks noGrp="1"/>
          </p:cNvSpPr>
          <p:nvPr/>
        </p:nvSpPr>
        <p:spPr>
          <a:xfrm>
            <a:off x="7186185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8" name="diagram block">
            <a:extLst>
              <a:ext uri="{FF2B5EF4-FFF2-40B4-BE49-F238E27FC236}">
                <ns2:creationId id="{ADD61379-E374-467A-BA54-76127117C105}"/>
              </a:ext>
            </a:extLst>
          </p:cNvPr>
          <p:cNvSpPr>
            <a:spLocks noGrp="1"/>
          </p:cNvSpPr>
          <p:nvPr/>
        </p:nvSpPr>
        <p:spPr>
          <a:xfrm>
            <a:off x="729199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9" name="diagram block">
            <a:extLst>
              <a:ext uri="{FF2B5EF4-FFF2-40B4-BE49-F238E27FC236}">
                <ns2:creationId id="{3388E030-32B5-4596-87F0-5672FDFFFE44}"/>
              </a:ext>
            </a:extLst>
          </p:cNvPr>
          <p:cNvSpPr>
            <a:spLocks noGrp="1"/>
          </p:cNvSpPr>
          <p:nvPr/>
        </p:nvSpPr>
        <p:spPr>
          <a:xfrm>
            <a:off x="739779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0" name="diagram block">
            <a:extLst>
              <a:ext uri="{FF2B5EF4-FFF2-40B4-BE49-F238E27FC236}">
                <ns2:creationId id="{AB52F287-D062-4553-A424-0E8B159C9289}"/>
              </a:ext>
            </a:extLst>
          </p:cNvPr>
          <p:cNvSpPr>
            <a:spLocks noGrp="1"/>
          </p:cNvSpPr>
          <p:nvPr/>
        </p:nvSpPr>
        <p:spPr>
          <a:xfrm>
            <a:off x="750360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1" name="diagram block">
            <a:extLst>
              <a:ext uri="{FF2B5EF4-FFF2-40B4-BE49-F238E27FC236}">
                <ns2:creationId id="{154801EC-676F-4711-A0B2-DFFF8CDA436E}"/>
              </a:ext>
            </a:extLst>
          </p:cNvPr>
          <p:cNvSpPr>
            <a:spLocks noGrp="1"/>
          </p:cNvSpPr>
          <p:nvPr/>
        </p:nvSpPr>
        <p:spPr>
          <a:xfrm>
            <a:off x="760941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2" name="diagram block">
            <a:extLst>
              <a:ext uri="{FF2B5EF4-FFF2-40B4-BE49-F238E27FC236}">
                <ns2:creationId id="{7ACFF178-8394-4005-96E6-EE5A5A4E49AF}"/>
              </a:ext>
            </a:extLst>
          </p:cNvPr>
          <p:cNvSpPr>
            <a:spLocks noGrp="1"/>
          </p:cNvSpPr>
          <p:nvPr/>
        </p:nvSpPr>
        <p:spPr>
          <a:xfrm>
            <a:off x="771521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3" name="diagram block">
            <a:extLst>
              <a:ext uri="{FF2B5EF4-FFF2-40B4-BE49-F238E27FC236}">
                <ns2:creationId id="{70B80746-6A98-4B1B-AA85-DB1BF28F2F7B}"/>
              </a:ext>
            </a:extLst>
          </p:cNvPr>
          <p:cNvSpPr>
            <a:spLocks noGrp="1"/>
          </p:cNvSpPr>
          <p:nvPr/>
        </p:nvSpPr>
        <p:spPr>
          <a:xfrm>
            <a:off x="7080379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4" name="diagram block">
            <a:extLst>
              <a:ext uri="{FF2B5EF4-FFF2-40B4-BE49-F238E27FC236}">
                <ns2:creationId id="{3589E841-10E9-42C8-B76B-8F0F20FB3D2D}"/>
              </a:ext>
            </a:extLst>
          </p:cNvPr>
          <p:cNvSpPr>
            <a:spLocks noGrp="1"/>
          </p:cNvSpPr>
          <p:nvPr/>
        </p:nvSpPr>
        <p:spPr>
          <a:xfrm>
            <a:off x="7186185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5" name="diagram block">
            <a:extLst>
              <a:ext uri="{FF2B5EF4-FFF2-40B4-BE49-F238E27FC236}">
                <ns2:creationId id="{D39A9813-1D22-4DDD-849C-BE00CCFF6DC9}"/>
              </a:ext>
            </a:extLst>
          </p:cNvPr>
          <p:cNvSpPr>
            <a:spLocks noGrp="1"/>
          </p:cNvSpPr>
          <p:nvPr/>
        </p:nvSpPr>
        <p:spPr>
          <a:xfrm>
            <a:off x="729199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6" name="diagram block">
            <a:extLst>
              <a:ext uri="{FF2B5EF4-FFF2-40B4-BE49-F238E27FC236}">
                <ns2:creationId id="{F9711C13-07C8-45F9-BA88-0C48EDB754C4}"/>
              </a:ext>
            </a:extLst>
          </p:cNvPr>
          <p:cNvSpPr>
            <a:spLocks noGrp="1"/>
          </p:cNvSpPr>
          <p:nvPr/>
        </p:nvSpPr>
        <p:spPr>
          <a:xfrm>
            <a:off x="739779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7" name="diagram block">
            <a:extLst>
              <a:ext uri="{FF2B5EF4-FFF2-40B4-BE49-F238E27FC236}">
                <ns2:creationId id="{AF30282D-3BEA-4C51-9D67-60F84CE1BFA0}"/>
              </a:ext>
            </a:extLst>
          </p:cNvPr>
          <p:cNvSpPr>
            <a:spLocks noGrp="1"/>
          </p:cNvSpPr>
          <p:nvPr/>
        </p:nvSpPr>
        <p:spPr>
          <a:xfrm>
            <a:off x="750360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8" name="diagram block">
            <a:extLst>
              <a:ext uri="{FF2B5EF4-FFF2-40B4-BE49-F238E27FC236}">
                <ns2:creationId id="{380B5876-12F6-4918-93B9-6C85E7A2F0C3}"/>
              </a:ext>
            </a:extLst>
          </p:cNvPr>
          <p:cNvSpPr>
            <a:spLocks noGrp="1"/>
          </p:cNvSpPr>
          <p:nvPr/>
        </p:nvSpPr>
        <p:spPr>
          <a:xfrm>
            <a:off x="760941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9" name="diagram block">
            <a:extLst>
              <a:ext uri="{FF2B5EF4-FFF2-40B4-BE49-F238E27FC236}">
                <ns2:creationId id="{5A8D9701-2064-4088-BAC9-B52E84D2D9E5}"/>
              </a:ext>
            </a:extLst>
          </p:cNvPr>
          <p:cNvSpPr>
            <a:spLocks noGrp="1"/>
          </p:cNvSpPr>
          <p:nvPr/>
        </p:nvSpPr>
        <p:spPr>
          <a:xfrm>
            <a:off x="771521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0" name="diagram block">
            <a:extLst>
              <a:ext uri="{FF2B5EF4-FFF2-40B4-BE49-F238E27FC236}">
                <ns2:creationId id="{785BBA2B-3C21-43FD-B107-D9BE293039EE}"/>
              </a:ext>
            </a:extLst>
          </p:cNvPr>
          <p:cNvSpPr>
            <a:spLocks noGrp="1"/>
          </p:cNvSpPr>
          <p:nvPr/>
        </p:nvSpPr>
        <p:spPr>
          <a:xfrm>
            <a:off x="7080379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1" name="diagram block">
            <a:extLst>
              <a:ext uri="{FF2B5EF4-FFF2-40B4-BE49-F238E27FC236}">
                <ns2:creationId id="{61026E94-5057-41E2-89E5-9AA61515B079}"/>
              </a:ext>
            </a:extLst>
          </p:cNvPr>
          <p:cNvSpPr>
            <a:spLocks noGrp="1"/>
          </p:cNvSpPr>
          <p:nvPr/>
        </p:nvSpPr>
        <p:spPr>
          <a:xfrm>
            <a:off x="7186185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2" name="diagram block">
            <a:extLst>
              <a:ext uri="{FF2B5EF4-FFF2-40B4-BE49-F238E27FC236}">
                <ns2:creationId id="{746E0AF3-5111-4ECF-BC2B-80AB7ECD6688}"/>
              </a:ext>
            </a:extLst>
          </p:cNvPr>
          <p:cNvSpPr>
            <a:spLocks noGrp="1"/>
          </p:cNvSpPr>
          <p:nvPr/>
        </p:nvSpPr>
        <p:spPr>
          <a:xfrm>
            <a:off x="729199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3" name="diagram block">
            <a:extLst>
              <a:ext uri="{FF2B5EF4-FFF2-40B4-BE49-F238E27FC236}">
                <ns2:creationId id="{47F7B0F6-CCE6-4519-A872-D0D48486BC6D}"/>
              </a:ext>
            </a:extLst>
          </p:cNvPr>
          <p:cNvSpPr>
            <a:spLocks noGrp="1"/>
          </p:cNvSpPr>
          <p:nvPr/>
        </p:nvSpPr>
        <p:spPr>
          <a:xfrm>
            <a:off x="739779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4" name="diagram block">
            <a:extLst>
              <a:ext uri="{FF2B5EF4-FFF2-40B4-BE49-F238E27FC236}">
                <ns2:creationId id="{9085128B-6074-4ADE-ADF3-1CC7BE19F947}"/>
              </a:ext>
            </a:extLst>
          </p:cNvPr>
          <p:cNvSpPr>
            <a:spLocks noGrp="1"/>
          </p:cNvSpPr>
          <p:nvPr/>
        </p:nvSpPr>
        <p:spPr>
          <a:xfrm>
            <a:off x="750360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5" name="diagram block">
            <a:extLst>
              <a:ext uri="{FF2B5EF4-FFF2-40B4-BE49-F238E27FC236}">
                <ns2:creationId id="{872CCB82-D1C3-43DB-B6A8-A1B44E5775D5}"/>
              </a:ext>
            </a:extLst>
          </p:cNvPr>
          <p:cNvSpPr>
            <a:spLocks noGrp="1"/>
          </p:cNvSpPr>
          <p:nvPr/>
        </p:nvSpPr>
        <p:spPr>
          <a:xfrm>
            <a:off x="760941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6" name="diagram block">
            <a:extLst>
              <a:ext uri="{FF2B5EF4-FFF2-40B4-BE49-F238E27FC236}">
                <ns2:creationId id="{98B46CEB-2F2C-4C19-868A-BE2B5B003D5E}"/>
              </a:ext>
            </a:extLst>
          </p:cNvPr>
          <p:cNvSpPr>
            <a:spLocks noGrp="1"/>
          </p:cNvSpPr>
          <p:nvPr/>
        </p:nvSpPr>
        <p:spPr>
          <a:xfrm>
            <a:off x="771521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7" name="diagram block">
            <a:extLst>
              <a:ext uri="{FF2B5EF4-FFF2-40B4-BE49-F238E27FC236}">
                <ns2:creationId id="{19B4AF12-5CA3-4354-9371-46356859BE4D}"/>
              </a:ext>
            </a:extLst>
          </p:cNvPr>
          <p:cNvSpPr>
            <a:spLocks noGrp="1"/>
          </p:cNvSpPr>
          <p:nvPr/>
        </p:nvSpPr>
        <p:spPr>
          <a:xfrm>
            <a:off x="7080379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8" name="diagram block">
            <a:extLst>
              <a:ext uri="{FF2B5EF4-FFF2-40B4-BE49-F238E27FC236}">
                <ns2:creationId id="{8CDA5EFD-C239-41FC-B72D-FF10EABBBB2D}"/>
              </a:ext>
            </a:extLst>
          </p:cNvPr>
          <p:cNvSpPr>
            <a:spLocks noGrp="1"/>
          </p:cNvSpPr>
          <p:nvPr/>
        </p:nvSpPr>
        <p:spPr>
          <a:xfrm>
            <a:off x="7186185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9" name="diagram block">
            <a:extLst>
              <a:ext uri="{FF2B5EF4-FFF2-40B4-BE49-F238E27FC236}">
                <ns2:creationId id="{E68BA51B-9E8B-49EB-BED9-445D1CFF67B9}"/>
              </a:ext>
            </a:extLst>
          </p:cNvPr>
          <p:cNvSpPr>
            <a:spLocks noGrp="1"/>
          </p:cNvSpPr>
          <p:nvPr/>
        </p:nvSpPr>
        <p:spPr>
          <a:xfrm>
            <a:off x="729199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0" name="diagram block">
            <a:extLst>
              <a:ext uri="{FF2B5EF4-FFF2-40B4-BE49-F238E27FC236}">
                <ns2:creationId id="{610D472C-32DC-47F1-8009-B19BA6DA81C1}"/>
              </a:ext>
            </a:extLst>
          </p:cNvPr>
          <p:cNvSpPr>
            <a:spLocks noGrp="1"/>
          </p:cNvSpPr>
          <p:nvPr/>
        </p:nvSpPr>
        <p:spPr>
          <a:xfrm>
            <a:off x="739779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1" name="diagram block">
            <a:extLst>
              <a:ext uri="{FF2B5EF4-FFF2-40B4-BE49-F238E27FC236}">
                <ns2:creationId id="{7FB29DF8-BB93-4EB4-ADA2-CE1F0AE48B6E}"/>
              </a:ext>
            </a:extLst>
          </p:cNvPr>
          <p:cNvSpPr>
            <a:spLocks noGrp="1"/>
          </p:cNvSpPr>
          <p:nvPr/>
        </p:nvSpPr>
        <p:spPr>
          <a:xfrm>
            <a:off x="750360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2" name="diagram block">
            <a:extLst>
              <a:ext uri="{FF2B5EF4-FFF2-40B4-BE49-F238E27FC236}">
                <ns2:creationId id="{6BB13FF8-5653-47A8-96F8-22506F6A1DE8}"/>
              </a:ext>
            </a:extLst>
          </p:cNvPr>
          <p:cNvSpPr>
            <a:spLocks noGrp="1"/>
          </p:cNvSpPr>
          <p:nvPr/>
        </p:nvSpPr>
        <p:spPr>
          <a:xfrm>
            <a:off x="760941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3" name="diagram block">
            <a:extLst>
              <a:ext uri="{FF2B5EF4-FFF2-40B4-BE49-F238E27FC236}">
                <ns2:creationId id="{B2F8A087-3C72-4F17-B2E5-AE64CCD3A853}"/>
              </a:ext>
            </a:extLst>
          </p:cNvPr>
          <p:cNvSpPr>
            <a:spLocks noGrp="1"/>
          </p:cNvSpPr>
          <p:nvPr/>
        </p:nvSpPr>
        <p:spPr>
          <a:xfrm>
            <a:off x="771521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4" name="diagram block">
            <a:extLst>
              <a:ext uri="{FF2B5EF4-FFF2-40B4-BE49-F238E27FC236}">
                <ns2:creationId id="{4A98B496-1854-4568-8FEA-423C48E6A294}"/>
              </a:ext>
            </a:extLst>
          </p:cNvPr>
          <p:cNvSpPr>
            <a:spLocks noGrp="1"/>
          </p:cNvSpPr>
          <p:nvPr/>
        </p:nvSpPr>
        <p:spPr>
          <a:xfrm>
            <a:off x="7080379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5" name="diagram block">
            <a:extLst>
              <a:ext uri="{FF2B5EF4-FFF2-40B4-BE49-F238E27FC236}">
                <ns2:creationId id="{2157B6AC-4A57-40F5-B5E4-17D481AE8C9E}"/>
              </a:ext>
            </a:extLst>
          </p:cNvPr>
          <p:cNvSpPr>
            <a:spLocks noGrp="1"/>
          </p:cNvSpPr>
          <p:nvPr/>
        </p:nvSpPr>
        <p:spPr>
          <a:xfrm>
            <a:off x="7186185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6" name="diagram block">
            <a:extLst>
              <a:ext uri="{FF2B5EF4-FFF2-40B4-BE49-F238E27FC236}">
                <ns2:creationId id="{D17E442B-16BD-4E9D-A6F1-D82FDE7CA580}"/>
              </a:ext>
            </a:extLst>
          </p:cNvPr>
          <p:cNvSpPr>
            <a:spLocks noGrp="1"/>
          </p:cNvSpPr>
          <p:nvPr/>
        </p:nvSpPr>
        <p:spPr>
          <a:xfrm>
            <a:off x="729199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7" name="diagram block">
            <a:extLst>
              <a:ext uri="{FF2B5EF4-FFF2-40B4-BE49-F238E27FC236}">
                <ns2:creationId id="{5A496F2B-DB8C-44AC-9F21-34DD0E7265E9}"/>
              </a:ext>
            </a:extLst>
          </p:cNvPr>
          <p:cNvSpPr>
            <a:spLocks noGrp="1"/>
          </p:cNvSpPr>
          <p:nvPr/>
        </p:nvSpPr>
        <p:spPr>
          <a:xfrm>
            <a:off x="739779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8" name="diagram block">
            <a:extLst>
              <a:ext uri="{FF2B5EF4-FFF2-40B4-BE49-F238E27FC236}">
                <ns2:creationId id="{9A759D78-A88C-4486-8672-C62F35094EBD}"/>
              </a:ext>
            </a:extLst>
          </p:cNvPr>
          <p:cNvSpPr>
            <a:spLocks noGrp="1"/>
          </p:cNvSpPr>
          <p:nvPr/>
        </p:nvSpPr>
        <p:spPr>
          <a:xfrm>
            <a:off x="750360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9" name="diagram block">
            <a:extLst>
              <a:ext uri="{FF2B5EF4-FFF2-40B4-BE49-F238E27FC236}">
                <ns2:creationId id="{746AAC18-122F-48D2-924B-811EEA7FE579}"/>
              </a:ext>
            </a:extLst>
          </p:cNvPr>
          <p:cNvSpPr>
            <a:spLocks noGrp="1"/>
          </p:cNvSpPr>
          <p:nvPr/>
        </p:nvSpPr>
        <p:spPr>
          <a:xfrm>
            <a:off x="760941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0" name="diagram block">
            <a:extLst>
              <a:ext uri="{FF2B5EF4-FFF2-40B4-BE49-F238E27FC236}">
                <ns2:creationId id="{BE378AD2-1BE8-4A93-BC03-80B284C4F2AB}"/>
              </a:ext>
            </a:extLst>
          </p:cNvPr>
          <p:cNvSpPr>
            <a:spLocks noGrp="1"/>
          </p:cNvSpPr>
          <p:nvPr/>
        </p:nvSpPr>
        <p:spPr>
          <a:xfrm>
            <a:off x="771521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1" name="diagram block">
            <a:extLst>
              <a:ext uri="{FF2B5EF4-FFF2-40B4-BE49-F238E27FC236}">
                <ns2:creationId id="{EBA193B5-E559-4FA7-BE0D-CD3749ECABCD}"/>
              </a:ext>
            </a:extLst>
          </p:cNvPr>
          <p:cNvSpPr>
            <a:spLocks noGrp="1"/>
          </p:cNvSpPr>
          <p:nvPr/>
        </p:nvSpPr>
        <p:spPr>
          <a:xfrm>
            <a:off x="7895860" y="686449"/>
            <a:ext cx="908384" cy="1310964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4129">
            <a:solidFill>
              <a:srgbClr val="CBDFEE"/>
            </a:solidFill>
            <a:prstDash val="solid"/>
          </a:ln>
        </p:spPr>
      </p:sp>
      <p:sp>
        <p:nvSpPr>
          <p:cNvPr id="522" name="diagram block">
            <a:extLst>
              <a:ext uri="{FF2B5EF4-FFF2-40B4-BE49-F238E27FC236}">
                <ns2:creationId id="{2136650D-5A73-45EE-9516-395A0E65DE2D}"/>
              </a:ext>
            </a:extLst>
          </p:cNvPr>
          <p:cNvSpPr>
            <a:spLocks noGrp="1"/>
          </p:cNvSpPr>
          <p:nvPr/>
        </p:nvSpPr>
        <p:spPr>
          <a:xfrm>
            <a:off x="7962957" y="758707"/>
            <a:ext cx="129032" cy="129032"/>
          </a:xfrm>
          <a:prstGeom prst="rect">
            <a:avLst/>
          </a:prstGeom>
          <a:solidFill>
            <a:srgbClr val="FFBE39"/>
          </a:solidFill>
          <a:ln w="4645">
            <a:solidFill>
              <a:srgbClr val="E8A321"/>
            </a:solidFill>
            <a:prstDash val="solid"/>
          </a:ln>
        </p:spPr>
      </p:sp>
      <p:sp>
        <p:nvSpPr>
          <p:cNvPr id="523" name="Latent token&#10;(48-D)">
            <a:extLst>
              <a:ext uri="{FF2B5EF4-FFF2-40B4-BE49-F238E27FC236}">
                <ns2:creationId id="{8B30B7D8-5A54-42D5-A8FB-D76271C722A2}"/>
              </a:ext>
            </a:extLst>
          </p:cNvPr>
          <p:cNvSpPr>
            <a:spLocks noGrp="1"/>
          </p:cNvSpPr>
          <p:nvPr/>
        </p:nvSpPr>
        <p:spPr>
          <a:xfrm>
            <a:off x="8138440" y="748385"/>
            <a:ext cx="609030" cy="2270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Latent token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(48-D)</a:t>
            </a:r>
          </a:p>
        </p:txBody>
      </p:sp>
      <p:sp>
        <p:nvSpPr>
          <p:cNvPr id="524" name="diagram block">
            <a:extLst>
              <a:ext uri="{FF2B5EF4-FFF2-40B4-BE49-F238E27FC236}">
                <ns2:creationId id="{5DD5B9F1-97D6-40D4-B8CC-568C9CEAD8EA}"/>
              </a:ext>
            </a:extLst>
          </p:cNvPr>
          <p:cNvSpPr>
            <a:spLocks noGrp="1"/>
          </p:cNvSpPr>
          <p:nvPr/>
        </p:nvSpPr>
        <p:spPr>
          <a:xfrm>
            <a:off x="7962957" y="980642"/>
            <a:ext cx="129032" cy="118709"/>
          </a:xfrm>
          <a:prstGeom prst="rect">
            <a:avLst/>
          </a:prstGeom>
          <a:solidFill>
            <a:srgbClr val="FF8156"/>
          </a:solidFill>
          <a:ln w="4645">
            <a:solidFill>
              <a:srgbClr val="F35A36"/>
            </a:solidFill>
            <a:prstDash val="solid"/>
          </a:ln>
        </p:spPr>
      </p:sp>
      <p:sp>
        <p:nvSpPr>
          <p:cNvPr id="525" name="Selected location">
            <a:extLst>
              <a:ext uri="{FF2B5EF4-FFF2-40B4-BE49-F238E27FC236}">
                <ns2:creationId id="{7A47D8E9-0FDA-4176-9A8D-2C3032D081BE}"/>
              </a:ext>
            </a:extLst>
          </p:cNvPr>
          <p:cNvSpPr>
            <a:spLocks noGrp="1"/>
          </p:cNvSpPr>
          <p:nvPr/>
        </p:nvSpPr>
        <p:spPr>
          <a:xfrm>
            <a:off x="8138440" y="985803"/>
            <a:ext cx="614192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Selected location</a:t>
            </a:r>
          </a:p>
        </p:txBody>
      </p:sp>
      <p:cxnSp>
        <p:nvCxnSpPr>
          <p:cNvPr id="526" name="native PowerPoint connector">
            <a:extLst>
              <a:ext uri="{FF2B5EF4-FFF2-40B4-BE49-F238E27FC236}">
                <ns2:creationId id="{A620283E-CD50-4932-BA1D-066300851522}"/>
              </a:ext>
            </a:extLst>
          </p:cNvPr>
          <p:cNvCxnSpPr/>
          <p:nvPr/>
        </p:nvCxnSpPr>
        <p:spPr>
          <a:xfrm flipH="0" flipV="0">
            <a:off x="7947473" y="1238706"/>
            <a:ext cx="175483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>
              <a:ext uri="{FF2B5EF4-FFF2-40B4-BE49-F238E27FC236}">
                <ns2:creationId id="{F37AD8C1-2972-421D-8FB3-404FE15B3D4F}"/>
              </a:ext>
            </a:extLst>
          </p:cNvPr>
          <p:cNvSpPr>
            <a:spLocks noGrp="1"/>
          </p:cNvSpPr>
          <p:nvPr/>
        </p:nvSpPr>
        <p:spPr>
          <a:xfrm>
            <a:off x="8153924" y="1176770"/>
            <a:ext cx="609030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450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Temporal edge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position,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same camera only)</a:t>
            </a:r>
          </a:p>
        </p:txBody>
      </p:sp>
      <p:cxnSp>
        <p:nvCxnSpPr>
          <p:cNvPr id="528" name="native PowerPoint connector">
            <a:extLst>
              <a:ext uri="{FF2B5EF4-FFF2-40B4-BE49-F238E27FC236}">
                <ns2:creationId id="{80C5EF56-44D5-41C1-B124-45E1852442A5}"/>
              </a:ext>
            </a:extLst>
          </p:cNvPr>
          <p:cNvCxnSpPr/>
          <p:nvPr/>
        </p:nvCxnSpPr>
        <p:spPr>
          <a:xfrm flipH="0" flipV="0">
            <a:off x="8035215" y="1486447"/>
            <a:ext cx="0" cy="211612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>
              <a:ext uri="{FF2B5EF4-FFF2-40B4-BE49-F238E27FC236}">
                <ns2:creationId id="{7C3AD7F9-2495-440A-9C6D-186B4260B6A4}"/>
              </a:ext>
            </a:extLst>
          </p:cNvPr>
          <p:cNvCxnSpPr/>
          <p:nvPr/>
        </p:nvCxnSpPr>
        <p:spPr>
          <a:xfrm flipH="0" flipV="0">
            <a:off x="7937151" y="1594834"/>
            <a:ext cx="190967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>
              <a:ext uri="{FF2B5EF4-FFF2-40B4-BE49-F238E27FC236}">
                <ns2:creationId id="{36F3AB4F-355F-4CE8-A752-AABBC394BA86}"/>
              </a:ext>
            </a:extLst>
          </p:cNvPr>
          <p:cNvSpPr>
            <a:spLocks noGrp="1"/>
          </p:cNvSpPr>
          <p:nvPr/>
        </p:nvSpPr>
        <p:spPr>
          <a:xfrm>
            <a:off x="8153924" y="1548382"/>
            <a:ext cx="61419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8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spatial neighbors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time)</a:t>
            </a:r>
          </a:p>
        </p:txBody>
      </p:sp>
      <p:cxnSp>
        <p:nvCxnSpPr>
          <p:cNvPr id="531" name="native PowerPoint connector">
            <a:extLst>
              <a:ext uri="{FF2B5EF4-FFF2-40B4-BE49-F238E27FC236}">
                <ns2:creationId id="{B3223F9D-1CE3-411E-A393-19F62B4504D8}"/>
              </a:ext>
            </a:extLst>
          </p:cNvPr>
          <p:cNvCxnSpPr/>
          <p:nvPr/>
        </p:nvCxnSpPr>
        <p:spPr>
          <a:xfrm flipH="0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>
              <a:ext uri="{FF2B5EF4-FFF2-40B4-BE49-F238E27FC236}">
                <ns2:creationId id="{0FFF1540-B1C6-4FE3-A51C-35CB99D91ABC}"/>
              </a:ext>
            </a:extLst>
          </p:cNvPr>
          <p:cNvCxnSpPr/>
          <p:nvPr/>
        </p:nvCxnSpPr>
        <p:spPr>
          <a:xfrm flipH="1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>
              <a:ext uri="{FF2B5EF4-FFF2-40B4-BE49-F238E27FC236}">
                <ns2:creationId id="{25272A60-BEFB-467D-8EAF-51E69B10EDD5}"/>
              </a:ext>
            </a:extLst>
          </p:cNvPr>
          <p:cNvSpPr>
            <a:spLocks noGrp="1"/>
          </p:cNvSpPr>
          <p:nvPr/>
        </p:nvSpPr>
        <p:spPr>
          <a:xfrm>
            <a:off x="8153924" y="1806446"/>
            <a:ext cx="609030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edges</a:t>
            </a:r>
          </a:p>
        </p:txBody>
      </p:sp>
      <p:sp>
        <p:nvSpPr>
          <p:cNvPr id="534" name="diagram block">
            <a:extLst>
              <a:ext uri="{FF2B5EF4-FFF2-40B4-BE49-F238E27FC236}">
                <ns2:creationId id="{F57EFFEF-85B9-4CC5-835A-C3464379EA28}"/>
              </a:ext>
            </a:extLst>
          </p:cNvPr>
          <p:cNvSpPr>
            <a:spLocks noGrp="1"/>
          </p:cNvSpPr>
          <p:nvPr/>
        </p:nvSpPr>
        <p:spPr>
          <a:xfrm>
            <a:off x="7901022" y="2250315"/>
            <a:ext cx="903223" cy="55225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5161">
            <a:solidFill>
              <a:srgbClr val="C3DFF6"/>
            </a:solidFill>
            <a:prstDash val="solid"/>
          </a:ln>
        </p:spPr>
      </p:sp>
      <p:sp>
        <p:nvSpPr>
          <p:cNvPr id="535" name="Each view’s original latent&#10;map is 14 × 14, pooled&#10;with 2 × 2 average pooli">
            <a:extLst>
              <a:ext uri="{FF2B5EF4-FFF2-40B4-BE49-F238E27FC236}">
                <ns2:creationId id="{6BEEBABC-9E18-4C79-BF1E-DAC736BA7967}"/>
              </a:ext>
            </a:extLst>
          </p:cNvPr>
          <p:cNvSpPr>
            <a:spLocks noGrp="1"/>
          </p:cNvSpPr>
          <p:nvPr/>
        </p:nvSpPr>
        <p:spPr>
          <a:xfrm>
            <a:off x="7926828" y="2276122"/>
            <a:ext cx="851610" cy="50064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rmAutofit fontScale="854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view’s original latent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is 14 × 14, pooled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with 2 × 2 average pooling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7 × 7 (separately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each view).</a:t>
            </a:r>
          </a:p>
        </p:txBody>
      </p:sp>
      <p:sp>
        <p:nvSpPr>
          <p:cNvPr id="536" name="diagram block">
            <a:extLst>
              <a:ext uri="{FF2B5EF4-FFF2-40B4-BE49-F238E27FC236}">
                <ns2:creationId id="{AE4C262F-C172-4A74-9BF9-8F4EA1FA208D}"/>
              </a:ext>
            </a:extLst>
          </p:cNvPr>
          <p:cNvSpPr>
            <a:spLocks noGrp="1"/>
          </p:cNvSpPr>
          <p:nvPr/>
        </p:nvSpPr>
        <p:spPr>
          <a:xfrm>
            <a:off x="6073931" y="3163861"/>
            <a:ext cx="2719991" cy="190967"/>
          </a:xfrm>
          <a:prstGeom prst="roundRect">
            <a:avLst>
              <a:gd name="adj" fmla="val 13514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solidFill>
              <a:srgbClr val="EDCD8E"/>
            </a:solidFill>
            <a:prstDash val="solid"/>
          </a:ln>
        </p:spPr>
      </p:sp>
      <p:sp>
        <p:nvSpPr>
          <p:cNvPr id="537" name="2 future times × 2 views × 7 × 7 = 196 tokens, 48-D">
            <a:extLst>
              <a:ext uri="{FF2B5EF4-FFF2-40B4-BE49-F238E27FC236}">
                <ns2:creationId id="{E2DEB9D7-A54F-4647-AE5D-F7ADC8C1789B}"/>
              </a:ext>
            </a:extLst>
          </p:cNvPr>
          <p:cNvSpPr>
            <a:spLocks noGrp="1"/>
          </p:cNvSpPr>
          <p:nvPr/>
        </p:nvSpPr>
        <p:spPr>
          <a:xfrm>
            <a:off x="6099737" y="3189667"/>
            <a:ext cx="2668379" cy="139354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>
              <a:ext uri="{FF2B5EF4-FFF2-40B4-BE49-F238E27FC236}">
                <ns2:creationId id="{56714E7B-E8F5-4909-9146-D507F88FDB31}"/>
              </a:ext>
            </a:extLst>
          </p:cNvPr>
          <p:cNvSpPr>
            <a:spLocks noGrp="1"/>
          </p:cNvSpPr>
          <p:nvPr/>
        </p:nvSpPr>
        <p:spPr>
          <a:xfrm>
            <a:off x="6079092" y="3427086"/>
            <a:ext cx="2719991" cy="28387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CA0"/>
            </a:solidFill>
            <a:prstDash val="solid"/>
          </a:ln>
        </p:spPr>
      </p:sp>
      <p:sp>
        <p:nvSpPr>
          <p:cNvPr id="539" name="L_st,z = mean_i KL(p^T(· | i) || p^S(· | i))">
            <a:extLst>
              <a:ext uri="{FF2B5EF4-FFF2-40B4-BE49-F238E27FC236}">
                <ns2:creationId id="{7823E2BE-309D-4D30-B64D-54CEF04E3B3A}"/>
              </a:ext>
            </a:extLst>
          </p:cNvPr>
          <p:cNvSpPr>
            <a:spLocks noGrp="1"/>
          </p:cNvSpPr>
          <p:nvPr/>
        </p:nvSpPr>
        <p:spPr>
          <a:xfrm>
            <a:off x="6135866" y="3494182"/>
            <a:ext cx="2606443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540" name="8 local spatial neighbors + same-position temporal edge (same camera only).">
            <a:extLst>
              <a:ext uri="{FF2B5EF4-FFF2-40B4-BE49-F238E27FC236}">
                <ns2:creationId id="{6536528F-9E25-4437-86D5-6662E5D290EF}"/>
              </a:ext>
            </a:extLst>
          </p:cNvPr>
          <p:cNvSpPr>
            <a:spLocks noGrp="1"/>
          </p:cNvSpPr>
          <p:nvPr/>
        </p:nvSpPr>
        <p:spPr>
          <a:xfrm>
            <a:off x="6058447" y="3803859"/>
            <a:ext cx="2745798" cy="2374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local spatial neighbors + same-position temporal edge (same camera only).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 edges.</a:t>
            </a:r>
          </a:p>
        </p:txBody>
      </p:sp>
      <p:sp>
        <p:nvSpPr>
          <p:cNvPr id="541" name="diagram block">
            <a:extLst>
              <a:ext uri="{FF2B5EF4-FFF2-40B4-BE49-F238E27FC236}">
                <ns2:creationId id="{41A26A57-EE88-4DCE-8FFD-73BA73C20FCB}"/>
              </a:ext>
            </a:extLst>
          </p:cNvPr>
          <p:cNvSpPr>
            <a:spLocks noGrp="1"/>
          </p:cNvSpPr>
          <p:nvPr/>
        </p:nvSpPr>
        <p:spPr>
          <a:xfrm>
            <a:off x="742335" y="4190954"/>
            <a:ext cx="7814169" cy="289031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66E8F"/>
            </a:solidFill>
            <a:prstDash val="solid"/>
          </a:ln>
        </p:spPr>
      </p:sp>
      <p:sp>
        <p:nvSpPr>
          <p:cNvPr id="542" name="L = αₐ (L_bin,a + βₐ L_temp,a) + λ α_z (L_bin,z + β_z L_st,z)">
            <a:extLst>
              <a:ext uri="{FF2B5EF4-FFF2-40B4-BE49-F238E27FC236}">
                <ns2:creationId id="{1B2845FF-72FF-4C4C-993F-77CCB24E71FF}"/>
              </a:ext>
            </a:extLst>
          </p:cNvPr>
          <p:cNvSpPr>
            <a:spLocks noGrp="1"/>
          </p:cNvSpPr>
          <p:nvPr/>
        </p:nvSpPr>
        <p:spPr>
          <a:xfrm>
            <a:off x="1568139" y="4252890"/>
            <a:ext cx="6152239" cy="216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225"/>
          </a:bodyPr>
          <a:lstStyle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βₐ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 + λ α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43" name="diagram block">
            <a:extLst>
              <a:ext uri="{FF2B5EF4-FFF2-40B4-BE49-F238E27FC236}">
                <ns2:creationId id="{C56830D1-8EDE-4CCE-A670-AB505145D9BE}"/>
              </a:ext>
            </a:extLst>
          </p:cNvPr>
          <p:cNvSpPr>
            <a:spLocks noGrp="1"/>
          </p:cNvSpPr>
          <p:nvPr/>
        </p:nvSpPr>
        <p:spPr>
          <a:xfrm>
            <a:off x="308788" y="4541921"/>
            <a:ext cx="4227083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4" name="T: frozen teacher. S: quantized student. Shared frozen statistics and tempe">
            <a:extLst>
              <a:ext uri="{FF2B5EF4-FFF2-40B4-BE49-F238E27FC236}">
                <ns2:creationId id="{A00AAD90-7589-4D94-892A-11027C10C245}"/>
              </a:ext>
            </a:extLst>
          </p:cNvPr>
          <p:cNvSpPr>
            <a:spLocks noGrp="1"/>
          </p:cNvSpPr>
          <p:nvPr/>
        </p:nvSpPr>
        <p:spPr>
          <a:xfrm>
            <a:off x="344917" y="4578050"/>
            <a:ext cx="4154826" cy="17548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0975"/>
          </a:bodyPr>
          <a:lstStyle>
            <a:def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T: frozen teacher. S: quantized student. Shared frozen statistics and temperatures.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Train D and clipping ratios. Soft-bin anchors values, relation KL constrains structure.</a:t>
            </a:r>
          </a:p>
        </p:txBody>
      </p:sp>
      <p:sp>
        <p:nvSpPr>
          <p:cNvPr id="545" name="diagram block">
            <a:extLst>
              <a:ext uri="{FF2B5EF4-FFF2-40B4-BE49-F238E27FC236}">
                <ns2:creationId id="{6C172A9F-5591-4C9C-B61B-C9D99E8CB389}"/>
              </a:ext>
            </a:extLst>
          </p:cNvPr>
          <p:cNvSpPr>
            <a:spLocks noGrp="1"/>
          </p:cNvSpPr>
          <p:nvPr/>
        </p:nvSpPr>
        <p:spPr>
          <a:xfrm>
            <a:off x="4737161" y="4541921"/>
            <a:ext cx="4113535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6" name="Evidence: fixed-input fidelity. Rollout prediction and closed-loop gains aw">
            <a:extLst>
              <a:ext uri="{FF2B5EF4-FFF2-40B4-BE49-F238E27FC236}">
                <ns2:creationId id="{4C20B761-9655-41AC-A877-4AC63BB2E1EE}"/>
              </a:ext>
            </a:extLst>
          </p:cNvPr>
          <p:cNvSpPr>
            <a:spLocks noGrp="1"/>
          </p:cNvSpPr>
          <p:nvPr/>
        </p:nvSpPr>
        <p:spPr>
          <a:xfrm>
            <a:off x="4778451" y="4583211"/>
            <a:ext cx="4030955" cy="165161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Evidence: fixed-input fidelity. Rollout prediction and closed-loop gains await validation.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Temporal / spatial relational KL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411FB628-A2B6-47B2-9BAB-086FCF51F7A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on: ordered temporal windows">
            <a:extLst>
              <a:ext uri="{FF2B5EF4-FFF2-40B4-BE49-F238E27FC236}">
                <a16:creationId xmlns:a16="http://schemas.microsoft.com/office/drawing/2014/main" id="{59669466-6C53-427B-B4ED-6C46401E697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962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Action: ordered temporal windows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C8EA4C19-E5A1-4F94-BD67-8084C4839D8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12F92EAD-E5AB-4D6D-AFF8-E0F35126E1AB}"/>
              </a:ext>
            </a:extLst>
          </p:cNvPr>
          <p:cNvSpPr>
            <a:spLocks noGrp="1"/>
          </p:cNvSpPr>
          <p:nvPr/>
        </p:nvSpPr>
        <p:spPr>
          <a:xfrm>
            <a:off x="942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35D3A425-655A-4CF5-AC96-DB8385343B42}"/>
              </a:ext>
            </a:extLst>
          </p:cNvPr>
          <p:cNvSpPr>
            <a:spLocks noGrp="1"/>
          </p:cNvSpPr>
          <p:nvPr/>
        </p:nvSpPr>
        <p:spPr>
          <a:xfrm>
            <a:off x="12763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2F05203D-F118-49BB-A059-FD9378A16E44}"/>
              </a:ext>
            </a:extLst>
          </p:cNvPr>
          <p:cNvSpPr>
            <a:spLocks noGrp="1"/>
          </p:cNvSpPr>
          <p:nvPr/>
        </p:nvSpPr>
        <p:spPr>
          <a:xfrm>
            <a:off x="16097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5AB8897E-48E7-4E70-A1D2-C10E56B7D648}"/>
              </a:ext>
            </a:extLst>
          </p:cNvPr>
          <p:cNvSpPr>
            <a:spLocks noGrp="1"/>
          </p:cNvSpPr>
          <p:nvPr/>
        </p:nvSpPr>
        <p:spPr>
          <a:xfrm>
            <a:off x="19431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061D9A9B-31E1-4D59-84EA-42454C748C6D}"/>
              </a:ext>
            </a:extLst>
          </p:cNvPr>
          <p:cNvSpPr>
            <a:spLocks noGrp="1"/>
          </p:cNvSpPr>
          <p:nvPr/>
        </p:nvSpPr>
        <p:spPr>
          <a:xfrm>
            <a:off x="22764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B881E08D-C186-45CE-AB6A-882A0ECE1BA9}"/>
              </a:ext>
            </a:extLst>
          </p:cNvPr>
          <p:cNvSpPr>
            <a:spLocks noGrp="1"/>
          </p:cNvSpPr>
          <p:nvPr/>
        </p:nvSpPr>
        <p:spPr>
          <a:xfrm>
            <a:off x="26098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F78F9CFC-3714-4BF1-AF74-1101FA613B66}"/>
              </a:ext>
            </a:extLst>
          </p:cNvPr>
          <p:cNvSpPr>
            <a:spLocks noGrp="1"/>
          </p:cNvSpPr>
          <p:nvPr/>
        </p:nvSpPr>
        <p:spPr>
          <a:xfrm>
            <a:off x="29432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diagram block">
            <a:extLst>
              <a:ext uri="{FF2B5EF4-FFF2-40B4-BE49-F238E27FC236}">
                <a16:creationId xmlns:a16="http://schemas.microsoft.com/office/drawing/2014/main" id="{5963F57D-B761-48BE-BC38-27DA2272611E}"/>
              </a:ext>
            </a:extLst>
          </p:cNvPr>
          <p:cNvSpPr>
            <a:spLocks noGrp="1"/>
          </p:cNvSpPr>
          <p:nvPr/>
        </p:nvSpPr>
        <p:spPr>
          <a:xfrm>
            <a:off x="3276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56DFA513-32FE-456C-872C-54E64635EDBC}"/>
              </a:ext>
            </a:extLst>
          </p:cNvPr>
          <p:cNvSpPr>
            <a:spLocks noGrp="1"/>
          </p:cNvSpPr>
          <p:nvPr/>
        </p:nvSpPr>
        <p:spPr>
          <a:xfrm>
            <a:off x="3609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10 steps × 6 motor dimensions">
            <a:extLst>
              <a:ext uri="{FF2B5EF4-FFF2-40B4-BE49-F238E27FC236}">
                <a16:creationId xmlns:a16="http://schemas.microsoft.com/office/drawing/2014/main" id="{E49E327B-3084-4511-9DA7-C93690011C59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35337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 steps × 6 motor dimensions</a:t>
            </a:r>
          </a:p>
        </p:txBody>
      </p:sp>
      <p:cxnSp>
        <p:nvCxnSpPr>
          <p:cNvPr id="17" name="diagram connector">
            <a:extLst>
              <a:ext uri="{FF2B5EF4-FFF2-40B4-BE49-F238E27FC236}">
                <a16:creationId xmlns:a16="http://schemas.microsoft.com/office/drawing/2014/main" id="{6890D646-F940-4B68-8AF1-127767197C17}"/>
              </a:ext>
            </a:extLst>
          </p:cNvPr>
          <p:cNvCxnSpPr/>
          <p:nvPr/>
        </p:nvCxnSpPr>
        <p:spPr>
          <a:xfrm>
            <a:off x="2314575" y="1943100"/>
            <a:ext cx="0" cy="29527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8" name="[a₁,a₂,a₃]   [a₂,a₃,a₄]  …&#10;8 ordered tokens × 18 features">
            <a:extLst>
              <a:ext uri="{FF2B5EF4-FFF2-40B4-BE49-F238E27FC236}">
                <a16:creationId xmlns:a16="http://schemas.microsoft.com/office/drawing/2014/main" id="{B162DF4C-1EB1-4241-9755-ED12BC5A2C5F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486150" cy="6953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[a₁,a₂,a₃]   [a₂,a₃,a₄]  …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8 ordered tokens × 18 features</a:t>
            </a:r>
          </a:p>
        </p:txBody>
      </p:sp>
      <p:sp>
        <p:nvSpPr>
          <p:cNvPr id="19" name="Neighbors: all other windows&#10;Self-pairs masked">
            <a:extLst>
              <a:ext uri="{FF2B5EF4-FFF2-40B4-BE49-F238E27FC236}">
                <a16:creationId xmlns:a16="http://schemas.microsoft.com/office/drawing/2014/main" id="{D4304640-07F9-4A82-9AF7-C848FA9819E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3486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Neighbors: all other windows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Self-pairs masked</a:t>
            </a:r>
          </a:p>
        </p:txBody>
      </p:sp>
      <p:sp>
        <p:nvSpPr>
          <p:cNvPr id="20" name="Latent: spatial + temporal graph">
            <a:extLst>
              <a:ext uri="{FF2B5EF4-FFF2-40B4-BE49-F238E27FC236}">
                <a16:creationId xmlns:a16="http://schemas.microsoft.com/office/drawing/2014/main" id="{72DFEF4E-7146-4551-90FC-722BDC0CC111}"/>
              </a:ext>
            </a:extLst>
          </p:cNvPr>
          <p:cNvSpPr>
            <a:spLocks noGrp="1"/>
          </p:cNvSpPr>
          <p:nvPr/>
        </p:nvSpPr>
        <p:spPr>
          <a:xfrm>
            <a:off x="4648200" y="838200"/>
            <a:ext cx="3886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Latent: spatial + temporal graph</a:t>
            </a:r>
          </a:p>
        </p:txBody>
      </p:sp>
      <p:sp>
        <p:nvSpPr>
          <p:cNvPr id="21" name="2 future times × 2 views × 7 × 7&#10;196 tokens × 48 featur">
            <a:extLst>
              <a:ext uri="{FF2B5EF4-FFF2-40B4-BE49-F238E27FC236}">
                <a16:creationId xmlns:a16="http://schemas.microsoft.com/office/drawing/2014/main" id="{7646156C-7163-4544-83D1-4D9A33235AAC}"/>
              </a:ext>
            </a:extLst>
          </p:cNvPr>
          <p:cNvSpPr>
            <a:spLocks noGrp="1"/>
          </p:cNvSpPr>
          <p:nvPr/>
        </p:nvSpPr>
        <p:spPr>
          <a:xfrm>
            <a:off x="4648200" y="1190625"/>
            <a:ext cx="3886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 future times × 2 views × 7 × 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196 tokens × 48 features</a:t>
            </a:r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5C299FB0-9DE5-46DC-AA1F-A2ABBC4A6674}"/>
              </a:ext>
            </a:extLst>
          </p:cNvPr>
          <p:cNvSpPr>
            <a:spLocks noGrp="1"/>
          </p:cNvSpPr>
          <p:nvPr/>
        </p:nvSpPr>
        <p:spPr>
          <a:xfrm>
            <a:off x="46672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diagram block">
            <a:extLst>
              <a:ext uri="{FF2B5EF4-FFF2-40B4-BE49-F238E27FC236}">
                <a16:creationId xmlns:a16="http://schemas.microsoft.com/office/drawing/2014/main" id="{0277D500-4A75-4A79-8FFB-F28CCDA25B35}"/>
              </a:ext>
            </a:extLst>
          </p:cNvPr>
          <p:cNvSpPr>
            <a:spLocks noGrp="1"/>
          </p:cNvSpPr>
          <p:nvPr/>
        </p:nvSpPr>
        <p:spPr>
          <a:xfrm>
            <a:off x="48768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D62F5704-CB85-439B-A0CC-6811BCE28745}"/>
              </a:ext>
            </a:extLst>
          </p:cNvPr>
          <p:cNvSpPr>
            <a:spLocks noGrp="1"/>
          </p:cNvSpPr>
          <p:nvPr/>
        </p:nvSpPr>
        <p:spPr>
          <a:xfrm>
            <a:off x="50863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627864E3-47CA-43FE-9203-4D773CBEBC29}"/>
              </a:ext>
            </a:extLst>
          </p:cNvPr>
          <p:cNvSpPr>
            <a:spLocks noGrp="1"/>
          </p:cNvSpPr>
          <p:nvPr/>
        </p:nvSpPr>
        <p:spPr>
          <a:xfrm>
            <a:off x="52959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C38C1028-CB9E-42EF-80E1-D7637813D175}"/>
              </a:ext>
            </a:extLst>
          </p:cNvPr>
          <p:cNvSpPr>
            <a:spLocks noGrp="1"/>
          </p:cNvSpPr>
          <p:nvPr/>
        </p:nvSpPr>
        <p:spPr>
          <a:xfrm>
            <a:off x="55054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B7CAF79A-C913-4E8C-A607-F55A025EFAD5}"/>
              </a:ext>
            </a:extLst>
          </p:cNvPr>
          <p:cNvSpPr>
            <a:spLocks noGrp="1"/>
          </p:cNvSpPr>
          <p:nvPr/>
        </p:nvSpPr>
        <p:spPr>
          <a:xfrm>
            <a:off x="57150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DAF82843-AE13-4E33-9023-85326C1B938F}"/>
              </a:ext>
            </a:extLst>
          </p:cNvPr>
          <p:cNvSpPr>
            <a:spLocks noGrp="1"/>
          </p:cNvSpPr>
          <p:nvPr/>
        </p:nvSpPr>
        <p:spPr>
          <a:xfrm>
            <a:off x="59245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C3AE6FC3-F960-4DF8-9640-FB78737BED77}"/>
              </a:ext>
            </a:extLst>
          </p:cNvPr>
          <p:cNvSpPr>
            <a:spLocks noGrp="1"/>
          </p:cNvSpPr>
          <p:nvPr/>
        </p:nvSpPr>
        <p:spPr>
          <a:xfrm>
            <a:off x="46672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D7F20901-3686-4013-B95E-42C5E7957FA0}"/>
              </a:ext>
            </a:extLst>
          </p:cNvPr>
          <p:cNvSpPr>
            <a:spLocks noGrp="1"/>
          </p:cNvSpPr>
          <p:nvPr/>
        </p:nvSpPr>
        <p:spPr>
          <a:xfrm>
            <a:off x="48768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ACCD08B-FDE5-428D-AEAC-7C04B8923B5A}"/>
              </a:ext>
            </a:extLst>
          </p:cNvPr>
          <p:cNvSpPr>
            <a:spLocks noGrp="1"/>
          </p:cNvSpPr>
          <p:nvPr/>
        </p:nvSpPr>
        <p:spPr>
          <a:xfrm>
            <a:off x="50863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diagram block">
            <a:extLst>
              <a:ext uri="{FF2B5EF4-FFF2-40B4-BE49-F238E27FC236}">
                <a16:creationId xmlns:a16="http://schemas.microsoft.com/office/drawing/2014/main" id="{EC5BDE5F-4F08-4943-9A7E-E1CC473907D6}"/>
              </a:ext>
            </a:extLst>
          </p:cNvPr>
          <p:cNvSpPr>
            <a:spLocks noGrp="1"/>
          </p:cNvSpPr>
          <p:nvPr/>
        </p:nvSpPr>
        <p:spPr>
          <a:xfrm>
            <a:off x="52959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diagram block">
            <a:extLst>
              <a:ext uri="{FF2B5EF4-FFF2-40B4-BE49-F238E27FC236}">
                <a16:creationId xmlns:a16="http://schemas.microsoft.com/office/drawing/2014/main" id="{4EADB4C4-993F-4AEE-97AA-05AFCE000C28}"/>
              </a:ext>
            </a:extLst>
          </p:cNvPr>
          <p:cNvSpPr>
            <a:spLocks noGrp="1"/>
          </p:cNvSpPr>
          <p:nvPr/>
        </p:nvSpPr>
        <p:spPr>
          <a:xfrm>
            <a:off x="55054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diagram block">
            <a:extLst>
              <a:ext uri="{FF2B5EF4-FFF2-40B4-BE49-F238E27FC236}">
                <a16:creationId xmlns:a16="http://schemas.microsoft.com/office/drawing/2014/main" id="{9CD2327A-34CB-4548-872D-429C5D7F6BDC}"/>
              </a:ext>
            </a:extLst>
          </p:cNvPr>
          <p:cNvSpPr>
            <a:spLocks noGrp="1"/>
          </p:cNvSpPr>
          <p:nvPr/>
        </p:nvSpPr>
        <p:spPr>
          <a:xfrm>
            <a:off x="57150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diagram block">
            <a:extLst>
              <a:ext uri="{FF2B5EF4-FFF2-40B4-BE49-F238E27FC236}">
                <a16:creationId xmlns:a16="http://schemas.microsoft.com/office/drawing/2014/main" id="{3713179C-A900-4F1A-827A-F8F15E1E7A72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diagram block">
            <a:extLst>
              <a:ext uri="{FF2B5EF4-FFF2-40B4-BE49-F238E27FC236}">
                <a16:creationId xmlns:a16="http://schemas.microsoft.com/office/drawing/2014/main" id="{1836D159-7302-496A-A64A-91D1E56FE2F1}"/>
              </a:ext>
            </a:extLst>
          </p:cNvPr>
          <p:cNvSpPr>
            <a:spLocks noGrp="1"/>
          </p:cNvSpPr>
          <p:nvPr/>
        </p:nvSpPr>
        <p:spPr>
          <a:xfrm>
            <a:off x="46672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diagram block">
            <a:extLst>
              <a:ext uri="{FF2B5EF4-FFF2-40B4-BE49-F238E27FC236}">
                <a16:creationId xmlns:a16="http://schemas.microsoft.com/office/drawing/2014/main" id="{5D15F292-7BEA-4C8A-B7E3-6603684C6FAD}"/>
              </a:ext>
            </a:extLst>
          </p:cNvPr>
          <p:cNvSpPr>
            <a:spLocks noGrp="1"/>
          </p:cNvSpPr>
          <p:nvPr/>
        </p:nvSpPr>
        <p:spPr>
          <a:xfrm>
            <a:off x="48768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diagram block">
            <a:extLst>
              <a:ext uri="{FF2B5EF4-FFF2-40B4-BE49-F238E27FC236}">
                <a16:creationId xmlns:a16="http://schemas.microsoft.com/office/drawing/2014/main" id="{3EFB7CE9-ECC9-43C5-AE3F-EB57414CC3EC}"/>
              </a:ext>
            </a:extLst>
          </p:cNvPr>
          <p:cNvSpPr>
            <a:spLocks noGrp="1"/>
          </p:cNvSpPr>
          <p:nvPr/>
        </p:nvSpPr>
        <p:spPr>
          <a:xfrm>
            <a:off x="50863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diagram block">
            <a:extLst>
              <a:ext uri="{FF2B5EF4-FFF2-40B4-BE49-F238E27FC236}">
                <a16:creationId xmlns:a16="http://schemas.microsoft.com/office/drawing/2014/main" id="{B9E7BE23-5961-4656-BC27-2E2F80F70D9E}"/>
              </a:ext>
            </a:extLst>
          </p:cNvPr>
          <p:cNvSpPr>
            <a:spLocks noGrp="1"/>
          </p:cNvSpPr>
          <p:nvPr/>
        </p:nvSpPr>
        <p:spPr>
          <a:xfrm>
            <a:off x="529590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diagram block">
            <a:extLst>
              <a:ext uri="{FF2B5EF4-FFF2-40B4-BE49-F238E27FC236}">
                <a16:creationId xmlns:a16="http://schemas.microsoft.com/office/drawing/2014/main" id="{085E069C-8561-46DA-BCF4-B232390F2132}"/>
              </a:ext>
            </a:extLst>
          </p:cNvPr>
          <p:cNvSpPr>
            <a:spLocks noGrp="1"/>
          </p:cNvSpPr>
          <p:nvPr/>
        </p:nvSpPr>
        <p:spPr>
          <a:xfrm>
            <a:off x="55054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diagram block">
            <a:extLst>
              <a:ext uri="{FF2B5EF4-FFF2-40B4-BE49-F238E27FC236}">
                <a16:creationId xmlns:a16="http://schemas.microsoft.com/office/drawing/2014/main" id="{435BD7AB-48AC-4277-9D3D-0025675B261B}"/>
              </a:ext>
            </a:extLst>
          </p:cNvPr>
          <p:cNvSpPr>
            <a:spLocks noGrp="1"/>
          </p:cNvSpPr>
          <p:nvPr/>
        </p:nvSpPr>
        <p:spPr>
          <a:xfrm>
            <a:off x="57150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49719A7C-A3C0-484E-ACA0-13F80DC7CF16}"/>
              </a:ext>
            </a:extLst>
          </p:cNvPr>
          <p:cNvSpPr>
            <a:spLocks noGrp="1"/>
          </p:cNvSpPr>
          <p:nvPr/>
        </p:nvSpPr>
        <p:spPr>
          <a:xfrm>
            <a:off x="59245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diagram block">
            <a:extLst>
              <a:ext uri="{FF2B5EF4-FFF2-40B4-BE49-F238E27FC236}">
                <a16:creationId xmlns:a16="http://schemas.microsoft.com/office/drawing/2014/main" id="{F18AE254-8F48-49B9-B295-166379A63A50}"/>
              </a:ext>
            </a:extLst>
          </p:cNvPr>
          <p:cNvSpPr>
            <a:spLocks noGrp="1"/>
          </p:cNvSpPr>
          <p:nvPr/>
        </p:nvSpPr>
        <p:spPr>
          <a:xfrm>
            <a:off x="46672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C8C48A77-6CFE-49D9-A94F-FF7AF1EFE06D}"/>
              </a:ext>
            </a:extLst>
          </p:cNvPr>
          <p:cNvSpPr>
            <a:spLocks noGrp="1"/>
          </p:cNvSpPr>
          <p:nvPr/>
        </p:nvSpPr>
        <p:spPr>
          <a:xfrm>
            <a:off x="48768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diagram block">
            <a:extLst>
              <a:ext uri="{FF2B5EF4-FFF2-40B4-BE49-F238E27FC236}">
                <a16:creationId xmlns:a16="http://schemas.microsoft.com/office/drawing/2014/main" id="{67E5D373-C324-4B71-9A55-2D0F40F71590}"/>
              </a:ext>
            </a:extLst>
          </p:cNvPr>
          <p:cNvSpPr>
            <a:spLocks noGrp="1"/>
          </p:cNvSpPr>
          <p:nvPr/>
        </p:nvSpPr>
        <p:spPr>
          <a:xfrm>
            <a:off x="50863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1CFDF701-771D-40B0-AB90-1BEA783B2F75}"/>
              </a:ext>
            </a:extLst>
          </p:cNvPr>
          <p:cNvSpPr>
            <a:spLocks noGrp="1"/>
          </p:cNvSpPr>
          <p:nvPr/>
        </p:nvSpPr>
        <p:spPr>
          <a:xfrm>
            <a:off x="5295900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7" name="diagram block">
            <a:extLst>
              <a:ext uri="{FF2B5EF4-FFF2-40B4-BE49-F238E27FC236}">
                <a16:creationId xmlns:a16="http://schemas.microsoft.com/office/drawing/2014/main" id="{72B56902-BC82-4FCC-81E8-78EFE87BE3F3}"/>
              </a:ext>
            </a:extLst>
          </p:cNvPr>
          <p:cNvSpPr>
            <a:spLocks noGrp="1"/>
          </p:cNvSpPr>
          <p:nvPr/>
        </p:nvSpPr>
        <p:spPr>
          <a:xfrm>
            <a:off x="55054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" name="diagram block">
            <a:extLst>
              <a:ext uri="{FF2B5EF4-FFF2-40B4-BE49-F238E27FC236}">
                <a16:creationId xmlns:a16="http://schemas.microsoft.com/office/drawing/2014/main" id="{DFDB30EE-4129-48EE-9F04-E12FB456B74E}"/>
              </a:ext>
            </a:extLst>
          </p:cNvPr>
          <p:cNvSpPr>
            <a:spLocks noGrp="1"/>
          </p:cNvSpPr>
          <p:nvPr/>
        </p:nvSpPr>
        <p:spPr>
          <a:xfrm>
            <a:off x="57150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diagram block">
            <a:extLst>
              <a:ext uri="{FF2B5EF4-FFF2-40B4-BE49-F238E27FC236}">
                <a16:creationId xmlns:a16="http://schemas.microsoft.com/office/drawing/2014/main" id="{FAC0F662-8A09-4007-826A-B56C7741E363}"/>
              </a:ext>
            </a:extLst>
          </p:cNvPr>
          <p:cNvSpPr>
            <a:spLocks noGrp="1"/>
          </p:cNvSpPr>
          <p:nvPr/>
        </p:nvSpPr>
        <p:spPr>
          <a:xfrm>
            <a:off x="59245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diagram block">
            <a:extLst>
              <a:ext uri="{FF2B5EF4-FFF2-40B4-BE49-F238E27FC236}">
                <a16:creationId xmlns:a16="http://schemas.microsoft.com/office/drawing/2014/main" id="{2EAF9778-7AAF-4B85-BCC7-71B451E0DF3A}"/>
              </a:ext>
            </a:extLst>
          </p:cNvPr>
          <p:cNvSpPr>
            <a:spLocks noGrp="1"/>
          </p:cNvSpPr>
          <p:nvPr/>
        </p:nvSpPr>
        <p:spPr>
          <a:xfrm>
            <a:off x="46672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diagram block">
            <a:extLst>
              <a:ext uri="{FF2B5EF4-FFF2-40B4-BE49-F238E27FC236}">
                <a16:creationId xmlns:a16="http://schemas.microsoft.com/office/drawing/2014/main" id="{0BD3E1FF-E7BA-4D46-A86E-B06236AC3936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diagram block">
            <a:extLst>
              <a:ext uri="{FF2B5EF4-FFF2-40B4-BE49-F238E27FC236}">
                <a16:creationId xmlns:a16="http://schemas.microsoft.com/office/drawing/2014/main" id="{5A6460F8-5B89-490E-AE32-A9F4E214015F}"/>
              </a:ext>
            </a:extLst>
          </p:cNvPr>
          <p:cNvSpPr>
            <a:spLocks noGrp="1"/>
          </p:cNvSpPr>
          <p:nvPr/>
        </p:nvSpPr>
        <p:spPr>
          <a:xfrm>
            <a:off x="50863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diagram block">
            <a:extLst>
              <a:ext uri="{FF2B5EF4-FFF2-40B4-BE49-F238E27FC236}">
                <a16:creationId xmlns:a16="http://schemas.microsoft.com/office/drawing/2014/main" id="{0A45B5A6-D9D4-4C48-B107-722D9AF932D3}"/>
              </a:ext>
            </a:extLst>
          </p:cNvPr>
          <p:cNvSpPr>
            <a:spLocks noGrp="1"/>
          </p:cNvSpPr>
          <p:nvPr/>
        </p:nvSpPr>
        <p:spPr>
          <a:xfrm>
            <a:off x="529590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diagram block">
            <a:extLst>
              <a:ext uri="{FF2B5EF4-FFF2-40B4-BE49-F238E27FC236}">
                <a16:creationId xmlns:a16="http://schemas.microsoft.com/office/drawing/2014/main" id="{2173124A-1EA4-464F-90EB-9700E2ECF455}"/>
              </a:ext>
            </a:extLst>
          </p:cNvPr>
          <p:cNvSpPr>
            <a:spLocks noGrp="1"/>
          </p:cNvSpPr>
          <p:nvPr/>
        </p:nvSpPr>
        <p:spPr>
          <a:xfrm>
            <a:off x="55054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diagram block">
            <a:extLst>
              <a:ext uri="{FF2B5EF4-FFF2-40B4-BE49-F238E27FC236}">
                <a16:creationId xmlns:a16="http://schemas.microsoft.com/office/drawing/2014/main" id="{C253A472-BF3E-43E8-9FCC-B51944AFC8C3}"/>
              </a:ext>
            </a:extLst>
          </p:cNvPr>
          <p:cNvSpPr>
            <a:spLocks noGrp="1"/>
          </p:cNvSpPr>
          <p:nvPr/>
        </p:nvSpPr>
        <p:spPr>
          <a:xfrm>
            <a:off x="57150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6" name="diagram block">
            <a:extLst>
              <a:ext uri="{FF2B5EF4-FFF2-40B4-BE49-F238E27FC236}">
                <a16:creationId xmlns:a16="http://schemas.microsoft.com/office/drawing/2014/main" id="{BE57CAF6-8E11-4A1D-957C-B9B89B3FC17F}"/>
              </a:ext>
            </a:extLst>
          </p:cNvPr>
          <p:cNvSpPr>
            <a:spLocks noGrp="1"/>
          </p:cNvSpPr>
          <p:nvPr/>
        </p:nvSpPr>
        <p:spPr>
          <a:xfrm>
            <a:off x="59245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7" name="diagram block">
            <a:extLst>
              <a:ext uri="{FF2B5EF4-FFF2-40B4-BE49-F238E27FC236}">
                <a16:creationId xmlns:a16="http://schemas.microsoft.com/office/drawing/2014/main" id="{0F5EF98E-5745-4E1C-9DCE-2673D5B965F1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diagram block">
            <a:extLst>
              <a:ext uri="{FF2B5EF4-FFF2-40B4-BE49-F238E27FC236}">
                <a16:creationId xmlns:a16="http://schemas.microsoft.com/office/drawing/2014/main" id="{0922ACE8-17D3-4DB8-93B0-81A27CAF5ECC}"/>
              </a:ext>
            </a:extLst>
          </p:cNvPr>
          <p:cNvSpPr>
            <a:spLocks noGrp="1"/>
          </p:cNvSpPr>
          <p:nvPr/>
        </p:nvSpPr>
        <p:spPr>
          <a:xfrm>
            <a:off x="48768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diagram block">
            <a:extLst>
              <a:ext uri="{FF2B5EF4-FFF2-40B4-BE49-F238E27FC236}">
                <a16:creationId xmlns:a16="http://schemas.microsoft.com/office/drawing/2014/main" id="{397DB4B8-EAEC-4BE3-A1D5-1CC4B9ABB3D1}"/>
              </a:ext>
            </a:extLst>
          </p:cNvPr>
          <p:cNvSpPr>
            <a:spLocks noGrp="1"/>
          </p:cNvSpPr>
          <p:nvPr/>
        </p:nvSpPr>
        <p:spPr>
          <a:xfrm>
            <a:off x="50863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0" name="diagram block">
            <a:extLst>
              <a:ext uri="{FF2B5EF4-FFF2-40B4-BE49-F238E27FC236}">
                <a16:creationId xmlns:a16="http://schemas.microsoft.com/office/drawing/2014/main" id="{8D15BF7C-D90B-48E5-B219-0FFB33B1394F}"/>
              </a:ext>
            </a:extLst>
          </p:cNvPr>
          <p:cNvSpPr>
            <a:spLocks noGrp="1"/>
          </p:cNvSpPr>
          <p:nvPr/>
        </p:nvSpPr>
        <p:spPr>
          <a:xfrm>
            <a:off x="52959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diagram block">
            <a:extLst>
              <a:ext uri="{FF2B5EF4-FFF2-40B4-BE49-F238E27FC236}">
                <a16:creationId xmlns:a16="http://schemas.microsoft.com/office/drawing/2014/main" id="{0CC11DC1-F7FC-48D3-9CAC-7F63D7D15735}"/>
              </a:ext>
            </a:extLst>
          </p:cNvPr>
          <p:cNvSpPr>
            <a:spLocks noGrp="1"/>
          </p:cNvSpPr>
          <p:nvPr/>
        </p:nvSpPr>
        <p:spPr>
          <a:xfrm>
            <a:off x="55054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2" name="diagram block">
            <a:extLst>
              <a:ext uri="{FF2B5EF4-FFF2-40B4-BE49-F238E27FC236}">
                <a16:creationId xmlns:a16="http://schemas.microsoft.com/office/drawing/2014/main" id="{2C3DBDFE-A886-43CB-96B2-0D8717C78287}"/>
              </a:ext>
            </a:extLst>
          </p:cNvPr>
          <p:cNvSpPr>
            <a:spLocks noGrp="1"/>
          </p:cNvSpPr>
          <p:nvPr/>
        </p:nvSpPr>
        <p:spPr>
          <a:xfrm>
            <a:off x="57150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diagram block">
            <a:extLst>
              <a:ext uri="{FF2B5EF4-FFF2-40B4-BE49-F238E27FC236}">
                <a16:creationId xmlns:a16="http://schemas.microsoft.com/office/drawing/2014/main" id="{9625C8A3-881C-4D15-8CC0-4CAF2458C9EC}"/>
              </a:ext>
            </a:extLst>
          </p:cNvPr>
          <p:cNvSpPr>
            <a:spLocks noGrp="1"/>
          </p:cNvSpPr>
          <p:nvPr/>
        </p:nvSpPr>
        <p:spPr>
          <a:xfrm>
            <a:off x="59245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" name="diagram block">
            <a:extLst>
              <a:ext uri="{FF2B5EF4-FFF2-40B4-BE49-F238E27FC236}">
                <a16:creationId xmlns:a16="http://schemas.microsoft.com/office/drawing/2014/main" id="{CF86E2B3-4603-411C-B232-BB21B4FA5516}"/>
              </a:ext>
            </a:extLst>
          </p:cNvPr>
          <p:cNvSpPr>
            <a:spLocks noGrp="1"/>
          </p:cNvSpPr>
          <p:nvPr/>
        </p:nvSpPr>
        <p:spPr>
          <a:xfrm>
            <a:off x="46672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diagram block">
            <a:extLst>
              <a:ext uri="{FF2B5EF4-FFF2-40B4-BE49-F238E27FC236}">
                <a16:creationId xmlns:a16="http://schemas.microsoft.com/office/drawing/2014/main" id="{62EAA159-902E-4C0E-9158-1887788554AC}"/>
              </a:ext>
            </a:extLst>
          </p:cNvPr>
          <p:cNvSpPr>
            <a:spLocks noGrp="1"/>
          </p:cNvSpPr>
          <p:nvPr/>
        </p:nvSpPr>
        <p:spPr>
          <a:xfrm>
            <a:off x="48768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" name="diagram block">
            <a:extLst>
              <a:ext uri="{FF2B5EF4-FFF2-40B4-BE49-F238E27FC236}">
                <a16:creationId xmlns:a16="http://schemas.microsoft.com/office/drawing/2014/main" id="{ED454461-067D-4785-A8AA-96A91D8FA733}"/>
              </a:ext>
            </a:extLst>
          </p:cNvPr>
          <p:cNvSpPr>
            <a:spLocks noGrp="1"/>
          </p:cNvSpPr>
          <p:nvPr/>
        </p:nvSpPr>
        <p:spPr>
          <a:xfrm>
            <a:off x="50863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diagram block">
            <a:extLst>
              <a:ext uri="{FF2B5EF4-FFF2-40B4-BE49-F238E27FC236}">
                <a16:creationId xmlns:a16="http://schemas.microsoft.com/office/drawing/2014/main" id="{8689E9CE-3318-4997-B3A1-98A33FB6A6E1}"/>
              </a:ext>
            </a:extLst>
          </p:cNvPr>
          <p:cNvSpPr>
            <a:spLocks noGrp="1"/>
          </p:cNvSpPr>
          <p:nvPr/>
        </p:nvSpPr>
        <p:spPr>
          <a:xfrm>
            <a:off x="52959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" name="diagram block">
            <a:extLst>
              <a:ext uri="{FF2B5EF4-FFF2-40B4-BE49-F238E27FC236}">
                <a16:creationId xmlns:a16="http://schemas.microsoft.com/office/drawing/2014/main" id="{653C3A5E-0315-43C0-82D3-37611963E652}"/>
              </a:ext>
            </a:extLst>
          </p:cNvPr>
          <p:cNvSpPr>
            <a:spLocks noGrp="1"/>
          </p:cNvSpPr>
          <p:nvPr/>
        </p:nvSpPr>
        <p:spPr>
          <a:xfrm>
            <a:off x="55054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" name="diagram block">
            <a:extLst>
              <a:ext uri="{FF2B5EF4-FFF2-40B4-BE49-F238E27FC236}">
                <a16:creationId xmlns:a16="http://schemas.microsoft.com/office/drawing/2014/main" id="{4ADAAFBF-8C92-4AC2-82A2-1CE3AEF9F8E1}"/>
              </a:ext>
            </a:extLst>
          </p:cNvPr>
          <p:cNvSpPr>
            <a:spLocks noGrp="1"/>
          </p:cNvSpPr>
          <p:nvPr/>
        </p:nvSpPr>
        <p:spPr>
          <a:xfrm>
            <a:off x="57150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" name="diagram block">
            <a:extLst>
              <a:ext uri="{FF2B5EF4-FFF2-40B4-BE49-F238E27FC236}">
                <a16:creationId xmlns:a16="http://schemas.microsoft.com/office/drawing/2014/main" id="{423EEDF4-B6F5-4F37-8885-2699A3D47D28}"/>
              </a:ext>
            </a:extLst>
          </p:cNvPr>
          <p:cNvSpPr>
            <a:spLocks noGrp="1"/>
          </p:cNvSpPr>
          <p:nvPr/>
        </p:nvSpPr>
        <p:spPr>
          <a:xfrm>
            <a:off x="59245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time 1">
            <a:extLst>
              <a:ext uri="{FF2B5EF4-FFF2-40B4-BE49-F238E27FC236}">
                <a16:creationId xmlns:a16="http://schemas.microsoft.com/office/drawing/2014/main" id="{23DC11C7-46A7-4507-AFE1-29C211BFCBF8}"/>
              </a:ext>
            </a:extLst>
          </p:cNvPr>
          <p:cNvSpPr>
            <a:spLocks noGrp="1"/>
          </p:cNvSpPr>
          <p:nvPr/>
        </p:nvSpPr>
        <p:spPr>
          <a:xfrm>
            <a:off x="4667250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72" name="diagram block">
            <a:extLst>
              <a:ext uri="{FF2B5EF4-FFF2-40B4-BE49-F238E27FC236}">
                <a16:creationId xmlns:a16="http://schemas.microsoft.com/office/drawing/2014/main" id="{52FE6C43-9316-4AA4-9E70-051634DB9DF9}"/>
              </a:ext>
            </a:extLst>
          </p:cNvPr>
          <p:cNvSpPr>
            <a:spLocks noGrp="1"/>
          </p:cNvSpPr>
          <p:nvPr/>
        </p:nvSpPr>
        <p:spPr>
          <a:xfrm>
            <a:off x="68103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diagram block">
            <a:extLst>
              <a:ext uri="{FF2B5EF4-FFF2-40B4-BE49-F238E27FC236}">
                <a16:creationId xmlns:a16="http://schemas.microsoft.com/office/drawing/2014/main" id="{FAB1C575-46A5-4CEC-8B09-A1FC7BA63074}"/>
              </a:ext>
            </a:extLst>
          </p:cNvPr>
          <p:cNvSpPr>
            <a:spLocks noGrp="1"/>
          </p:cNvSpPr>
          <p:nvPr/>
        </p:nvSpPr>
        <p:spPr>
          <a:xfrm>
            <a:off x="70199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" name="diagram block">
            <a:extLst>
              <a:ext uri="{FF2B5EF4-FFF2-40B4-BE49-F238E27FC236}">
                <a16:creationId xmlns:a16="http://schemas.microsoft.com/office/drawing/2014/main" id="{E89FEF97-4C6B-437F-ACAD-F1FE2A5AFE99}"/>
              </a:ext>
            </a:extLst>
          </p:cNvPr>
          <p:cNvSpPr>
            <a:spLocks noGrp="1"/>
          </p:cNvSpPr>
          <p:nvPr/>
        </p:nvSpPr>
        <p:spPr>
          <a:xfrm>
            <a:off x="72294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" name="diagram block">
            <a:extLst>
              <a:ext uri="{FF2B5EF4-FFF2-40B4-BE49-F238E27FC236}">
                <a16:creationId xmlns:a16="http://schemas.microsoft.com/office/drawing/2014/main" id="{1CE24B28-224D-4AFD-B427-FEE3A0548125}"/>
              </a:ext>
            </a:extLst>
          </p:cNvPr>
          <p:cNvSpPr>
            <a:spLocks noGrp="1"/>
          </p:cNvSpPr>
          <p:nvPr/>
        </p:nvSpPr>
        <p:spPr>
          <a:xfrm>
            <a:off x="74390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" name="diagram block">
            <a:extLst>
              <a:ext uri="{FF2B5EF4-FFF2-40B4-BE49-F238E27FC236}">
                <a16:creationId xmlns:a16="http://schemas.microsoft.com/office/drawing/2014/main" id="{03C0DFE7-B86A-43C7-8F29-79477A799B4E}"/>
              </a:ext>
            </a:extLst>
          </p:cNvPr>
          <p:cNvSpPr>
            <a:spLocks noGrp="1"/>
          </p:cNvSpPr>
          <p:nvPr/>
        </p:nvSpPr>
        <p:spPr>
          <a:xfrm>
            <a:off x="76485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diagram block">
            <a:extLst>
              <a:ext uri="{FF2B5EF4-FFF2-40B4-BE49-F238E27FC236}">
                <a16:creationId xmlns:a16="http://schemas.microsoft.com/office/drawing/2014/main" id="{C89DDE2D-A5FA-45E1-8086-2C7271C1E6CC}"/>
              </a:ext>
            </a:extLst>
          </p:cNvPr>
          <p:cNvSpPr>
            <a:spLocks noGrp="1"/>
          </p:cNvSpPr>
          <p:nvPr/>
        </p:nvSpPr>
        <p:spPr>
          <a:xfrm>
            <a:off x="78581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" name="diagram block">
            <a:extLst>
              <a:ext uri="{FF2B5EF4-FFF2-40B4-BE49-F238E27FC236}">
                <a16:creationId xmlns:a16="http://schemas.microsoft.com/office/drawing/2014/main" id="{D63AE6CE-6550-44B3-8ECC-0FA81C014937}"/>
              </a:ext>
            </a:extLst>
          </p:cNvPr>
          <p:cNvSpPr>
            <a:spLocks noGrp="1"/>
          </p:cNvSpPr>
          <p:nvPr/>
        </p:nvSpPr>
        <p:spPr>
          <a:xfrm>
            <a:off x="80676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" name="diagram block">
            <a:extLst>
              <a:ext uri="{FF2B5EF4-FFF2-40B4-BE49-F238E27FC236}">
                <a16:creationId xmlns:a16="http://schemas.microsoft.com/office/drawing/2014/main" id="{3EB7B46B-A406-4BA9-8137-AE31C4FBBD26}"/>
              </a:ext>
            </a:extLst>
          </p:cNvPr>
          <p:cNvSpPr>
            <a:spLocks noGrp="1"/>
          </p:cNvSpPr>
          <p:nvPr/>
        </p:nvSpPr>
        <p:spPr>
          <a:xfrm>
            <a:off x="68103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" name="diagram block">
            <a:extLst>
              <a:ext uri="{FF2B5EF4-FFF2-40B4-BE49-F238E27FC236}">
                <a16:creationId xmlns:a16="http://schemas.microsoft.com/office/drawing/2014/main" id="{58F2FB3C-CFB2-49ED-BDB9-47C76EB50C6D}"/>
              </a:ext>
            </a:extLst>
          </p:cNvPr>
          <p:cNvSpPr>
            <a:spLocks noGrp="1"/>
          </p:cNvSpPr>
          <p:nvPr/>
        </p:nvSpPr>
        <p:spPr>
          <a:xfrm>
            <a:off x="70199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" name="diagram block">
            <a:extLst>
              <a:ext uri="{FF2B5EF4-FFF2-40B4-BE49-F238E27FC236}">
                <a16:creationId xmlns:a16="http://schemas.microsoft.com/office/drawing/2014/main" id="{1202F7FE-10B6-4E21-8610-E53F4E12CB68}"/>
              </a:ext>
            </a:extLst>
          </p:cNvPr>
          <p:cNvSpPr>
            <a:spLocks noGrp="1"/>
          </p:cNvSpPr>
          <p:nvPr/>
        </p:nvSpPr>
        <p:spPr>
          <a:xfrm>
            <a:off x="72294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2" name="diagram block">
            <a:extLst>
              <a:ext uri="{FF2B5EF4-FFF2-40B4-BE49-F238E27FC236}">
                <a16:creationId xmlns:a16="http://schemas.microsoft.com/office/drawing/2014/main" id="{E9B1C302-0D9E-4C0B-B561-C1DAA3F59C50}"/>
              </a:ext>
            </a:extLst>
          </p:cNvPr>
          <p:cNvSpPr>
            <a:spLocks noGrp="1"/>
          </p:cNvSpPr>
          <p:nvPr/>
        </p:nvSpPr>
        <p:spPr>
          <a:xfrm>
            <a:off x="74390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diagram block">
            <a:extLst>
              <a:ext uri="{FF2B5EF4-FFF2-40B4-BE49-F238E27FC236}">
                <a16:creationId xmlns:a16="http://schemas.microsoft.com/office/drawing/2014/main" id="{F8A31D5F-0B1F-406D-8424-C0067AED8B34}"/>
              </a:ext>
            </a:extLst>
          </p:cNvPr>
          <p:cNvSpPr>
            <a:spLocks noGrp="1"/>
          </p:cNvSpPr>
          <p:nvPr/>
        </p:nvSpPr>
        <p:spPr>
          <a:xfrm>
            <a:off x="76485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4" name="diagram block">
            <a:extLst>
              <a:ext uri="{FF2B5EF4-FFF2-40B4-BE49-F238E27FC236}">
                <a16:creationId xmlns:a16="http://schemas.microsoft.com/office/drawing/2014/main" id="{B06B37EE-6DF8-4E9D-B189-BBB0DE17F3D6}"/>
              </a:ext>
            </a:extLst>
          </p:cNvPr>
          <p:cNvSpPr>
            <a:spLocks noGrp="1"/>
          </p:cNvSpPr>
          <p:nvPr/>
        </p:nvSpPr>
        <p:spPr>
          <a:xfrm>
            <a:off x="78581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" name="diagram block">
            <a:extLst>
              <a:ext uri="{FF2B5EF4-FFF2-40B4-BE49-F238E27FC236}">
                <a16:creationId xmlns:a16="http://schemas.microsoft.com/office/drawing/2014/main" id="{BD09C58D-ABE5-41B8-A10F-BEBF7D1967FB}"/>
              </a:ext>
            </a:extLst>
          </p:cNvPr>
          <p:cNvSpPr>
            <a:spLocks noGrp="1"/>
          </p:cNvSpPr>
          <p:nvPr/>
        </p:nvSpPr>
        <p:spPr>
          <a:xfrm>
            <a:off x="80676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6" name="diagram block">
            <a:extLst>
              <a:ext uri="{FF2B5EF4-FFF2-40B4-BE49-F238E27FC236}">
                <a16:creationId xmlns:a16="http://schemas.microsoft.com/office/drawing/2014/main" id="{FF76CDA0-479A-4226-974F-7C8C0E9F1E02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7" name="diagram block">
            <a:extLst>
              <a:ext uri="{FF2B5EF4-FFF2-40B4-BE49-F238E27FC236}">
                <a16:creationId xmlns:a16="http://schemas.microsoft.com/office/drawing/2014/main" id="{2DD35052-86F9-4F2C-B6CE-3AB2B0586620}"/>
              </a:ext>
            </a:extLst>
          </p:cNvPr>
          <p:cNvSpPr>
            <a:spLocks noGrp="1"/>
          </p:cNvSpPr>
          <p:nvPr/>
        </p:nvSpPr>
        <p:spPr>
          <a:xfrm>
            <a:off x="70199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8" name="diagram block">
            <a:extLst>
              <a:ext uri="{FF2B5EF4-FFF2-40B4-BE49-F238E27FC236}">
                <a16:creationId xmlns:a16="http://schemas.microsoft.com/office/drawing/2014/main" id="{A6F1C1EC-E66A-4A9F-B97E-85C0EA1BC2EC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9" name="diagram block">
            <a:extLst>
              <a:ext uri="{FF2B5EF4-FFF2-40B4-BE49-F238E27FC236}">
                <a16:creationId xmlns:a16="http://schemas.microsoft.com/office/drawing/2014/main" id="{2170E6D7-4871-480E-951C-883437ADDB59}"/>
              </a:ext>
            </a:extLst>
          </p:cNvPr>
          <p:cNvSpPr>
            <a:spLocks noGrp="1"/>
          </p:cNvSpPr>
          <p:nvPr/>
        </p:nvSpPr>
        <p:spPr>
          <a:xfrm>
            <a:off x="74390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" name="diagram block">
            <a:extLst>
              <a:ext uri="{FF2B5EF4-FFF2-40B4-BE49-F238E27FC236}">
                <a16:creationId xmlns:a16="http://schemas.microsoft.com/office/drawing/2014/main" id="{21C3D348-9F30-40D3-BD11-11C78E000EDF}"/>
              </a:ext>
            </a:extLst>
          </p:cNvPr>
          <p:cNvSpPr>
            <a:spLocks noGrp="1"/>
          </p:cNvSpPr>
          <p:nvPr/>
        </p:nvSpPr>
        <p:spPr>
          <a:xfrm>
            <a:off x="76485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" name="diagram block">
            <a:extLst>
              <a:ext uri="{FF2B5EF4-FFF2-40B4-BE49-F238E27FC236}">
                <a16:creationId xmlns:a16="http://schemas.microsoft.com/office/drawing/2014/main" id="{838FD6D9-1575-4939-86D0-E0EE5A574E86}"/>
              </a:ext>
            </a:extLst>
          </p:cNvPr>
          <p:cNvSpPr>
            <a:spLocks noGrp="1"/>
          </p:cNvSpPr>
          <p:nvPr/>
        </p:nvSpPr>
        <p:spPr>
          <a:xfrm>
            <a:off x="78581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2" name="diagram block">
            <a:extLst>
              <a:ext uri="{FF2B5EF4-FFF2-40B4-BE49-F238E27FC236}">
                <a16:creationId xmlns:a16="http://schemas.microsoft.com/office/drawing/2014/main" id="{B80997FD-38E7-49CB-BFBC-4777E3DD5DAB}"/>
              </a:ext>
            </a:extLst>
          </p:cNvPr>
          <p:cNvSpPr>
            <a:spLocks noGrp="1"/>
          </p:cNvSpPr>
          <p:nvPr/>
        </p:nvSpPr>
        <p:spPr>
          <a:xfrm>
            <a:off x="80676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3" name="diagram block">
            <a:extLst>
              <a:ext uri="{FF2B5EF4-FFF2-40B4-BE49-F238E27FC236}">
                <a16:creationId xmlns:a16="http://schemas.microsoft.com/office/drawing/2014/main" id="{07D98D97-684B-4C1D-AB12-47557AF81494}"/>
              </a:ext>
            </a:extLst>
          </p:cNvPr>
          <p:cNvSpPr>
            <a:spLocks noGrp="1"/>
          </p:cNvSpPr>
          <p:nvPr/>
        </p:nvSpPr>
        <p:spPr>
          <a:xfrm>
            <a:off x="68103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4" name="diagram block">
            <a:extLst>
              <a:ext uri="{FF2B5EF4-FFF2-40B4-BE49-F238E27FC236}">
                <a16:creationId xmlns:a16="http://schemas.microsoft.com/office/drawing/2014/main" id="{86175B87-EE19-4697-B88A-1B95AA69F9AD}"/>
              </a:ext>
            </a:extLst>
          </p:cNvPr>
          <p:cNvSpPr>
            <a:spLocks noGrp="1"/>
          </p:cNvSpPr>
          <p:nvPr/>
        </p:nvSpPr>
        <p:spPr>
          <a:xfrm>
            <a:off x="70199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5" name="diagram block">
            <a:extLst>
              <a:ext uri="{FF2B5EF4-FFF2-40B4-BE49-F238E27FC236}">
                <a16:creationId xmlns:a16="http://schemas.microsoft.com/office/drawing/2014/main" id="{394E75B5-AE23-48F1-B1C1-C3125DAB9C1E}"/>
              </a:ext>
            </a:extLst>
          </p:cNvPr>
          <p:cNvSpPr>
            <a:spLocks noGrp="1"/>
          </p:cNvSpPr>
          <p:nvPr/>
        </p:nvSpPr>
        <p:spPr>
          <a:xfrm>
            <a:off x="72294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6" name="diagram block">
            <a:extLst>
              <a:ext uri="{FF2B5EF4-FFF2-40B4-BE49-F238E27FC236}">
                <a16:creationId xmlns:a16="http://schemas.microsoft.com/office/drawing/2014/main" id="{9428DF12-DFF8-4B47-AFA4-9D23AA940AD0}"/>
              </a:ext>
            </a:extLst>
          </p:cNvPr>
          <p:cNvSpPr>
            <a:spLocks noGrp="1"/>
          </p:cNvSpPr>
          <p:nvPr/>
        </p:nvSpPr>
        <p:spPr>
          <a:xfrm>
            <a:off x="7439025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7" name="diagram block">
            <a:extLst>
              <a:ext uri="{FF2B5EF4-FFF2-40B4-BE49-F238E27FC236}">
                <a16:creationId xmlns:a16="http://schemas.microsoft.com/office/drawing/2014/main" id="{1DE20C87-60F9-49D6-AECC-FFB48EF8A301}"/>
              </a:ext>
            </a:extLst>
          </p:cNvPr>
          <p:cNvSpPr>
            <a:spLocks noGrp="1"/>
          </p:cNvSpPr>
          <p:nvPr/>
        </p:nvSpPr>
        <p:spPr>
          <a:xfrm>
            <a:off x="76485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8" name="diagram block">
            <a:extLst>
              <a:ext uri="{FF2B5EF4-FFF2-40B4-BE49-F238E27FC236}">
                <a16:creationId xmlns:a16="http://schemas.microsoft.com/office/drawing/2014/main" id="{3D120416-9693-4456-973E-879731B952B3}"/>
              </a:ext>
            </a:extLst>
          </p:cNvPr>
          <p:cNvSpPr>
            <a:spLocks noGrp="1"/>
          </p:cNvSpPr>
          <p:nvPr/>
        </p:nvSpPr>
        <p:spPr>
          <a:xfrm>
            <a:off x="78581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9" name="diagram block">
            <a:extLst>
              <a:ext uri="{FF2B5EF4-FFF2-40B4-BE49-F238E27FC236}">
                <a16:creationId xmlns:a16="http://schemas.microsoft.com/office/drawing/2014/main" id="{546B5BF8-45E1-4D52-8573-F23C6605CC28}"/>
              </a:ext>
            </a:extLst>
          </p:cNvPr>
          <p:cNvSpPr>
            <a:spLocks noGrp="1"/>
          </p:cNvSpPr>
          <p:nvPr/>
        </p:nvSpPr>
        <p:spPr>
          <a:xfrm>
            <a:off x="80676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0" name="diagram block">
            <a:extLst>
              <a:ext uri="{FF2B5EF4-FFF2-40B4-BE49-F238E27FC236}">
                <a16:creationId xmlns:a16="http://schemas.microsoft.com/office/drawing/2014/main" id="{4CA943BE-E663-42A9-89A5-CEE76759BE6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1" name="diagram block">
            <a:extLst>
              <a:ext uri="{FF2B5EF4-FFF2-40B4-BE49-F238E27FC236}">
                <a16:creationId xmlns:a16="http://schemas.microsoft.com/office/drawing/2014/main" id="{8BAE1047-01CF-4F4B-A194-E0FF9B2C2278}"/>
              </a:ext>
            </a:extLst>
          </p:cNvPr>
          <p:cNvSpPr>
            <a:spLocks noGrp="1"/>
          </p:cNvSpPr>
          <p:nvPr/>
        </p:nvSpPr>
        <p:spPr>
          <a:xfrm>
            <a:off x="70199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2" name="diagram block">
            <a:extLst>
              <a:ext uri="{FF2B5EF4-FFF2-40B4-BE49-F238E27FC236}">
                <a16:creationId xmlns:a16="http://schemas.microsoft.com/office/drawing/2014/main" id="{3BAF1AC4-A8E8-4335-A55E-9661FF3EDA08}"/>
              </a:ext>
            </a:extLst>
          </p:cNvPr>
          <p:cNvSpPr>
            <a:spLocks noGrp="1"/>
          </p:cNvSpPr>
          <p:nvPr/>
        </p:nvSpPr>
        <p:spPr>
          <a:xfrm>
            <a:off x="72294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3" name="diagram block">
            <a:extLst>
              <a:ext uri="{FF2B5EF4-FFF2-40B4-BE49-F238E27FC236}">
                <a16:creationId xmlns:a16="http://schemas.microsoft.com/office/drawing/2014/main" id="{C977BDC0-C914-4D4E-8368-A4F7CABE362D}"/>
              </a:ext>
            </a:extLst>
          </p:cNvPr>
          <p:cNvSpPr>
            <a:spLocks noGrp="1"/>
          </p:cNvSpPr>
          <p:nvPr/>
        </p:nvSpPr>
        <p:spPr>
          <a:xfrm>
            <a:off x="74390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4" name="diagram block">
            <a:extLst>
              <a:ext uri="{FF2B5EF4-FFF2-40B4-BE49-F238E27FC236}">
                <a16:creationId xmlns:a16="http://schemas.microsoft.com/office/drawing/2014/main" id="{783FC06B-EF00-4873-8FBB-A495A47276E5}"/>
              </a:ext>
            </a:extLst>
          </p:cNvPr>
          <p:cNvSpPr>
            <a:spLocks noGrp="1"/>
          </p:cNvSpPr>
          <p:nvPr/>
        </p:nvSpPr>
        <p:spPr>
          <a:xfrm>
            <a:off x="76485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5" name="diagram block">
            <a:extLst>
              <a:ext uri="{FF2B5EF4-FFF2-40B4-BE49-F238E27FC236}">
                <a16:creationId xmlns:a16="http://schemas.microsoft.com/office/drawing/2014/main" id="{2A0F15E8-5215-43C3-A558-CE4E441A04AB}"/>
              </a:ext>
            </a:extLst>
          </p:cNvPr>
          <p:cNvSpPr>
            <a:spLocks noGrp="1"/>
          </p:cNvSpPr>
          <p:nvPr/>
        </p:nvSpPr>
        <p:spPr>
          <a:xfrm>
            <a:off x="78581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6" name="diagram block">
            <a:extLst>
              <a:ext uri="{FF2B5EF4-FFF2-40B4-BE49-F238E27FC236}">
                <a16:creationId xmlns:a16="http://schemas.microsoft.com/office/drawing/2014/main" id="{F8CAC5D0-7027-4A93-B0D1-F6182B246BC3}"/>
              </a:ext>
            </a:extLst>
          </p:cNvPr>
          <p:cNvSpPr>
            <a:spLocks noGrp="1"/>
          </p:cNvSpPr>
          <p:nvPr/>
        </p:nvSpPr>
        <p:spPr>
          <a:xfrm>
            <a:off x="80676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7" name="diagram block">
            <a:extLst>
              <a:ext uri="{FF2B5EF4-FFF2-40B4-BE49-F238E27FC236}">
                <a16:creationId xmlns:a16="http://schemas.microsoft.com/office/drawing/2014/main" id="{8CDA0B42-EEBA-4352-84C8-ED66EDEC248C}"/>
              </a:ext>
            </a:extLst>
          </p:cNvPr>
          <p:cNvSpPr>
            <a:spLocks noGrp="1"/>
          </p:cNvSpPr>
          <p:nvPr/>
        </p:nvSpPr>
        <p:spPr>
          <a:xfrm>
            <a:off x="68103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8" name="diagram block">
            <a:extLst>
              <a:ext uri="{FF2B5EF4-FFF2-40B4-BE49-F238E27FC236}">
                <a16:creationId xmlns:a16="http://schemas.microsoft.com/office/drawing/2014/main" id="{134630EB-1D19-4BD5-A1F3-A944BA14A6B2}"/>
              </a:ext>
            </a:extLst>
          </p:cNvPr>
          <p:cNvSpPr>
            <a:spLocks noGrp="1"/>
          </p:cNvSpPr>
          <p:nvPr/>
        </p:nvSpPr>
        <p:spPr>
          <a:xfrm>
            <a:off x="70199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9" name="diagram block">
            <a:extLst>
              <a:ext uri="{FF2B5EF4-FFF2-40B4-BE49-F238E27FC236}">
                <a16:creationId xmlns:a16="http://schemas.microsoft.com/office/drawing/2014/main" id="{2AB14C96-15B0-4480-8678-25426C825DD0}"/>
              </a:ext>
            </a:extLst>
          </p:cNvPr>
          <p:cNvSpPr>
            <a:spLocks noGrp="1"/>
          </p:cNvSpPr>
          <p:nvPr/>
        </p:nvSpPr>
        <p:spPr>
          <a:xfrm>
            <a:off x="72294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0" name="diagram block">
            <a:extLst>
              <a:ext uri="{FF2B5EF4-FFF2-40B4-BE49-F238E27FC236}">
                <a16:creationId xmlns:a16="http://schemas.microsoft.com/office/drawing/2014/main" id="{9C2F33DD-8290-4007-B45A-2071FB50D934}"/>
              </a:ext>
            </a:extLst>
          </p:cNvPr>
          <p:cNvSpPr>
            <a:spLocks noGrp="1"/>
          </p:cNvSpPr>
          <p:nvPr/>
        </p:nvSpPr>
        <p:spPr>
          <a:xfrm>
            <a:off x="74390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1" name="diagram block">
            <a:extLst>
              <a:ext uri="{FF2B5EF4-FFF2-40B4-BE49-F238E27FC236}">
                <a16:creationId xmlns:a16="http://schemas.microsoft.com/office/drawing/2014/main" id="{136DAE59-5E45-493B-8838-615A52959498}"/>
              </a:ext>
            </a:extLst>
          </p:cNvPr>
          <p:cNvSpPr>
            <a:spLocks noGrp="1"/>
          </p:cNvSpPr>
          <p:nvPr/>
        </p:nvSpPr>
        <p:spPr>
          <a:xfrm>
            <a:off x="76485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2" name="diagram block">
            <a:extLst>
              <a:ext uri="{FF2B5EF4-FFF2-40B4-BE49-F238E27FC236}">
                <a16:creationId xmlns:a16="http://schemas.microsoft.com/office/drawing/2014/main" id="{2948D47D-8537-4497-857A-CAFF49136A2F}"/>
              </a:ext>
            </a:extLst>
          </p:cNvPr>
          <p:cNvSpPr>
            <a:spLocks noGrp="1"/>
          </p:cNvSpPr>
          <p:nvPr/>
        </p:nvSpPr>
        <p:spPr>
          <a:xfrm>
            <a:off x="78581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3" name="diagram block">
            <a:extLst>
              <a:ext uri="{FF2B5EF4-FFF2-40B4-BE49-F238E27FC236}">
                <a16:creationId xmlns:a16="http://schemas.microsoft.com/office/drawing/2014/main" id="{CE933839-D1F5-4963-AA16-1873E65A3B1A}"/>
              </a:ext>
            </a:extLst>
          </p:cNvPr>
          <p:cNvSpPr>
            <a:spLocks noGrp="1"/>
          </p:cNvSpPr>
          <p:nvPr/>
        </p:nvSpPr>
        <p:spPr>
          <a:xfrm>
            <a:off x="80676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4" name="diagram block">
            <a:extLst>
              <a:ext uri="{FF2B5EF4-FFF2-40B4-BE49-F238E27FC236}">
                <a16:creationId xmlns:a16="http://schemas.microsoft.com/office/drawing/2014/main" id="{F4C2C585-5F10-4DB0-8B52-EB8B585950C5}"/>
              </a:ext>
            </a:extLst>
          </p:cNvPr>
          <p:cNvSpPr>
            <a:spLocks noGrp="1"/>
          </p:cNvSpPr>
          <p:nvPr/>
        </p:nvSpPr>
        <p:spPr>
          <a:xfrm>
            <a:off x="68103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5" name="diagram block">
            <a:extLst>
              <a:ext uri="{FF2B5EF4-FFF2-40B4-BE49-F238E27FC236}">
                <a16:creationId xmlns:a16="http://schemas.microsoft.com/office/drawing/2014/main" id="{4CA55D79-88B8-4DBB-A6B0-CF20CA819DB7}"/>
              </a:ext>
            </a:extLst>
          </p:cNvPr>
          <p:cNvSpPr>
            <a:spLocks noGrp="1"/>
          </p:cNvSpPr>
          <p:nvPr/>
        </p:nvSpPr>
        <p:spPr>
          <a:xfrm>
            <a:off x="70199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6" name="diagram block">
            <a:extLst>
              <a:ext uri="{FF2B5EF4-FFF2-40B4-BE49-F238E27FC236}">
                <a16:creationId xmlns:a16="http://schemas.microsoft.com/office/drawing/2014/main" id="{741C30CF-C434-4365-A758-91DECFCE8BDA}"/>
              </a:ext>
            </a:extLst>
          </p:cNvPr>
          <p:cNvSpPr>
            <a:spLocks noGrp="1"/>
          </p:cNvSpPr>
          <p:nvPr/>
        </p:nvSpPr>
        <p:spPr>
          <a:xfrm>
            <a:off x="72294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7" name="diagram block">
            <a:extLst>
              <a:ext uri="{FF2B5EF4-FFF2-40B4-BE49-F238E27FC236}">
                <a16:creationId xmlns:a16="http://schemas.microsoft.com/office/drawing/2014/main" id="{EC5ED8B9-F366-4CD9-8ECC-A8EF1E1A70D8}"/>
              </a:ext>
            </a:extLst>
          </p:cNvPr>
          <p:cNvSpPr>
            <a:spLocks noGrp="1"/>
          </p:cNvSpPr>
          <p:nvPr/>
        </p:nvSpPr>
        <p:spPr>
          <a:xfrm>
            <a:off x="74390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8" name="diagram block">
            <a:extLst>
              <a:ext uri="{FF2B5EF4-FFF2-40B4-BE49-F238E27FC236}">
                <a16:creationId xmlns:a16="http://schemas.microsoft.com/office/drawing/2014/main" id="{08FB166E-CE6E-4373-8768-8A1987C7E936}"/>
              </a:ext>
            </a:extLst>
          </p:cNvPr>
          <p:cNvSpPr>
            <a:spLocks noGrp="1"/>
          </p:cNvSpPr>
          <p:nvPr/>
        </p:nvSpPr>
        <p:spPr>
          <a:xfrm>
            <a:off x="76485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9" name="diagram block">
            <a:extLst>
              <a:ext uri="{FF2B5EF4-FFF2-40B4-BE49-F238E27FC236}">
                <a16:creationId xmlns:a16="http://schemas.microsoft.com/office/drawing/2014/main" id="{A9196810-43F7-4FA4-8D5B-7A3C71B854F1}"/>
              </a:ext>
            </a:extLst>
          </p:cNvPr>
          <p:cNvSpPr>
            <a:spLocks noGrp="1"/>
          </p:cNvSpPr>
          <p:nvPr/>
        </p:nvSpPr>
        <p:spPr>
          <a:xfrm>
            <a:off x="78581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0" name="diagram block">
            <a:extLst>
              <a:ext uri="{FF2B5EF4-FFF2-40B4-BE49-F238E27FC236}">
                <a16:creationId xmlns:a16="http://schemas.microsoft.com/office/drawing/2014/main" id="{B8DC177F-626C-4E0F-BB68-445F9ED1ECE9}"/>
              </a:ext>
            </a:extLst>
          </p:cNvPr>
          <p:cNvSpPr>
            <a:spLocks noGrp="1"/>
          </p:cNvSpPr>
          <p:nvPr/>
        </p:nvSpPr>
        <p:spPr>
          <a:xfrm>
            <a:off x="80676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1" name="time 2">
            <a:extLst>
              <a:ext uri="{FF2B5EF4-FFF2-40B4-BE49-F238E27FC236}">
                <a16:creationId xmlns:a16="http://schemas.microsoft.com/office/drawing/2014/main" id="{9A69B97A-B054-4E59-9B9B-0FE76E58CDF0}"/>
              </a:ext>
            </a:extLst>
          </p:cNvPr>
          <p:cNvSpPr>
            <a:spLocks noGrp="1"/>
          </p:cNvSpPr>
          <p:nvPr/>
        </p:nvSpPr>
        <p:spPr>
          <a:xfrm>
            <a:off x="6810375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cxnSp>
        <p:nvCxnSpPr>
          <p:cNvPr id="122" name="diagram connector">
            <a:extLst>
              <a:ext uri="{FF2B5EF4-FFF2-40B4-BE49-F238E27FC236}">
                <a16:creationId xmlns:a16="http://schemas.microsoft.com/office/drawing/2014/main" id="{5689DA3B-ADB1-4730-9CF1-72E9BAB6F6A6}"/>
              </a:ext>
            </a:extLst>
          </p:cNvPr>
          <p:cNvCxnSpPr/>
          <p:nvPr/>
        </p:nvCxnSpPr>
        <p:spPr>
          <a:xfrm flipH="1" flipV="1">
            <a:off x="518160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3" name="diagram connector">
            <a:extLst>
              <a:ext uri="{FF2B5EF4-FFF2-40B4-BE49-F238E27FC236}">
                <a16:creationId xmlns:a16="http://schemas.microsoft.com/office/drawing/2014/main" id="{395F88DD-A677-4FE4-A3F6-601AF1157162}"/>
              </a:ext>
            </a:extLst>
          </p:cNvPr>
          <p:cNvCxnSpPr/>
          <p:nvPr/>
        </p:nvCxnSpPr>
        <p:spPr>
          <a:xfrm flipV="1">
            <a:off x="5391150" y="252412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4" name="diagram connector">
            <a:extLst>
              <a:ext uri="{FF2B5EF4-FFF2-40B4-BE49-F238E27FC236}">
                <a16:creationId xmlns:a16="http://schemas.microsoft.com/office/drawing/2014/main" id="{54A80E8C-32C7-4B3E-9B05-F5DE6867EF63}"/>
              </a:ext>
            </a:extLst>
          </p:cNvPr>
          <p:cNvCxnSpPr/>
          <p:nvPr/>
        </p:nvCxnSpPr>
        <p:spPr>
          <a:xfrm flipV="1">
            <a:off x="539115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5" name="diagram connector">
            <a:extLst>
              <a:ext uri="{FF2B5EF4-FFF2-40B4-BE49-F238E27FC236}">
                <a16:creationId xmlns:a16="http://schemas.microsoft.com/office/drawing/2014/main" id="{23897515-ED79-465A-B82A-29352E4CA0F6}"/>
              </a:ext>
            </a:extLst>
          </p:cNvPr>
          <p:cNvCxnSpPr/>
          <p:nvPr/>
        </p:nvCxnSpPr>
        <p:spPr>
          <a:xfrm flipH="1">
            <a:off x="518160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6" name="diagram connector">
            <a:extLst>
              <a:ext uri="{FF2B5EF4-FFF2-40B4-BE49-F238E27FC236}">
                <a16:creationId xmlns:a16="http://schemas.microsoft.com/office/drawing/2014/main" id="{2E3E67F0-0CDF-464C-A75D-7F22B910C552}"/>
              </a:ext>
            </a:extLst>
          </p:cNvPr>
          <p:cNvCxnSpPr/>
          <p:nvPr/>
        </p:nvCxnSpPr>
        <p:spPr>
          <a:xfrm>
            <a:off x="539115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7" name="diagram connector">
            <a:extLst>
              <a:ext uri="{FF2B5EF4-FFF2-40B4-BE49-F238E27FC236}">
                <a16:creationId xmlns:a16="http://schemas.microsoft.com/office/drawing/2014/main" id="{C7BCF471-C94B-4166-8E68-E65722A491E2}"/>
              </a:ext>
            </a:extLst>
          </p:cNvPr>
          <p:cNvCxnSpPr/>
          <p:nvPr/>
        </p:nvCxnSpPr>
        <p:spPr>
          <a:xfrm flipH="1">
            <a:off x="518160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8" name="diagram connector">
            <a:extLst>
              <a:ext uri="{FF2B5EF4-FFF2-40B4-BE49-F238E27FC236}">
                <a16:creationId xmlns:a16="http://schemas.microsoft.com/office/drawing/2014/main" id="{C570B9B2-7FA5-4100-AD3A-9FF892620DE4}"/>
              </a:ext>
            </a:extLst>
          </p:cNvPr>
          <p:cNvCxnSpPr/>
          <p:nvPr/>
        </p:nvCxnSpPr>
        <p:spPr>
          <a:xfrm>
            <a:off x="5391150" y="273367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9" name="diagram connector">
            <a:extLst>
              <a:ext uri="{FF2B5EF4-FFF2-40B4-BE49-F238E27FC236}">
                <a16:creationId xmlns:a16="http://schemas.microsoft.com/office/drawing/2014/main" id="{1A3FDE95-71ED-4A98-8617-04EB1F771DB0}"/>
              </a:ext>
            </a:extLst>
          </p:cNvPr>
          <p:cNvCxnSpPr/>
          <p:nvPr/>
        </p:nvCxnSpPr>
        <p:spPr>
          <a:xfrm>
            <a:off x="539115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30" name="diagram connector">
            <a:extLst>
              <a:ext uri="{FF2B5EF4-FFF2-40B4-BE49-F238E27FC236}">
                <a16:creationId xmlns:a16="http://schemas.microsoft.com/office/drawing/2014/main" id="{17452E4A-2D55-4BC6-B88B-896989D91BA7}"/>
              </a:ext>
            </a:extLst>
          </p:cNvPr>
          <p:cNvCxnSpPr/>
          <p:nvPr/>
        </p:nvCxnSpPr>
        <p:spPr>
          <a:xfrm>
            <a:off x="5495925" y="2724150"/>
            <a:ext cx="2019300" cy="0"/>
          </a:xfrm>
          <a:prstGeom prst="straightConnector1">
            <a:avLst/>
          </a:prstGeom>
          <a:ln w="17145">
            <a:solidFill>
              <a:srgbClr val="B5444F"/>
            </a:solidFill>
            <a:prstDash val="dash"/>
            <a:tailEnd type="triangle" w="sm" len="sm"/>
          </a:ln>
        </p:spPr>
      </p:cxnSp>
      <p:sp>
        <p:nvSpPr>
          <p:cNvPr id="131" name="8 spatial neighbors + same-position time edge&#10;2×2 pool ">
            <a:extLst>
              <a:ext uri="{FF2B5EF4-FFF2-40B4-BE49-F238E27FC236}">
                <a16:creationId xmlns:a16="http://schemas.microsoft.com/office/drawing/2014/main" id="{C947369A-C154-4929-873D-06390C5A74F5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3886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8 spatial neighbors + same-position time edge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2×2 pool per view; no cross-camera edges</a:t>
            </a:r>
          </a:p>
        </p:txBody>
      </p:sp>
      <p:sp>
        <p:nvSpPr>
          <p:cNvPr id="132" name="dᵢⱼ = mean (uᵢ − uⱼ)²    p(j|i) = softmax(−dᵢⱼ / τ)">
            <a:extLst>
              <a:ext uri="{FF2B5EF4-FFF2-40B4-BE49-F238E27FC236}">
                <a16:creationId xmlns:a16="http://schemas.microsoft.com/office/drawing/2014/main" id="{200295F8-1C56-4AEA-892D-4BB7A74825C0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dᵢⱼ = mean (uᵢ − uⱼ)²    p(j|i) = softmax(−dᵢⱼ / τ)</a:t>
            </a:r>
          </a:p>
        </p:txBody>
      </p:sp>
      <p:sp>
        <p:nvSpPr>
          <p:cNvPr id="133" name="Match teacher → student neighbor distributions with KL;">
            <a:extLst>
              <a:ext uri="{FF2B5EF4-FFF2-40B4-BE49-F238E27FC236}">
                <a16:creationId xmlns:a16="http://schemas.microsoft.com/office/drawing/2014/main" id="{6CCD2EE2-D94F-428D-8B78-17C55F5B492F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Match teacher → student neighbor distributions with KL; frozen teacher statistics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The combined KL objective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AC833E53-C3E9-4B42-9168-EED21F0EB3B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 = α_a [ L_bin,a + β_a L_temporal,a ]">
            <a:extLst>
              <a:ext uri="{FF2B5EF4-FFF2-40B4-BE49-F238E27FC236}">
                <a16:creationId xmlns:a16="http://schemas.microsoft.com/office/drawing/2014/main" id="{28671CD8-F73C-42A0-8940-71195EE2783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 = α_a [ L_bin,a + β_a L_temporal,a ]</a:t>
            </a:r>
          </a:p>
        </p:txBody>
      </p:sp>
      <p:sp>
        <p:nvSpPr>
          <p:cNvPr id="6" name="     + λ α_z [ L_bin,z + β_z L_spatiotemporal,z ]">
            <a:extLst>
              <a:ext uri="{FF2B5EF4-FFF2-40B4-BE49-F238E27FC236}">
                <a16:creationId xmlns:a16="http://schemas.microsoft.com/office/drawing/2014/main" id="{9A9F28DE-5313-4C6A-9B6C-5E0D29156A59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     + λ α_z [ L_bin,z + β_z L_spatiotemporal,z ]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138694-B2C3-4F50-B9E1-78B0778AFD59}"/>
              </a:ext>
            </a:extLst>
          </p:cNvPr>
          <p:cNvGraphicFramePr/>
          <p:nvPr/>
        </p:nvGraphicFramePr>
        <p:xfrm>
          <a:off x="609600" y="2266950"/>
          <a:ext cx="7924800" cy="1762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/ calibration rule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α_a, α_z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Initial C80 MSE / soft-bin KL; NMSE / soft-bin KL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λ = ρc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Original action–latent balance; ρ=1.5, λ≈0.04245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τ_a, τ_z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Median positive C80 teacher neighbor distance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β_a, β_z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0.25 × soft-bin KL / relation KL under fixed teacher noise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nly student D and clipping ratios are updated.&#10;All sta">
            <a:extLst>
              <a:ext uri="{FF2B5EF4-FFF2-40B4-BE49-F238E27FC236}">
                <a16:creationId xmlns:a16="http://schemas.microsoft.com/office/drawing/2014/main" id="{F636B259-D916-4F1A-BB13-FA6F14FE360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Only student D and clipping ratios are updated.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All statistics and weights are frozen before training; teacher is detached.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4">
            <a:extLst>
              <a:ext uri="{FF2B5EF4-FFF2-40B4-BE49-F238E27FC236}">
                <ns2:creationId id="{CFEC2950-EA3F-4C2A-B4BC-003C01097588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ame held-out 40 cases × 2 seeds · fixed final80 checkp">
            <a:extLst>
              <a:ext uri="{FF2B5EF4-FFF2-40B4-BE49-F238E27FC236}">
                <ns2:creationId id="{0821A2BB-E283-4417-9DF1-63F812B313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F9A53C2F-7038-4A81-9837-9CF9D2CB05C0}"/>
              </a:ext>
            </a:extLst>
          </p:cNvPr>
          <p:cNvGraphicFramePr/>
          <p:nvPr/>
        </p:nvGraphicFramePr>
        <p:xfrm>
          <a:off x="609600" y="1362075"/>
          <a:ext cx="7924800" cy="17856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ns2:colId val="20000"/>
                    </a:ext>
                  </a:extLst>
                </a:gridCol>
                <a:gridCol w="1285875">
                  <a:extLst>
                    <a:ext uri="{9D8B030D-6E8A-4147-A177-3AD203B41FA5}">
                      <ns2:colId val="20001"/>
                    </a:ext>
                  </a:extLst>
                </a:gridCol>
                <a:gridCol w="1285875">
                  <a:extLst>
                    <a:ext uri="{9D8B030D-6E8A-4147-A177-3AD203B41FA5}">
                      <ns2:colId val="20002"/>
                    </a:ext>
                  </a:extLst>
                </a:gridCol>
                <a:gridCol w="1285875">
                  <a:extLst>
                    <a:ext uri="{9D8B030D-6E8A-4147-A177-3AD203B41FA5}">
                      <ns2:colId val="20003"/>
                    </a:ext>
                  </a:extLst>
                </a:gridCol>
                <a:gridCol w="1438275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Adding relations: temporal KL −14.68%, latent relation ">
            <a:extLst>
              <a:ext uri="{FF2B5EF4-FFF2-40B4-BE49-F238E27FC236}">
                <ns2:creationId id="{78A2CF9D-8CE6-44F8-B3B0-553F7C35E23D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>
              <a:ext uri="{FF2B5EF4-FFF2-40B4-BE49-F238E27FC236}">
                <ns2:creationId id="{BB949A31-2612-493F-A278-2B1C7EA5FFA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7924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Paired LIBERO+ evaluation is in progress; final success rates are pending.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5">
            <a:extLst>
              <a:ext uri="{FF2B5EF4-FFF2-40B4-BE49-F238E27FC236}">
                <ns2:creationId id="{108EA697-04C7-4350-B015-F56168B176B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">
            <a:extLst>
              <a:ext uri="{FF2B5EF4-FFF2-40B4-BE49-F238E27FC236}">
                <ns2:creationId id="{B7D68348-4934-48CE-B2AF-2048ABC5B63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>
              <a:ext uri="{FF2B5EF4-FFF2-40B4-BE49-F238E27FC236}">
                <ns2:creationId id="{8CF1897E-CC79-4F24-9B9B-1FCCD1C0DA33}"/>
              </a:ext>
            </a:extLst>
          </p:cNvPr>
          <p:cNvSpPr>
            <a:spLocks noGrp="1"/>
          </p:cNvSpPr>
          <p:nvPr/>
        </p:nvSpPr>
        <p:spPr>
          <a:xfrm>
            <a:off x="1219200" y="876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>
              <a:ext uri="{FF2B5EF4-FFF2-40B4-BE49-F238E27FC236}">
                <ns2:creationId id="{6D1A471D-42D7-49C0-BB73-DCBA9A1A1E9F}"/>
              </a:ext>
            </a:extLst>
          </p:cNvPr>
          <p:cNvSpPr>
            <a:spLocks noGrp="1"/>
          </p:cNvSpPr>
          <p:nvPr/>
        </p:nvSpPr>
        <p:spPr>
          <a:xfrm>
            <a:off x="1219200" y="1228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>
              <a:ext uri="{FF2B5EF4-FFF2-40B4-BE49-F238E27FC236}">
                <ns2:creationId id="{9C4A07F1-9A5B-43D0-9759-BD313EC41EE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>
              <a:ext uri="{FF2B5EF4-FFF2-40B4-BE49-F238E27FC236}">
                <ns2:creationId id="{3AFFE3DE-44BD-400D-9D57-33A31DD5902E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KL</a:t>
            </a:r>
            <a:r>
              <a:rPr lang="en-US" dirty="0"/>
              <a:t>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distillation for WAMs</a:t>
            </a:r>
          </a:p>
        </p:txBody>
      </p:sp>
      <p:sp>
        <p:nvSpPr>
          <p:cNvPr id="10" name="Aim: preserve value and structure, and better anticipat">
            <a:extLst>
              <a:ext uri="{FF2B5EF4-FFF2-40B4-BE49-F238E27FC236}">
                <ns2:creationId id="{EA5A2CFB-6725-4FF8-A0EA-49A026D8048C}"/>
              </a:ext>
            </a:extLst>
          </p:cNvPr>
          <p:cNvSpPr>
            <a:spLocks noGrp="1"/>
          </p:cNvSpPr>
          <p:nvPr/>
        </p:nvSpPr>
        <p:spPr>
          <a:xfrm>
            <a:off x="1219200" y="21431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>
              <a:ext uri="{FF2B5EF4-FFF2-40B4-BE49-F238E27FC236}">
                <ns2:creationId id="{4E883789-CFA6-428B-A362-71A78019108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>
              <a:ext uri="{FF2B5EF4-FFF2-40B4-BE49-F238E27FC236}">
                <ns2:creationId id="{88CB98DB-9DE5-4235-A5CC-05B8D4C203D9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VQ framework with competitive performance at similar bpw</a:t>
            </a:r>
          </a:p>
        </p:txBody>
      </p:sp>
      <p:sp>
        <p:nvSpPr>
          <p:cNvPr id="13" name="Demonstrated on Fast-WAM and Cosmos Policy; “first” req">
            <a:extLst>
              <a:ext uri="{FF2B5EF4-FFF2-40B4-BE49-F238E27FC236}">
                <ns2:creationId id="{C45C1403-C7AB-434E-911F-C7D4CA3F5BE9}"/>
              </a:ext>
            </a:extLst>
          </p:cNvPr>
          <p:cNvSpPr>
            <a:spLocks noGrp="1"/>
          </p:cNvSpPr>
          <p:nvPr/>
        </p:nvSpPr>
        <p:spPr>
          <a:xfrm>
            <a:off x="1219200" y="30575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expand to </a:t>
            </a:r>
            <a:r>
              <a:rPr lang="en-US" altLang="zh-CN" dirty="0" err="1"/>
              <a:t>Lingbot</a:t>
            </a:r>
            <a:r>
              <a:rPr lang="en-US" altLang="zh-CN" dirty="0"/>
              <a:t> VA</a:t>
            </a:r>
            <a:endParaRPr sz="1500" b="0" dirty="0">
              <a:solidFill>
                <a:srgbClr val="6471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04">
            <a:extLst>
              <a:ext uri="{FF2B5EF4-FFF2-40B4-BE49-F238E27FC236}">
                <ns2:creationId id="{8C85AD22-7EDA-40D0-B472-0C412634856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>
              <a:ext uri="{FF2B5EF4-FFF2-40B4-BE49-F238E27FC236}">
                <ns2:creationId id="{8EC93EB3-D5B4-4A5B-8CC2-FD7799875B5C}"/>
              </a:ext>
            </a:extLst>
          </p:cNvPr>
          <p:cNvSpPr>
            <a:spLocks noGrp="1"/>
          </p:cNvSpPr>
          <p:nvPr/>
        </p:nvSpPr>
        <p:spPr>
          <a:xfrm>
            <a:off x="1219200" y="36195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>
              <a:ext uri="{FF2B5EF4-FFF2-40B4-BE49-F238E27FC236}">
                <ns2:creationId id="{27B3DB6B-892C-40B4-A6EB-38A68FB6B20A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not implemented yet; 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6">
            <a:extLst>
              <a:ext uri="{FF2B5EF4-FFF2-40B4-BE49-F238E27FC236}">
                <ns2:creationId id="{CEF0AC16-EF2A-415B-A3E5-8F6732FA1B7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01">
            <a:extLst>
              <a:ext uri="{FF2B5EF4-FFF2-40B4-BE49-F238E27FC236}">
                <ns2:creationId id="{305A9A48-284B-4983-9357-09DB5B76AC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>
              <a:ext uri="{FF2B5EF4-FFF2-40B4-BE49-F238E27FC236}">
                <ns2:creationId id="{AEAF0434-A82E-4960-B4C0-5509583ED783}"/>
              </a:ext>
            </a:extLst>
          </p:cNvPr>
          <p:cNvSpPr>
            <a:spLocks noGrp="1"/>
          </p:cNvSpPr>
          <p:nvPr/>
        </p:nvSpPr>
        <p:spPr>
          <a:xfrm>
            <a:off x="1219200" y="81915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>
              <a:ext uri="{FF2B5EF4-FFF2-40B4-BE49-F238E27FC236}">
                <ns2:creationId id="{8DD053D8-9C33-4327-B94A-C845097B47EE}"/>
              </a:ext>
            </a:extLst>
          </p:cNvPr>
          <p:cNvSpPr>
            <a:spLocks noGrp="1"/>
          </p:cNvSpPr>
          <p:nvPr/>
        </p:nvSpPr>
        <p:spPr>
          <a:xfrm>
            <a:off x="1219200" y="117157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inspect failure traces and improve loss balance.</a:t>
            </a:r>
          </a:p>
        </p:txBody>
      </p:sp>
      <p:sp>
        <p:nvSpPr>
          <p:cNvPr id="8" name="02">
            <a:extLst>
              <a:ext uri="{FF2B5EF4-FFF2-40B4-BE49-F238E27FC236}">
                <ns2:creationId id="{593C0B44-80C2-45DC-A90A-BE905D1DADF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>
              <a:ext uri="{FF2B5EF4-FFF2-40B4-BE49-F238E27FC236}">
                <ns2:creationId id="{BE4F7C39-5091-47CC-BF67-E7222212992B}"/>
              </a:ext>
            </a:extLst>
          </p:cNvPr>
          <p:cNvSpPr>
            <a:spLocks noGrp="1"/>
          </p:cNvSpPr>
          <p:nvPr/>
        </p:nvSpPr>
        <p:spPr>
          <a:xfrm>
            <a:off x="1219200" y="160972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>
              <a:ext uri="{FF2B5EF4-FFF2-40B4-BE49-F238E27FC236}">
                <ns2:creationId id="{17698A78-DC30-40E2-8305-7E85CB95C311}"/>
              </a:ext>
            </a:extLst>
          </p:cNvPr>
          <p:cNvSpPr>
            <a:spLocks noGrp="1"/>
          </p:cNvSpPr>
          <p:nvPr/>
        </p:nvSpPr>
        <p:spPr>
          <a:xfrm>
            <a:off x="1219200" y="196215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per channel/direct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clipping.</a:t>
            </a:r>
          </a:p>
        </p:txBody>
      </p:sp>
      <p:sp>
        <p:nvSpPr>
          <p:cNvPr id="11" name="03">
            <a:extLst>
              <a:ext uri="{FF2B5EF4-FFF2-40B4-BE49-F238E27FC236}">
                <ns2:creationId id="{F6A145ED-F72E-4811-8B19-7B384A39191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>
              <a:ext uri="{FF2B5EF4-FFF2-40B4-BE49-F238E27FC236}">
                <ns2:creationId id="{A6D15AE7-E171-4E42-929E-F7A01F3B78E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>
              <a:ext uri="{FF2B5EF4-FFF2-40B4-BE49-F238E27FC236}">
                <ns2:creationId id="{9CFD0449-E907-4C35-A204-FCEAADDAE1DA}"/>
              </a:ext>
            </a:extLst>
          </p:cNvPr>
          <p:cNvSpPr>
            <a:spLocks noGrp="1"/>
          </p:cNvSpPr>
          <p:nvPr/>
        </p:nvSpPr>
        <p:spPr>
          <a:xfrm>
            <a:off x="1219200" y="2752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FastWAM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</a:t>
            </a:r>
            <a:r>
              <a:rPr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RoboTwin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2.0.</a:t>
            </a:r>
          </a:p>
        </p:txBody>
      </p:sp>
      <p:sp>
        <p:nvSpPr>
          <p:cNvPr id="14" name="04">
            <a:extLst>
              <a:ext uri="{FF2B5EF4-FFF2-40B4-BE49-F238E27FC236}">
                <ns2:creationId id="{9D4437E9-FB78-4690-8601-DB7B0E1C793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>
              <a:ext uri="{FF2B5EF4-FFF2-40B4-BE49-F238E27FC236}">
                <ns2:creationId id="{C6F0A0FD-D623-48A0-AAAE-EB969088F305}"/>
              </a:ext>
            </a:extLst>
          </p:cNvPr>
          <p:cNvSpPr>
            <a:spLocks noGrp="1"/>
          </p:cNvSpPr>
          <p:nvPr/>
        </p:nvSpPr>
        <p:spPr>
          <a:xfrm>
            <a:off x="1219200" y="319087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>
              <a:ext uri="{FF2B5EF4-FFF2-40B4-BE49-F238E27FC236}">
                <ns2:creationId id="{EBF3E6B8-2144-4665-9A32-83C70BBE2CC7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>
              <a:ext uri="{FF2B5EF4-FFF2-40B4-BE49-F238E27FC236}">
                <ns2:creationId id="{2CF3078A-33AE-451A-984C-806ADE990C82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0" y="2219325"/>
            <a:ext cx="5905500" cy="952500"/>
          </a:xfrm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Thankuuu</a:t>
            </a:r>
            <a:endParaRPr sz="3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8">
            <a:extLst>
              <a:ext uri="{FF2B5EF4-FFF2-40B4-BE49-F238E27FC236}">
                <ns2:creationId id="{E553F4E8-1507-45A2-91E3-975BB0F26FC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656A2AC1-8433-49C8-818C-C40D39F5ECE0}"/>
              </a:ext>
            </a:extLst>
          </p:cNvPr>
          <p:cNvGraphicFramePr/>
          <p:nvPr/>
        </p:nvGraphicFramePr>
        <p:xfrm>
          <a:off x="609600" y="981075"/>
          <a:ext cx="7924800" cy="274510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ns2:colId val="20000"/>
                    </a:ext>
                  </a:extLst>
                </a:gridCol>
                <a:gridCol w="3143250">
                  <a:extLst>
                    <a:ext uri="{9D8B030D-6E8A-4147-A177-3AD203B41FA5}">
                      <ns2:colId val="20001"/>
                    </a:ext>
                  </a:extLst>
                </a:gridCol>
                <a:gridCol w="29718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</a:tbl>
          </a:graphicData>
        </a:graphic>
      </p:graphicFrame>
      <p:sp>
        <p:nvSpPr>
          <p:cNvPr id="6" name="Equivalent bpw = encoded payload bytes × 8 / target wei">
            <a:extLst>
              <a:ext uri="{FF2B5EF4-FFF2-40B4-BE49-F238E27FC236}">
                <ns2:creationId id="{7F5AD04A-3985-40A7-BDCE-DCC1972286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>
              <a:ext uri="{FF2B5EF4-FFF2-40B4-BE49-F238E27FC236}">
                <ns2:creationId id="{7A315053-C4DB-414E-A876-4BFE2F0F774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9">
            <a:extLst>
              <a:ext uri="{FF2B5EF4-FFF2-40B4-BE49-F238E27FC236}">
                <ns2:creationId id="{9E32FC7B-5329-4C38-A479-C5A9E8CFA84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2BAB3D8E-ED38-4824-8CC3-8F3BDA0833BA}"/>
              </a:ext>
            </a:extLst>
          </p:cNvPr>
          <p:cNvGraphicFramePr/>
          <p:nvPr/>
        </p:nvGraphicFramePr>
        <p:xfrm>
          <a:off x="609600" y="1057275"/>
          <a:ext cx="7924800" cy="2938056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ns2:colId val="20000"/>
                    </a:ext>
                  </a:extLst>
                </a:gridCol>
                <a:gridCol w="1476375">
                  <a:extLst>
                    <a:ext uri="{9D8B030D-6E8A-4147-A177-3AD203B41FA5}">
                      <ns2:colId val="20001"/>
                    </a:ext>
                  </a:extLst>
                </a:gridCol>
                <a:gridCol w="1476375">
                  <a:extLst>
                    <a:ext uri="{9D8B030D-6E8A-4147-A177-3AD203B41FA5}">
                      <ns2:colId val="20002"/>
                    </a:ext>
                  </a:extLst>
                </a:gridCol>
                <a:gridCol w="1971675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6" name="Per-channel scaling substantially improves motor fideli">
            <a:extLst>
              <a:ext uri="{FF2B5EF4-FFF2-40B4-BE49-F238E27FC236}">
                <ns2:creationId id="{949242AC-9C0F-45DA-A7B8-503F8BD1F1FF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7924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0">
            <a:extLst>
              <a:ext uri="{FF2B5EF4-FFF2-40B4-BE49-F238E27FC236}">
                <ns2:creationId id="{D78FFEF0-8EA2-44EA-9A54-A1E7A532DEA9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51F7C194-B000-43D1-91D5-790E40445C6C}"/>
              </a:ext>
            </a:extLst>
          </p:cNvPr>
          <p:cNvGraphicFramePr/>
          <p:nvPr/>
        </p:nvGraphicFramePr>
        <p:xfrm>
          <a:off x="609600" y="1066800"/>
          <a:ext cx="7924800" cy="2209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1885950">
                  <a:extLst>
                    <a:ext uri="{9D8B030D-6E8A-4147-A177-3AD203B41FA5}">
                      <ns2:colId val="20001"/>
                    </a:ext>
                  </a:extLst>
                </a:gridCol>
                <a:gridCol w="30861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6" name="Native VQ speedup is not implemented">
            <a:extLst>
              <a:ext uri="{FF2B5EF4-FFF2-40B4-BE49-F238E27FC236}">
                <ns2:creationId id="{403AED75-D17F-42AA-8F0A-CC2F339B521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>
              <a:ext uri="{FF2B5EF4-FFF2-40B4-BE49-F238E27FC236}">
                <ns2:creationId id="{FC369603-515C-4EDD-8B0A-EE6196FD0747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>
              <a:ext uri="{FF2B5EF4-FFF2-40B4-BE49-F238E27FC236}">
                <ns2:creationId id="{A12EA68A-7AA4-4409-8B89-FFB01934317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method figure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1">
            <a:extLst>
              <a:ext uri="{FF2B5EF4-FFF2-40B4-BE49-F238E27FC236}">
                <ns2:creationId id="{47D8878E-FE92-4FF6-827D-FC049027EACB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ns2:creationId id="{E571C2F1-2757-43E3-9203-6C0DC83C87EA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20645"/>
              <a:ext cx="3643859" cy="3452892"/>
            </a:xfrm>
            <a:prstGeom prst="roundRect">
              <a:avLst>
                <a:gd name="adj" fmla="val 1196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7" name="diagram block">
              <a:extLst>
                <a:ext uri="{FF2B5EF4-FFF2-40B4-BE49-F238E27FC236}">
                  <ns2:creationId id="{45CB4CA1-B59B-470C-A24D-BDE794C5FBD7}"/>
                </a:ext>
              </a:extLst>
            </p:cNvPr>
            <p:cNvSpPr>
              <a:spLocks noGrp="1"/>
            </p:cNvSpPr>
            <p:nvPr/>
          </p:nvSpPr>
          <p:spPr>
            <a:xfrm>
              <a:off x="3962970" y="20645"/>
              <a:ext cx="2467089" cy="3452892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8" name="diagram block">
              <a:extLst>
                <a:ext uri="{FF2B5EF4-FFF2-40B4-BE49-F238E27FC236}">
                  <ns2:creationId id="{80AAA7B3-5953-4862-B7B7-B8677830D394}"/>
                </a:ext>
              </a:extLst>
            </p:cNvPr>
            <p:cNvSpPr>
              <a:spLocks noGrp="1"/>
            </p:cNvSpPr>
            <p:nvPr/>
          </p:nvSpPr>
          <p:spPr>
            <a:xfrm>
              <a:off x="6466188" y="20645"/>
              <a:ext cx="2399992" cy="3452892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9" name="(a) Latent + action supervision">
              <a:extLst>
                <a:ext uri="{FF2B5EF4-FFF2-40B4-BE49-F238E27FC236}">
                  <ns2:creationId id="{75C02293-0AB1-4AF6-B098-4837DB7B4EAE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2258"/>
              <a:ext cx="3499344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Latent + action supervision</a:t>
              </a:r>
            </a:p>
          </p:txBody>
        </p:sp>
        <p:sp>
          <p:nvSpPr>
            <p:cNvPr id="10" name="(b) Microscaling additive VQ weights">
              <a:extLst>
                <a:ext uri="{FF2B5EF4-FFF2-40B4-BE49-F238E27FC236}">
                  <ns2:creationId id="{85FE1446-AA53-4EC8-8185-1EA6128E884E}"/>
                </a:ext>
              </a:extLst>
            </p:cNvPr>
            <p:cNvSpPr>
              <a:spLocks noGrp="1"/>
            </p:cNvSpPr>
            <p:nvPr/>
          </p:nvSpPr>
          <p:spPr>
            <a:xfrm>
              <a:off x="4030066" y="72258"/>
              <a:ext cx="2343218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Microscaling additive VQ weights</a:t>
              </a:r>
            </a:p>
          </p:txBody>
        </p:sp>
        <p:sp>
          <p:nvSpPr>
            <p:cNvPr id="11" name="(c) Per-channel activation scaling + clipping">
              <a:extLst>
                <a:ext uri="{FF2B5EF4-FFF2-40B4-BE49-F238E27FC236}">
                  <ns2:creationId id="{66B4D71F-B4F6-4533-9A30-174D9B65FA14}"/>
                </a:ext>
              </a:extLst>
            </p:cNvPr>
            <p:cNvSpPr>
              <a:spLocks noGrp="1"/>
            </p:cNvSpPr>
            <p:nvPr/>
          </p:nvSpPr>
          <p:spPr>
            <a:xfrm>
              <a:off x="6517800" y="82580"/>
              <a:ext cx="2307089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Per-channel activation scaling + clipping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ns2:creationId id="{59DF82B1-A8F7-4CC1-BF62-B8B521AE9368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294193"/>
              <a:ext cx="2028381" cy="1357415"/>
            </a:xfrm>
            <a:prstGeom prst="roundRect">
              <a:avLst>
                <a:gd name="adj" fmla="val 2662"/>
              </a:avLst>
            </a:prstGeom>
            <a:gradFill>
              <a:gsLst>
                <a:gs pos="0">
                  <a:srgbClr val="D9EFFF"/>
                </a:gs>
                <a:gs pos="100000">
                  <a:srgbClr val="EEF8FF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13" name="diagram block">
              <a:extLst>
                <a:ext uri="{FF2B5EF4-FFF2-40B4-BE49-F238E27FC236}">
                  <ns2:creationId id="{72CF882A-B2E3-4880-815D-1D785EFD268E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1677414"/>
              <a:ext cx="2028381" cy="1476124"/>
            </a:xfrm>
            <a:prstGeom prst="roundRect">
              <a:avLst>
                <a:gd name="adj" fmla="val 2448"/>
              </a:avLst>
            </a:prstGeom>
            <a:gradFill>
              <a:gsLst>
                <a:gs pos="0">
                  <a:srgbClr val="FFE2DC"/>
                </a:gs>
                <a:gs pos="100000">
                  <a:srgbClr val="FFF0EA"/>
                </a:gs>
              </a:gsLst>
              <a:lin ang="5400000"/>
            </a:gradFill>
            <a:ln w="5161">
              <a:noFill/>
              <a:prstDash val="solid"/>
            </a:ln>
          </p:spPr>
        </p:sp>
        <p:cxnSp>
          <p:nvCxnSpPr>
            <p:cNvPr id="14" name="native PowerPoint connector">
              <a:extLst>
                <a:ext uri="{FF2B5EF4-FFF2-40B4-BE49-F238E27FC236}">
                  <ns2:creationId id="{504F51EA-B5C4-4364-B80C-D1E4D8C89F14}"/>
                </a:ext>
              </a:extLst>
            </p:cNvPr>
            <p:cNvCxnSpPr/>
            <p:nvPr/>
          </p:nvCxnSpPr>
          <p:spPr>
            <a:xfrm flipH="0" flipV="0">
              <a:off x="1129430" y="397418"/>
              <a:ext cx="113548" cy="0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5" name="native PowerPoint connector">
              <a:extLst>
                <a:ext uri="{FF2B5EF4-FFF2-40B4-BE49-F238E27FC236}">
                  <ns2:creationId id="{F189BB9D-BD9C-4C4E-9274-6A01D38D7A8E}"/>
                </a:ext>
              </a:extLst>
            </p:cNvPr>
            <p:cNvCxnSpPr/>
            <p:nvPr/>
          </p:nvCxnSpPr>
          <p:spPr>
            <a:xfrm flipH="0" flipV="0"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6" name="native PowerPoint connector">
              <a:extLst>
                <a:ext uri="{FF2B5EF4-FFF2-40B4-BE49-F238E27FC236}">
                  <ns2:creationId id="{33775FA5-CF5D-4D68-81A2-B1E103B4B246}"/>
                </a:ext>
              </a:extLst>
            </p:cNvPr>
            <p:cNvCxnSpPr/>
            <p:nvPr/>
          </p:nvCxnSpPr>
          <p:spPr>
            <a:xfrm flipH="1" flipV="0"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sp>
          <p:nvSpPr>
            <p:cNvPr id="17" name="BF16 teacher (frozen)">
              <a:extLst>
                <a:ext uri="{FF2B5EF4-FFF2-40B4-BE49-F238E27FC236}">
                  <ns2:creationId id="{29A94DF5-65CB-4B79-8BA3-7E02CF45BD9C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340644"/>
              <a:ext cx="1729027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 (frozen)</a:t>
              </a:r>
            </a:p>
          </p:txBody>
        </p:sp>
        <p:sp>
          <p:nvSpPr>
            <p:cNvPr id="18" name="native vector shape">
              <a:extLst>
                <a:ext uri="{FF2B5EF4-FFF2-40B4-BE49-F238E27FC236}">
                  <ns2:creationId id="{F49DFFD3-9BEA-455A-BC36-28EA5DF8A5FB}"/>
                </a:ext>
              </a:extLst>
            </p:cNvPr>
            <p:cNvSpPr>
              <a:spLocks noGrp="1"/>
            </p:cNvSpPr>
            <p:nvPr/>
          </p:nvSpPr>
          <p:spPr>
            <a:xfrm>
              <a:off x="1119108" y="1703220"/>
              <a:ext cx="144516" cy="185806"/>
            </a:xfrm>
            <a:custGeom>
              <a:pathLst>
                <a:path w="266700" h="342900">
                  <a:moveTo>
                    <a:pt x="114300" y="0"/>
                  </a:moveTo>
                  <a:lnTo>
                    <a:pt x="171450" y="123825"/>
                  </a:lnTo>
                  <a:lnTo>
                    <a:pt x="247650" y="200025"/>
                  </a:lnTo>
                  <a:lnTo>
                    <a:pt x="228600" y="276225"/>
                  </a:lnTo>
                  <a:lnTo>
                    <a:pt x="180975" y="333375"/>
                  </a:lnTo>
                  <a:lnTo>
                    <a:pt x="85725" y="333375"/>
                  </a:lnTo>
                  <a:lnTo>
                    <a:pt x="19050" y="266700"/>
                  </a:lnTo>
                  <a:lnTo>
                    <a:pt x="19050" y="180975"/>
                  </a:lnTo>
                  <a:lnTo>
                    <a:pt x="66675" y="95250"/>
                  </a:lnTo>
                  <a:lnTo>
                    <a:pt x="76200" y="228600"/>
                  </a:lnTo>
                  <a:lnTo>
                    <a:pt x="123825" y="161925"/>
                  </a:lnTo>
                  <a:close/>
                </a:path>
              </a:pathLst>
            </a:custGeom>
            <a:solidFill>
              <a:srgbClr val="FF9C23"/>
            </a:solidFill>
            <a:ln w="6194">
              <a:solidFill>
                <a:srgbClr val="EF711C"/>
              </a:solidFill>
            </a:ln>
          </p:spPr>
        </p:sp>
        <p:sp>
          <p:nvSpPr>
            <p:cNvPr id="19" name="native vector shape">
              <a:extLst>
                <a:ext uri="{FF2B5EF4-FFF2-40B4-BE49-F238E27FC236}">
                  <ns2:creationId id="{97F485FD-C505-4612-B75C-82665F2F9922}"/>
                </a:ext>
              </a:extLst>
            </p:cNvPr>
            <p:cNvSpPr>
              <a:spLocks noGrp="1"/>
            </p:cNvSpPr>
            <p:nvPr/>
          </p:nvSpPr>
          <p:spPr>
            <a:xfrm>
              <a:off x="1150075" y="1759994"/>
              <a:ext cx="98064" cy="129032"/>
            </a:xfrm>
            <a:custGeom>
              <a:pathLst>
                <a:path w="180975" h="238125">
                  <a:moveTo>
                    <a:pt x="85725" y="0"/>
                  </a:moveTo>
                  <a:lnTo>
                    <a:pt x="114300" y="95250"/>
                  </a:lnTo>
                  <a:lnTo>
                    <a:pt x="171450" y="133350"/>
                  </a:lnTo>
                  <a:lnTo>
                    <a:pt x="142875" y="209550"/>
                  </a:lnTo>
                  <a:lnTo>
                    <a:pt x="76200" y="228600"/>
                  </a:lnTo>
                  <a:lnTo>
                    <a:pt x="28575" y="180975"/>
                  </a:lnTo>
                  <a:lnTo>
                    <a:pt x="38100" y="114300"/>
                  </a:lnTo>
                  <a:close/>
                </a:path>
              </a:pathLst>
            </a:custGeom>
            <a:solidFill>
              <a:srgbClr val="FFD785"/>
            </a:solidFill>
            <a:ln w="6194">
              <a:noFill/>
            </a:ln>
          </p:spPr>
        </p:sp>
        <p:sp>
          <p:nvSpPr>
            <p:cNvPr id="20" name="Quantized WAM (student)">
              <a:extLst>
                <a:ext uri="{FF2B5EF4-FFF2-40B4-BE49-F238E27FC236}">
                  <ns2:creationId id="{865B876E-B32C-4EE2-930B-B69F169E0D9E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1734188"/>
              <a:ext cx="178064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 (student)</a:t>
              </a:r>
            </a:p>
          </p:txBody>
        </p:sp>
        <p:sp>
          <p:nvSpPr>
            <p:cNvPr id="21" name="614 target Linear layers">
              <a:extLst>
                <a:ext uri="{FF2B5EF4-FFF2-40B4-BE49-F238E27FC236}">
                  <ns2:creationId id="{1A43B9D5-5EF0-43A5-B02F-799405AAF5AE}"/>
                </a:ext>
              </a:extLst>
            </p:cNvPr>
            <p:cNvSpPr>
              <a:spLocks noGrp="1"/>
            </p:cNvSpPr>
            <p:nvPr/>
          </p:nvSpPr>
          <p:spPr>
            <a:xfrm>
              <a:off x="2027492" y="1852897"/>
              <a:ext cx="102709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282"/>
            </a:bodyPr>
            <a:lstStyle>
              <a:def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rPr>
                <a:t>614 target Linear layers</a:t>
              </a:r>
            </a:p>
          </p:txBody>
        </p:sp>
        <p:cxnSp>
          <p:nvCxnSpPr>
            <p:cNvPr id="22" name="native PowerPoint connector">
              <a:extLst>
                <a:ext uri="{FF2B5EF4-FFF2-40B4-BE49-F238E27FC236}">
                  <ns2:creationId id="{9713AD79-3E8B-4299-BA2B-53FD256AEFA3}"/>
                </a:ext>
              </a:extLst>
            </p:cNvPr>
            <p:cNvCxnSpPr/>
            <p:nvPr/>
          </p:nvCxnSpPr>
          <p:spPr>
            <a:xfrm flipH="0" flipV="0">
              <a:off x="2027492" y="1971607"/>
              <a:ext cx="1027094" cy="0"/>
            </a:xfrm>
            <a:prstGeom prst="straightConnector1">
              <a:avLst/>
            </a:prstGeom>
            <a:ln w="6710">
              <a:solidFill>
                <a:srgbClr val="C11B14"/>
              </a:solidFill>
              <a:prstDash val="solid"/>
            </a:ln>
          </p:spPr>
        </p:cxnSp>
        <p:sp>
          <p:nvSpPr>
            <p:cNvPr id="23" name="native vector shape">
              <a:extLst>
                <a:ext uri="{FF2B5EF4-FFF2-40B4-BE49-F238E27FC236}">
                  <ns2:creationId id="{D0258F67-D878-415A-8BD0-A2339FF1C777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531611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</p:sp>
        <p:sp>
          <p:nvSpPr>
            <p:cNvPr id="24" name="Video DiT&#10;(BF16)">
              <a:extLst>
                <a:ext uri="{FF2B5EF4-FFF2-40B4-BE49-F238E27FC236}">
                  <ns2:creationId id="{F002576C-B31A-4410-A211-E5628241777C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66064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5" name="native vector shape">
              <a:extLst>
                <a:ext uri="{FF2B5EF4-FFF2-40B4-BE49-F238E27FC236}">
                  <ns2:creationId id="{E051F021-9C64-4F9E-A19D-7650CAC47AC8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547095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</p:sp>
        <p:sp>
          <p:nvSpPr>
            <p:cNvPr id="26" name="Action DiT&#10;(BF16)">
              <a:extLst>
                <a:ext uri="{FF2B5EF4-FFF2-40B4-BE49-F238E27FC236}">
                  <ns2:creationId id="{27F4B570-D2CD-4B3C-A14F-24FCEDDFB877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676127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7" name="native vector shape">
              <a:extLst>
                <a:ext uri="{FF2B5EF4-FFF2-40B4-BE49-F238E27FC236}">
                  <ns2:creationId id="{B7F23763-874B-4C0C-AA38-88D1E451A5D9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1950962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</p:sp>
        <p:sp>
          <p:nvSpPr>
            <p:cNvPr id="28" name="Video DiT&#10;(quantized)">
              <a:extLst>
                <a:ext uri="{FF2B5EF4-FFF2-40B4-BE49-F238E27FC236}">
                  <ns2:creationId id="{85326C21-309B-4E5F-A4D6-CA4163256FB9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207999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sp>
          <p:nvSpPr>
            <p:cNvPr id="29" name="native vector shape">
              <a:extLst>
                <a:ext uri="{FF2B5EF4-FFF2-40B4-BE49-F238E27FC236}">
                  <ns2:creationId id="{05E22AAB-D9C1-4B58-82C1-D66829322ED2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1971607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</p:sp>
        <p:sp>
          <p:nvSpPr>
            <p:cNvPr id="30" name="Action DiT&#10;(quantized)">
              <a:extLst>
                <a:ext uri="{FF2B5EF4-FFF2-40B4-BE49-F238E27FC236}">
                  <ns2:creationId id="{158DA459-77D5-43E2-BC82-638CCBAA610E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2100638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cxnSp>
          <p:nvCxnSpPr>
            <p:cNvPr id="31" name="native PowerPoint connector">
              <a:extLst>
                <a:ext uri="{FF2B5EF4-FFF2-40B4-BE49-F238E27FC236}">
                  <ns2:creationId id="{462A181A-BD6A-4AA7-B02F-58E708C532E4}"/>
                </a:ext>
              </a:extLst>
            </p:cNvPr>
            <p:cNvCxnSpPr/>
            <p:nvPr/>
          </p:nvCxnSpPr>
          <p:spPr>
            <a:xfrm flipH="0" flipV="0">
              <a:off x="2027492" y="769030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2" name="native PowerPoint connector">
              <a:extLst>
                <a:ext uri="{FF2B5EF4-FFF2-40B4-BE49-F238E27FC236}">
                  <ns2:creationId id="{79ED24B5-CB8F-41C0-85A0-7B5F5241BA16}"/>
                </a:ext>
              </a:extLst>
            </p:cNvPr>
            <p:cNvCxnSpPr/>
            <p:nvPr/>
          </p:nvCxnSpPr>
          <p:spPr>
            <a:xfrm flipH="0" flipV="0">
              <a:off x="2027492" y="2193541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3" name="diagram block">
              <a:extLst>
                <a:ext uri="{FF2B5EF4-FFF2-40B4-BE49-F238E27FC236}">
                  <ns2:creationId id="{4FC1CCDD-41A3-4982-B0C0-7333FF3E019D}"/>
                </a:ext>
              </a:extLst>
            </p:cNvPr>
            <p:cNvSpPr>
              <a:spLocks noGrp="1"/>
            </p:cNvSpPr>
            <p:nvPr/>
          </p:nvSpPr>
          <p:spPr>
            <a:xfrm>
              <a:off x="319110" y="887739"/>
              <a:ext cx="660643" cy="1274835"/>
            </a:xfrm>
            <a:prstGeom prst="roundRect">
              <a:avLst>
                <a:gd name="adj" fmla="val 3906"/>
              </a:avLst>
            </a:prstGeom>
            <a:gradFill>
              <a:gsLst>
                <a:gs pos="0">
                  <a:srgbClr val="F0F2F5"/>
                </a:gs>
                <a:gs pos="100000">
                  <a:srgbClr val="E8EBEF"/>
                </a:gs>
              </a:gsLst>
              <a:lin ang="5400000"/>
            </a:gradFill>
            <a:ln w="5161">
              <a:solidFill>
                <a:srgbClr val="63849E"/>
              </a:solidFill>
              <a:prstDash val="solid"/>
            </a:ln>
          </p:spPr>
        </p:sp>
        <p:sp>
          <p:nvSpPr>
            <p:cNvPr id="34" name="Observation&#10;+ language&#10;+ proprioception">
              <a:extLst>
                <a:ext uri="{FF2B5EF4-FFF2-40B4-BE49-F238E27FC236}">
                  <ns2:creationId id="{F33A666B-6B17-4920-AE49-46665BB00DD3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073545"/>
              <a:ext cx="557418" cy="3458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9309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Observation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language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proprioception</a:t>
              </a:r>
            </a:p>
          </p:txBody>
        </p:sp>
        <p:sp>
          <p:nvSpPr>
            <p:cNvPr id="35" name="o_t, l, p_t">
              <a:extLst>
                <a:ext uri="{FF2B5EF4-FFF2-40B4-BE49-F238E27FC236}">
                  <ns2:creationId id="{93D7CF78-1CCF-481B-9C99-65190F6FE68C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455479"/>
              <a:ext cx="588385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l, p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6" name="Current images&#10;Instruction&#10;Robot state">
              <a:extLst>
                <a:ext uri="{FF2B5EF4-FFF2-40B4-BE49-F238E27FC236}">
                  <ns2:creationId id="{297213F1-FC52-4033-B52E-BBED8AD3FFCA}"/>
                </a:ext>
              </a:extLst>
            </p:cNvPr>
            <p:cNvSpPr>
              <a:spLocks noGrp="1"/>
            </p:cNvSpPr>
            <p:nvPr/>
          </p:nvSpPr>
          <p:spPr>
            <a:xfrm>
              <a:off x="360400" y="1692898"/>
              <a:ext cx="588385" cy="37677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80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Current images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Instruction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Robot state</a:t>
              </a:r>
            </a:p>
          </p:txBody>
        </p:sp>
        <p:cxnSp>
          <p:nvCxnSpPr>
            <p:cNvPr id="37" name="native PowerPoint connector">
              <a:extLst>
                <a:ext uri="{FF2B5EF4-FFF2-40B4-BE49-F238E27FC236}">
                  <ns2:creationId id="{5DD40D90-85AE-4B29-98D7-5686190A53EE}"/>
                </a:ext>
              </a:extLst>
            </p:cNvPr>
            <p:cNvCxnSpPr/>
            <p:nvPr/>
          </p:nvCxnSpPr>
          <p:spPr>
            <a:xfrm flipH="0" flipV="0">
              <a:off x="979753" y="11870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8" name="native PowerPoint connector">
              <a:extLst>
                <a:ext uri="{FF2B5EF4-FFF2-40B4-BE49-F238E27FC236}">
                  <ns2:creationId id="{2757921D-ACC5-4676-BB0B-6C1CA07296A6}"/>
                </a:ext>
              </a:extLst>
            </p:cNvPr>
            <p:cNvCxnSpPr/>
            <p:nvPr/>
          </p:nvCxnSpPr>
          <p:spPr>
            <a:xfrm flipH="0" flipV="1">
              <a:off x="1129430" y="769030"/>
              <a:ext cx="0" cy="418063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9" name="native PowerPoint connector">
              <a:extLst>
                <a:ext uri="{FF2B5EF4-FFF2-40B4-BE49-F238E27FC236}">
                  <ns2:creationId id="{467F9278-5DED-4C6A-9B94-AB9003044EFB}"/>
                </a:ext>
              </a:extLst>
            </p:cNvPr>
            <p:cNvCxnSpPr/>
            <p:nvPr/>
          </p:nvCxnSpPr>
          <p:spPr>
            <a:xfrm flipH="0" flipV="0">
              <a:off x="1129430" y="769030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40" name="native PowerPoint connector">
              <a:extLst>
                <a:ext uri="{FF2B5EF4-FFF2-40B4-BE49-F238E27FC236}">
                  <ns2:creationId id="{D171601C-3715-4780-8E36-0728D98F4E8A}"/>
                </a:ext>
              </a:extLst>
            </p:cNvPr>
            <p:cNvCxnSpPr/>
            <p:nvPr/>
          </p:nvCxnSpPr>
          <p:spPr>
            <a:xfrm flipH="0" flipV="0">
              <a:off x="979753" y="20799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1" name="native PowerPoint connector">
              <a:extLst>
                <a:ext uri="{FF2B5EF4-FFF2-40B4-BE49-F238E27FC236}">
                  <ns2:creationId id="{1189B610-A54F-4B4A-8994-633810C1C79A}"/>
                </a:ext>
              </a:extLst>
            </p:cNvPr>
            <p:cNvCxnSpPr/>
            <p:nvPr/>
          </p:nvCxnSpPr>
          <p:spPr>
            <a:xfrm flipH="0" flipV="0">
              <a:off x="1129430" y="2079993"/>
              <a:ext cx="0" cy="139354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2" name="native PowerPoint connector">
              <a:extLst>
                <a:ext uri="{FF2B5EF4-FFF2-40B4-BE49-F238E27FC236}">
                  <ns2:creationId id="{3323F495-800D-47B9-BFF2-57ED28D414DA}"/>
                </a:ext>
              </a:extLst>
            </p:cNvPr>
            <p:cNvCxnSpPr/>
            <p:nvPr/>
          </p:nvCxnSpPr>
          <p:spPr>
            <a:xfrm flipH="0" flipV="0">
              <a:off x="1129430" y="2219348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43" name="diagram block">
              <a:extLst>
                <a:ext uri="{FF2B5EF4-FFF2-40B4-BE49-F238E27FC236}">
                  <ns2:creationId id="{FE1F33E8-B79A-40CD-8399-2F563E649A61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4" name="diagram block">
              <a:extLst>
                <a:ext uri="{FF2B5EF4-FFF2-40B4-BE49-F238E27FC236}">
                  <ns2:creationId id="{9DD553C1-3A1A-44C5-9BD7-D290759538C1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5" name="diagram block">
              <a:extLst>
                <a:ext uri="{FF2B5EF4-FFF2-40B4-BE49-F238E27FC236}">
                  <ns2:creationId id="{718BF98C-916F-4169-86E5-7BB9CB91B4A7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6" name="diagram block">
              <a:extLst>
                <a:ext uri="{FF2B5EF4-FFF2-40B4-BE49-F238E27FC236}">
                  <ns2:creationId id="{54E8CE54-1985-434A-9342-B0784059CB95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7" name="diagram block">
              <a:extLst>
                <a:ext uri="{FF2B5EF4-FFF2-40B4-BE49-F238E27FC236}">
                  <ns2:creationId id="{A7ACC246-AC99-45F8-89F9-C43EE7312FC8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48" name="diagram block">
              <a:extLst>
                <a:ext uri="{FF2B5EF4-FFF2-40B4-BE49-F238E27FC236}">
                  <ns2:creationId id="{A650AA7C-EC77-4261-AF2B-560156B04312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49" name="diagram block">
              <a:extLst>
                <a:ext uri="{FF2B5EF4-FFF2-40B4-BE49-F238E27FC236}">
                  <ns2:creationId id="{CEDBE8B5-FF15-47FF-839A-287D673914BC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0" name="diagram block">
              <a:extLst>
                <a:ext uri="{FF2B5EF4-FFF2-40B4-BE49-F238E27FC236}">
                  <ns2:creationId id="{0B417BE9-94E9-4DA2-818F-5CD175DB3372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1" name="diagram block">
              <a:extLst>
                <a:ext uri="{FF2B5EF4-FFF2-40B4-BE49-F238E27FC236}">
                  <ns2:creationId id="{CAF17E00-4002-4F16-8E57-C891C805DBE7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2" name="diagram block">
              <a:extLst>
                <a:ext uri="{FF2B5EF4-FFF2-40B4-BE49-F238E27FC236}">
                  <ns2:creationId id="{74A2B20F-12D6-43B9-83EA-4EE4223BA657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3" name="diagram block">
              <a:extLst>
                <a:ext uri="{FF2B5EF4-FFF2-40B4-BE49-F238E27FC236}">
                  <ns2:creationId id="{A6AA42E8-E647-4748-8BC3-1EB3B81579F9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4" name="diagram block">
              <a:extLst>
                <a:ext uri="{FF2B5EF4-FFF2-40B4-BE49-F238E27FC236}">
                  <ns2:creationId id="{73294550-F5DC-4796-BFAD-F8D3F8B47B50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5" name="diagram block">
              <a:extLst>
                <a:ext uri="{FF2B5EF4-FFF2-40B4-BE49-F238E27FC236}">
                  <ns2:creationId id="{63178131-8371-4439-A743-D3BDDDA22A6D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6" name="diagram block">
              <a:extLst>
                <a:ext uri="{FF2B5EF4-FFF2-40B4-BE49-F238E27FC236}">
                  <ns2:creationId id="{D85A9EE5-8305-46FF-AEBA-611F00FBEBD7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7" name="diagram block">
              <a:extLst>
                <a:ext uri="{FF2B5EF4-FFF2-40B4-BE49-F238E27FC236}">
                  <ns2:creationId id="{856878D8-3AA3-4395-ABAF-74B5E148D744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8" name="diagram block">
              <a:extLst>
                <a:ext uri="{FF2B5EF4-FFF2-40B4-BE49-F238E27FC236}">
                  <ns2:creationId id="{EA7B06EE-F8F1-40DB-98C2-D884E9048589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9" name="Future latent tokens Zᵀ">
              <a:extLst>
                <a:ext uri="{FF2B5EF4-FFF2-40B4-BE49-F238E27FC236}">
                  <ns2:creationId id="{2DCABF17-AEA3-4BC0-BBA1-47D0C5DFC9E7}"/>
                </a:ext>
              </a:extLst>
            </p:cNvPr>
            <p:cNvSpPr>
              <a:spLocks noGrp="1"/>
            </p:cNvSpPr>
            <p:nvPr/>
          </p:nvSpPr>
          <p:spPr>
            <a:xfrm>
              <a:off x="1222333" y="1249028"/>
              <a:ext cx="1140642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Zᵀ</a:t>
              </a:r>
            </a:p>
          </p:txBody>
        </p:sp>
        <p:sp>
          <p:nvSpPr>
            <p:cNvPr id="60" name="(teacher-generated future)">
              <a:extLst>
                <a:ext uri="{FF2B5EF4-FFF2-40B4-BE49-F238E27FC236}">
                  <ns2:creationId id="{72712D57-1E62-4E13-8223-F3B29A133A56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1367738"/>
              <a:ext cx="1021932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(teacher-generated future)</a:t>
              </a:r>
            </a:p>
          </p:txBody>
        </p:sp>
        <p:sp>
          <p:nvSpPr>
            <p:cNvPr id="61" name="Action chunk aᵀ">
              <a:extLst>
                <a:ext uri="{FF2B5EF4-FFF2-40B4-BE49-F238E27FC236}">
                  <ns2:creationId id="{72355920-D1F3-45F6-8007-809C2A07FEDC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1249028"/>
              <a:ext cx="71741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aᵀ</a:t>
              </a:r>
            </a:p>
          </p:txBody>
        </p:sp>
        <p:sp>
          <p:nvSpPr>
            <p:cNvPr id="62" name="(6 motor dimensions)">
              <a:extLst>
                <a:ext uri="{FF2B5EF4-FFF2-40B4-BE49-F238E27FC236}">
                  <ns2:creationId id="{04C081E6-DB64-48AD-8CFA-4C05BD0A613C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1367738"/>
              <a:ext cx="717417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48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sp>
          <p:nvSpPr>
            <p:cNvPr id="63" name="Future latent tokens Zˢ">
              <a:extLst>
                <a:ext uri="{FF2B5EF4-FFF2-40B4-BE49-F238E27FC236}">
                  <ns2:creationId id="{190718B0-B61D-4D07-9981-D44507752AB1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714830"/>
              <a:ext cx="110967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Zˢ</a:t>
              </a:r>
            </a:p>
          </p:txBody>
        </p:sp>
        <p:sp>
          <p:nvSpPr>
            <p:cNvPr id="64" name="(student-generated future)">
              <a:extLst>
                <a:ext uri="{FF2B5EF4-FFF2-40B4-BE49-F238E27FC236}">
                  <ns2:creationId id="{5A4A1672-2BEF-4C2E-8F1B-9B2201421C9C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833539"/>
              <a:ext cx="1021932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(student-generated future)</a:t>
              </a:r>
            </a:p>
          </p:txBody>
        </p:sp>
        <p:sp>
          <p:nvSpPr>
            <p:cNvPr id="65" name="Action chunk aˢ">
              <a:extLst>
                <a:ext uri="{FF2B5EF4-FFF2-40B4-BE49-F238E27FC236}">
                  <ns2:creationId id="{93DBEB2B-66F0-46D9-9228-C35A3229A52E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2714830"/>
              <a:ext cx="71741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aˢ</a:t>
              </a:r>
            </a:p>
          </p:txBody>
        </p:sp>
        <p:sp>
          <p:nvSpPr>
            <p:cNvPr id="66" name="(6 motor dimensions)">
              <a:extLst>
                <a:ext uri="{FF2B5EF4-FFF2-40B4-BE49-F238E27FC236}">
                  <ns2:creationId id="{605D01CC-50AF-4549-A108-B4EE59C5BACB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2833539"/>
              <a:ext cx="717417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48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cxnSp>
          <p:nvCxnSpPr>
            <p:cNvPr id="67" name="native PowerPoint connector">
              <a:extLst>
                <a:ext uri="{FF2B5EF4-FFF2-40B4-BE49-F238E27FC236}">
                  <ns2:creationId id="{B8C9F60A-B4DE-4576-9751-6EC882D64A4E}"/>
                </a:ext>
              </a:extLst>
            </p:cNvPr>
            <p:cNvCxnSpPr/>
            <p:nvPr/>
          </p:nvCxnSpPr>
          <p:spPr>
            <a:xfrm flipH="0" flipV="0">
              <a:off x="1227494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8" name="native PowerPoint connector">
              <a:extLst>
                <a:ext uri="{FF2B5EF4-FFF2-40B4-BE49-F238E27FC236}">
                  <ns2:creationId id="{F5F1B2FB-8C2D-4F48-9DDA-F28CE5561096}"/>
                </a:ext>
              </a:extLst>
            </p:cNvPr>
            <p:cNvCxnSpPr/>
            <p:nvPr/>
          </p:nvCxnSpPr>
          <p:spPr>
            <a:xfrm flipH="0" flipV="0">
              <a:off x="1227494" y="1507092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9" name="native PowerPoint connector">
              <a:extLst>
                <a:ext uri="{FF2B5EF4-FFF2-40B4-BE49-F238E27FC236}">
                  <ns2:creationId id="{D145083A-B939-47FF-A518-8B14B8419C43}"/>
                </a:ext>
              </a:extLst>
            </p:cNvPr>
            <p:cNvCxnSpPr/>
            <p:nvPr/>
          </p:nvCxnSpPr>
          <p:spPr>
            <a:xfrm flipH="0" flipV="1">
              <a:off x="224942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0" name="T tokens (exclude frame 0)">
              <a:extLst>
                <a:ext uri="{FF2B5EF4-FFF2-40B4-BE49-F238E27FC236}">
                  <ns2:creationId id="{12C82D48-B9FD-4F37-8B1D-54DA669238D8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154322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1" name="native PowerPoint connector">
              <a:extLst>
                <a:ext uri="{FF2B5EF4-FFF2-40B4-BE49-F238E27FC236}">
                  <ns2:creationId id="{B88A45E6-DF9B-459D-866C-73348D8C4BFD}"/>
                </a:ext>
              </a:extLst>
            </p:cNvPr>
            <p:cNvCxnSpPr/>
            <p:nvPr/>
          </p:nvCxnSpPr>
          <p:spPr>
            <a:xfrm flipH="0" flipV="0">
              <a:off x="2316523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2" name="native PowerPoint connector">
              <a:extLst>
                <a:ext uri="{FF2B5EF4-FFF2-40B4-BE49-F238E27FC236}">
                  <ns2:creationId id="{B212D362-E2AF-4940-9AD8-E06F0332D45D}"/>
                </a:ext>
              </a:extLst>
            </p:cNvPr>
            <p:cNvCxnSpPr/>
            <p:nvPr/>
          </p:nvCxnSpPr>
          <p:spPr>
            <a:xfrm flipH="0" flipV="0">
              <a:off x="2316523" y="1507092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3" name="native PowerPoint connector">
              <a:extLst>
                <a:ext uri="{FF2B5EF4-FFF2-40B4-BE49-F238E27FC236}">
                  <ns2:creationId id="{75DC3709-DB45-43CB-9F25-5680CA2A2BCF}"/>
                </a:ext>
              </a:extLst>
            </p:cNvPr>
            <p:cNvCxnSpPr/>
            <p:nvPr/>
          </p:nvCxnSpPr>
          <p:spPr>
            <a:xfrm flipH="0" flipV="1">
              <a:off x="294103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4" name="H tokens">
              <a:extLst>
                <a:ext uri="{FF2B5EF4-FFF2-40B4-BE49-F238E27FC236}">
                  <ns2:creationId id="{23C4A01D-0128-4074-8383-DE4FFE5B0D14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154322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75" name="native PowerPoint connector">
              <a:extLst>
                <a:ext uri="{FF2B5EF4-FFF2-40B4-BE49-F238E27FC236}">
                  <ns2:creationId id="{F4EC0CFC-38B0-49FC-875C-54CFC4E3C18D}"/>
                </a:ext>
              </a:extLst>
            </p:cNvPr>
            <p:cNvCxnSpPr/>
            <p:nvPr/>
          </p:nvCxnSpPr>
          <p:spPr>
            <a:xfrm flipH="0" flipV="0">
              <a:off x="1227494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6" name="native PowerPoint connector">
              <a:extLst>
                <a:ext uri="{FF2B5EF4-FFF2-40B4-BE49-F238E27FC236}">
                  <ns2:creationId id="{D5D3E9A3-1B50-4B25-B94F-A8715F569AF0}"/>
                </a:ext>
              </a:extLst>
            </p:cNvPr>
            <p:cNvCxnSpPr/>
            <p:nvPr/>
          </p:nvCxnSpPr>
          <p:spPr>
            <a:xfrm flipH="0" flipV="0">
              <a:off x="1227494" y="2967733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7" name="native PowerPoint connector">
              <a:extLst>
                <a:ext uri="{FF2B5EF4-FFF2-40B4-BE49-F238E27FC236}">
                  <ns2:creationId id="{B65631D9-AB8F-4B6B-8B5A-C7FD3B696DCD}"/>
                </a:ext>
              </a:extLst>
            </p:cNvPr>
            <p:cNvCxnSpPr/>
            <p:nvPr/>
          </p:nvCxnSpPr>
          <p:spPr>
            <a:xfrm flipH="0" flipV="1">
              <a:off x="224942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8" name="T tokens (exclude frame 0)">
              <a:extLst>
                <a:ext uri="{FF2B5EF4-FFF2-40B4-BE49-F238E27FC236}">
                  <ns2:creationId id="{46BE16C6-638F-45CE-953D-D0B0705E62BE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300386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9" name="native PowerPoint connector">
              <a:extLst>
                <a:ext uri="{FF2B5EF4-FFF2-40B4-BE49-F238E27FC236}">
                  <ns2:creationId id="{7EAC82D8-799E-4A63-B3A0-88F3B666C975}"/>
                </a:ext>
              </a:extLst>
            </p:cNvPr>
            <p:cNvCxnSpPr/>
            <p:nvPr/>
          </p:nvCxnSpPr>
          <p:spPr>
            <a:xfrm flipH="0" flipV="0">
              <a:off x="2316523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0" name="native PowerPoint connector">
              <a:extLst>
                <a:ext uri="{FF2B5EF4-FFF2-40B4-BE49-F238E27FC236}">
                  <ns2:creationId id="{3B7C6C79-7E15-46EF-BFD6-255FB87FA1A1}"/>
                </a:ext>
              </a:extLst>
            </p:cNvPr>
            <p:cNvCxnSpPr/>
            <p:nvPr/>
          </p:nvCxnSpPr>
          <p:spPr>
            <a:xfrm flipH="0" flipV="0">
              <a:off x="2316523" y="2967733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1" name="native PowerPoint connector">
              <a:extLst>
                <a:ext uri="{FF2B5EF4-FFF2-40B4-BE49-F238E27FC236}">
                  <ns2:creationId id="{1BDD476C-5594-4228-B1ED-7C9D1684F939}"/>
                </a:ext>
              </a:extLst>
            </p:cNvPr>
            <p:cNvCxnSpPr/>
            <p:nvPr/>
          </p:nvCxnSpPr>
          <p:spPr>
            <a:xfrm flipH="0" flipV="1">
              <a:off x="294103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82" name="H tokens">
              <a:extLst>
                <a:ext uri="{FF2B5EF4-FFF2-40B4-BE49-F238E27FC236}">
                  <ns2:creationId id="{83BF3D93-49C7-45A8-9E18-0648F1DE154E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300386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83" name="native PowerPoint connector">
              <a:extLst>
                <a:ext uri="{FF2B5EF4-FFF2-40B4-BE49-F238E27FC236}">
                  <ns2:creationId id="{F1495EEF-9ADE-4B5F-8716-505DC66A161C}"/>
                </a:ext>
              </a:extLst>
            </p:cNvPr>
            <p:cNvCxnSpPr/>
            <p:nvPr/>
          </p:nvCxnSpPr>
          <p:spPr>
            <a:xfrm flipH="0" flipV="0">
              <a:off x="1821041" y="1114835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4" name="native PowerPoint connector">
              <a:extLst>
                <a:ext uri="{FF2B5EF4-FFF2-40B4-BE49-F238E27FC236}">
                  <ns2:creationId id="{84FDDF86-DE64-486C-9927-5607ACAA3F2E}"/>
                </a:ext>
              </a:extLst>
            </p:cNvPr>
            <p:cNvCxnSpPr/>
            <p:nvPr/>
          </p:nvCxnSpPr>
          <p:spPr>
            <a:xfrm flipH="0" flipV="1">
              <a:off x="1862331" y="954836"/>
              <a:ext cx="0" cy="159999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5" name="native PowerPoint connector">
              <a:extLst>
                <a:ext uri="{FF2B5EF4-FFF2-40B4-BE49-F238E27FC236}">
                  <ns2:creationId id="{021A8FF5-6B4D-46C5-974A-9BED215BE672}"/>
                </a:ext>
              </a:extLst>
            </p:cNvPr>
            <p:cNvCxnSpPr/>
            <p:nvPr/>
          </p:nvCxnSpPr>
          <p:spPr>
            <a:xfrm flipH="0" flipV="0">
              <a:off x="1862331" y="954836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86" name="Video K/V">
              <a:extLst>
                <a:ext uri="{FF2B5EF4-FFF2-40B4-BE49-F238E27FC236}">
                  <ns2:creationId id="{F54911E5-C998-44B4-B1D0-AA2288C832B6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037416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87" name="(teacher future)">
              <a:extLst>
                <a:ext uri="{FF2B5EF4-FFF2-40B4-BE49-F238E27FC236}">
                  <ns2:creationId id="{4EA939A3-36E9-453A-8675-36CF54E11CC3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145803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future)</a:t>
              </a:r>
            </a:p>
          </p:txBody>
        </p:sp>
        <p:cxnSp>
          <p:nvCxnSpPr>
            <p:cNvPr id="88" name="native PowerPoint connector">
              <a:extLst>
                <a:ext uri="{FF2B5EF4-FFF2-40B4-BE49-F238E27FC236}">
                  <ns2:creationId id="{596BC328-806D-4484-BB65-7949FD459D7B}"/>
                </a:ext>
              </a:extLst>
            </p:cNvPr>
            <p:cNvCxnSpPr/>
            <p:nvPr/>
          </p:nvCxnSpPr>
          <p:spPr>
            <a:xfrm flipH="0" flipV="0">
              <a:off x="1821041" y="2565153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9" name="native PowerPoint connector">
              <a:extLst>
                <a:ext uri="{FF2B5EF4-FFF2-40B4-BE49-F238E27FC236}">
                  <ns2:creationId id="{27D2D875-B390-4B5D-ADCD-E49F93DC9135}"/>
                </a:ext>
              </a:extLst>
            </p:cNvPr>
            <p:cNvCxnSpPr/>
            <p:nvPr/>
          </p:nvCxnSpPr>
          <p:spPr>
            <a:xfrm flipH="0" flipV="1">
              <a:off x="1862331" y="2394831"/>
              <a:ext cx="0" cy="17032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90" name="native PowerPoint connector">
              <a:extLst>
                <a:ext uri="{FF2B5EF4-FFF2-40B4-BE49-F238E27FC236}">
                  <ns2:creationId id="{6EA33C81-AE80-4A47-B2F2-47723289043B}"/>
                </a:ext>
              </a:extLst>
            </p:cNvPr>
            <p:cNvCxnSpPr/>
            <p:nvPr/>
          </p:nvCxnSpPr>
          <p:spPr>
            <a:xfrm flipH="0" flipV="0">
              <a:off x="1862331" y="2394831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91" name="Video K/V">
              <a:extLst>
                <a:ext uri="{FF2B5EF4-FFF2-40B4-BE49-F238E27FC236}">
                  <ns2:creationId id="{0CB1089A-D8FF-4430-B73E-DAC21EB954A8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477411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92" name="(student future)">
              <a:extLst>
                <a:ext uri="{FF2B5EF4-FFF2-40B4-BE49-F238E27FC236}">
                  <ns2:creationId id="{FEAC24EB-2D5F-49EB-AF2E-B1E848B195FD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585798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 future)</a:t>
              </a:r>
            </a:p>
          </p:txBody>
        </p:sp>
        <p:cxnSp>
          <p:nvCxnSpPr>
            <p:cNvPr id="93" name="native PowerPoint connector">
              <a:extLst>
                <a:ext uri="{FF2B5EF4-FFF2-40B4-BE49-F238E27FC236}">
                  <ns2:creationId id="{B26A9D6F-D07E-42A5-BC9F-D4473D579920}"/>
                </a:ext>
              </a:extLst>
            </p:cNvPr>
            <p:cNvCxnSpPr/>
            <p:nvPr/>
          </p:nvCxnSpPr>
          <p:spPr>
            <a:xfrm flipH="0" flipV="0">
              <a:off x="2946199" y="769030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4" name="native PowerPoint connector">
              <a:extLst>
                <a:ext uri="{FF2B5EF4-FFF2-40B4-BE49-F238E27FC236}">
                  <ns2:creationId id="{0E2E4A67-C6DB-4B2D-9F0F-6B117C194A32}"/>
                </a:ext>
              </a:extLst>
            </p:cNvPr>
            <p:cNvCxnSpPr/>
            <p:nvPr/>
          </p:nvCxnSpPr>
          <p:spPr>
            <a:xfrm flipH="0" flipV="1">
              <a:off x="3147488" y="645159"/>
              <a:ext cx="0" cy="123871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5" name="native PowerPoint connector">
              <a:extLst>
                <a:ext uri="{FF2B5EF4-FFF2-40B4-BE49-F238E27FC236}">
                  <ns2:creationId id="{7CA3F5B0-2730-4308-B703-7BED1CB669A9}"/>
                </a:ext>
              </a:extLst>
            </p:cNvPr>
            <p:cNvCxnSpPr/>
            <p:nvPr/>
          </p:nvCxnSpPr>
          <p:spPr>
            <a:xfrm flipH="0" flipV="0">
              <a:off x="3147488" y="645159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6" name="native PowerPoint connector">
              <a:extLst>
                <a:ext uri="{FF2B5EF4-FFF2-40B4-BE49-F238E27FC236}">
                  <ns2:creationId id="{C95D6475-5FD2-4059-8592-57D38BC86A09}"/>
                </a:ext>
              </a:extLst>
            </p:cNvPr>
            <p:cNvCxnSpPr/>
            <p:nvPr/>
          </p:nvCxnSpPr>
          <p:spPr>
            <a:xfrm flipH="0" flipV="0">
              <a:off x="2946199" y="2193541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7" name="native PowerPoint connector">
              <a:extLst>
                <a:ext uri="{FF2B5EF4-FFF2-40B4-BE49-F238E27FC236}">
                  <ns2:creationId id="{5837948C-7DDB-41D4-8F83-0C254FFEDE74}"/>
                </a:ext>
              </a:extLst>
            </p:cNvPr>
            <p:cNvCxnSpPr/>
            <p:nvPr/>
          </p:nvCxnSpPr>
          <p:spPr>
            <a:xfrm flipH="0" flipV="0">
              <a:off x="3147488" y="21935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8" name="native PowerPoint connector">
              <a:extLst>
                <a:ext uri="{FF2B5EF4-FFF2-40B4-BE49-F238E27FC236}">
                  <ns2:creationId id="{053B7A31-675E-437F-B469-FDABAD9093CA}"/>
                </a:ext>
              </a:extLst>
            </p:cNvPr>
            <p:cNvCxnSpPr/>
            <p:nvPr/>
          </p:nvCxnSpPr>
          <p:spPr>
            <a:xfrm flipH="0" flipV="0">
              <a:off x="3147488" y="227612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9" name="native PowerPoint connector">
              <a:extLst>
                <a:ext uri="{FF2B5EF4-FFF2-40B4-BE49-F238E27FC236}">
                  <ns2:creationId id="{DAC43F5C-9049-409D-9FA9-E8C839A37ED8}"/>
                </a:ext>
              </a:extLst>
            </p:cNvPr>
            <p:cNvCxnSpPr/>
            <p:nvPr/>
          </p:nvCxnSpPr>
          <p:spPr>
            <a:xfrm flipH="0" flipV="0">
              <a:off x="3147488" y="645159"/>
              <a:ext cx="0" cy="1630963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dash"/>
            </a:ln>
          </p:spPr>
        </p:cxnSp>
        <p:sp>
          <p:nvSpPr>
            <p:cNvPr id="100" name="diagram block">
              <a:extLst>
                <a:ext uri="{FF2B5EF4-FFF2-40B4-BE49-F238E27FC236}">
                  <ns2:creationId id="{9932272C-9617-42E2-A123-8A01B867941D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485160"/>
              <a:ext cx="629675" cy="903223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0D297"/>
              </a:solidFill>
              <a:prstDash val="solid"/>
            </a:ln>
          </p:spPr>
        </p:sp>
        <p:sp>
          <p:nvSpPr>
            <p:cNvPr id="101" name="Future&#10;latent loss">
              <a:extLst>
                <a:ext uri="{FF2B5EF4-FFF2-40B4-BE49-F238E27FC236}">
                  <ns2:creationId id="{64205DEC-BB54-44EF-B0F9-446676F260F3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526450"/>
              <a:ext cx="526450" cy="247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5"/>
            </a:bodyPr>
            <a:lstStyle>
              <a:def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Future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latent loss</a:t>
              </a:r>
            </a:p>
          </p:txBody>
        </p:sp>
        <p:sp>
          <p:nvSpPr>
            <p:cNvPr id="102" name="L_z = NMSE">
              <a:extLst>
                <a:ext uri="{FF2B5EF4-FFF2-40B4-BE49-F238E27FC236}">
                  <ns2:creationId id="{7E81FF55-350F-44D2-A180-AA1A1778876A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846449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6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02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NMSE</a:t>
              </a:r>
            </a:p>
          </p:txBody>
        </p:sp>
        <p:sp>
          <p:nvSpPr>
            <p:cNvPr id="103" name="(Z^S, Z^T)">
              <a:extLst>
                <a:ext uri="{FF2B5EF4-FFF2-40B4-BE49-F238E27FC236}">
                  <ns2:creationId id="{92AB4801-224D-44E8-9F98-20EECA91F2A1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1001287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4" name="(future only,&#10;frame 0 excluded)">
              <a:extLst>
                <a:ext uri="{FF2B5EF4-FFF2-40B4-BE49-F238E27FC236}">
                  <ns2:creationId id="{CF32BE93-A4F4-4123-ABC3-4225BA9FAED6}"/>
                </a:ext>
              </a:extLst>
            </p:cNvPr>
            <p:cNvSpPr>
              <a:spLocks noGrp="1"/>
            </p:cNvSpPr>
            <p:nvPr/>
          </p:nvSpPr>
          <p:spPr>
            <a:xfrm>
              <a:off x="3297165" y="1197416"/>
              <a:ext cx="557418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969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(future only,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frame 0 excluded)</a:t>
              </a:r>
            </a:p>
          </p:txBody>
        </p:sp>
        <p:sp>
          <p:nvSpPr>
            <p:cNvPr id="105" name="diagram block">
              <a:extLst>
                <a:ext uri="{FF2B5EF4-FFF2-40B4-BE49-F238E27FC236}">
                  <ns2:creationId id="{98F31485-87E7-479F-83AC-8E237050FA1F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1723865"/>
              <a:ext cx="629675" cy="1068384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D9F2F4"/>
                </a:gs>
                <a:gs pos="100000">
                  <a:srgbClr val="EDF9FA"/>
                </a:gs>
              </a:gsLst>
              <a:lin ang="5400000"/>
            </a:gradFill>
            <a:ln w="5161">
              <a:solidFill>
                <a:srgbClr val="98D7DE"/>
              </a:solidFill>
              <a:prstDash val="solid"/>
            </a:ln>
          </p:spPr>
        </p:sp>
        <p:sp>
          <p:nvSpPr>
            <p:cNvPr id="106" name="First-10&#10;motor action&#10;loss">
              <a:extLst>
                <a:ext uri="{FF2B5EF4-FFF2-40B4-BE49-F238E27FC236}">
                  <ns2:creationId id="{150DDA0C-EEC0-4AF6-A8F2-FE24558A3C6E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1790962"/>
              <a:ext cx="541934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867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First-10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loss</a:t>
              </a:r>
            </a:p>
          </p:txBody>
        </p:sp>
        <p:sp>
          <p:nvSpPr>
            <p:cNvPr id="107" name="L_a = MSE">
              <a:extLst>
                <a:ext uri="{FF2B5EF4-FFF2-40B4-BE49-F238E27FC236}">
                  <ns2:creationId id="{B547E166-2EB9-4CF0-A921-6ECB37D33937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167735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25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1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MSE</a:t>
              </a:r>
            </a:p>
          </p:txBody>
        </p:sp>
        <p:sp>
          <p:nvSpPr>
            <p:cNvPr id="108" name="(a^S, a^T)">
              <a:extLst>
                <a:ext uri="{FF2B5EF4-FFF2-40B4-BE49-F238E27FC236}">
                  <ns2:creationId id="{66D5B86D-9345-4F99-ACD6-9CF1F7E1676A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327735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9" name="(6 motor dims&#10;only, gripper&#10;excluded)">
              <a:extLst>
                <a:ext uri="{FF2B5EF4-FFF2-40B4-BE49-F238E27FC236}">
                  <ns2:creationId id="{EBB7271C-964E-4625-816E-8004071DE334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503218"/>
              <a:ext cx="536772" cy="2683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01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only, gripper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excluded)</a:t>
              </a:r>
            </a:p>
          </p:txBody>
        </p:sp>
        <p:sp>
          <p:nvSpPr>
            <p:cNvPr id="110" name="Transform weight rows into groups of 32 scalars">
              <a:extLst>
                <a:ext uri="{FF2B5EF4-FFF2-40B4-BE49-F238E27FC236}">
                  <ns2:creationId id="{5F22959F-E953-490F-9B55-E2FD575D6D09}"/>
                </a:ext>
              </a:extLst>
            </p:cNvPr>
            <p:cNvSpPr>
              <a:spLocks noGrp="1"/>
            </p:cNvSpPr>
            <p:nvPr/>
          </p:nvSpPr>
          <p:spPr>
            <a:xfrm>
              <a:off x="4066195" y="273548"/>
              <a:ext cx="229676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 weight rows into groups of 32 scalars</a:t>
              </a:r>
            </a:p>
          </p:txBody>
        </p:sp>
        <p:sp>
          <p:nvSpPr>
            <p:cNvPr id="111" name="(each vector has d = 4)">
              <a:extLst>
                <a:ext uri="{FF2B5EF4-FFF2-40B4-BE49-F238E27FC236}">
                  <ns2:creationId id="{388AA04E-223C-487E-8105-559891765968}"/>
                </a:ext>
              </a:extLst>
            </p:cNvPr>
            <p:cNvSpPr>
              <a:spLocks noGrp="1"/>
            </p:cNvSpPr>
            <p:nvPr/>
          </p:nvSpPr>
          <p:spPr>
            <a:xfrm>
              <a:off x="4122969" y="387096"/>
              <a:ext cx="2198703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(each vector has d = 4)</a:t>
              </a:r>
            </a:p>
          </p:txBody>
        </p:sp>
        <p:sp>
          <p:nvSpPr>
            <p:cNvPr id="112" name="Transformed weight row  w">
              <a:extLst>
                <a:ext uri="{FF2B5EF4-FFF2-40B4-BE49-F238E27FC236}">
                  <ns2:creationId id="{AB540DC8-2ED2-48C4-AEDA-D6EAB09255EF}"/>
                </a:ext>
              </a:extLst>
            </p:cNvPr>
            <p:cNvSpPr>
              <a:spLocks noGrp="1"/>
            </p:cNvSpPr>
            <p:nvPr/>
          </p:nvSpPr>
          <p:spPr>
            <a:xfrm>
              <a:off x="4210711" y="521289"/>
              <a:ext cx="197160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Transformed weight row  w</a:t>
              </a:r>
            </a:p>
          </p:txBody>
        </p:sp>
        <p:sp>
          <p:nvSpPr>
            <p:cNvPr id="113" name="diagram block">
              <a:extLst>
                <a:ext uri="{FF2B5EF4-FFF2-40B4-BE49-F238E27FC236}">
                  <ns2:creationId id="{829C8DBF-0F22-49A9-9512-9F1D4FF72B96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4" name="diagram block">
              <a:extLst>
                <a:ext uri="{FF2B5EF4-FFF2-40B4-BE49-F238E27FC236}">
                  <ns2:creationId id="{C75B57AC-879E-4FCA-9A30-3CD6176D4A91}"/>
                </a:ext>
              </a:extLst>
            </p:cNvPr>
            <p:cNvSpPr>
              <a:spLocks noGrp="1"/>
            </p:cNvSpPr>
            <p:nvPr/>
          </p:nvSpPr>
          <p:spPr>
            <a:xfrm>
              <a:off x="437554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5" name="diagram block">
              <a:extLst>
                <a:ext uri="{FF2B5EF4-FFF2-40B4-BE49-F238E27FC236}">
                  <ns2:creationId id="{7B13A627-5455-4D89-8D85-5D283322D86A}"/>
                </a:ext>
              </a:extLst>
            </p:cNvPr>
            <p:cNvSpPr>
              <a:spLocks noGrp="1"/>
            </p:cNvSpPr>
            <p:nvPr/>
          </p:nvSpPr>
          <p:spPr>
            <a:xfrm>
              <a:off x="449393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6" name="diagram block">
              <a:extLst>
                <a:ext uri="{FF2B5EF4-FFF2-40B4-BE49-F238E27FC236}">
                  <ns2:creationId id="{88C03362-3069-4ABC-9BBA-1B460A2CD057}"/>
                </a:ext>
              </a:extLst>
            </p:cNvPr>
            <p:cNvSpPr>
              <a:spLocks noGrp="1"/>
            </p:cNvSpPr>
            <p:nvPr/>
          </p:nvSpPr>
          <p:spPr>
            <a:xfrm>
              <a:off x="461232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7" name="diagram block">
              <a:extLst>
                <a:ext uri="{FF2B5EF4-FFF2-40B4-BE49-F238E27FC236}">
                  <ns2:creationId id="{215A4646-D512-4277-8C7B-6C9FB3D83957}"/>
                </a:ext>
              </a:extLst>
            </p:cNvPr>
            <p:cNvSpPr>
              <a:spLocks noGrp="1"/>
            </p:cNvSpPr>
            <p:nvPr/>
          </p:nvSpPr>
          <p:spPr>
            <a:xfrm>
              <a:off x="473070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8" name="diagram block">
              <a:extLst>
                <a:ext uri="{FF2B5EF4-FFF2-40B4-BE49-F238E27FC236}">
                  <ns2:creationId id="{A521B99D-5520-4178-A552-483A589B1EB8}"/>
                </a:ext>
              </a:extLst>
            </p:cNvPr>
            <p:cNvSpPr>
              <a:spLocks noGrp="1"/>
            </p:cNvSpPr>
            <p:nvPr/>
          </p:nvSpPr>
          <p:spPr>
            <a:xfrm>
              <a:off x="484909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9" name="diagram block">
              <a:extLst>
                <a:ext uri="{FF2B5EF4-FFF2-40B4-BE49-F238E27FC236}">
                  <ns2:creationId id="{B903AA7E-1637-43B5-B813-4B25F6989F01}"/>
                </a:ext>
              </a:extLst>
            </p:cNvPr>
            <p:cNvSpPr>
              <a:spLocks noGrp="1"/>
            </p:cNvSpPr>
            <p:nvPr/>
          </p:nvSpPr>
          <p:spPr>
            <a:xfrm>
              <a:off x="496748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0" name="diagram block">
              <a:extLst>
                <a:ext uri="{FF2B5EF4-FFF2-40B4-BE49-F238E27FC236}">
                  <ns2:creationId id="{3F7D791E-3801-46FB-8EBA-7E395D4E6D35}"/>
                </a:ext>
              </a:extLst>
            </p:cNvPr>
            <p:cNvSpPr>
              <a:spLocks noGrp="1"/>
            </p:cNvSpPr>
            <p:nvPr/>
          </p:nvSpPr>
          <p:spPr>
            <a:xfrm>
              <a:off x="508586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1" name="diagram block">
              <a:extLst>
                <a:ext uri="{FF2B5EF4-FFF2-40B4-BE49-F238E27FC236}">
                  <ns2:creationId id="{BFF71563-535A-4774-9904-B283AEF936CC}"/>
                </a:ext>
              </a:extLst>
            </p:cNvPr>
            <p:cNvSpPr>
              <a:spLocks noGrp="1"/>
            </p:cNvSpPr>
            <p:nvPr/>
          </p:nvSpPr>
          <p:spPr>
            <a:xfrm>
              <a:off x="520425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2" name="diagram block">
              <a:extLst>
                <a:ext uri="{FF2B5EF4-FFF2-40B4-BE49-F238E27FC236}">
                  <ns2:creationId id="{901204F1-62F3-4778-8C96-32AAFC24EA64}"/>
                </a:ext>
              </a:extLst>
            </p:cNvPr>
            <p:cNvSpPr>
              <a:spLocks noGrp="1"/>
            </p:cNvSpPr>
            <p:nvPr/>
          </p:nvSpPr>
          <p:spPr>
            <a:xfrm>
              <a:off x="532264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3" name="diagram block">
              <a:extLst>
                <a:ext uri="{FF2B5EF4-FFF2-40B4-BE49-F238E27FC236}">
                  <ns2:creationId id="{4D483890-BDFA-4A04-8337-F5C2888B4B3A}"/>
                </a:ext>
              </a:extLst>
            </p:cNvPr>
            <p:cNvSpPr>
              <a:spLocks noGrp="1"/>
            </p:cNvSpPr>
            <p:nvPr/>
          </p:nvSpPr>
          <p:spPr>
            <a:xfrm>
              <a:off x="544102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4" name="diagram block">
              <a:extLst>
                <a:ext uri="{FF2B5EF4-FFF2-40B4-BE49-F238E27FC236}">
                  <ns2:creationId id="{ACCB9247-126B-41BD-81F6-1627BC345A58}"/>
                </a:ext>
              </a:extLst>
            </p:cNvPr>
            <p:cNvSpPr>
              <a:spLocks noGrp="1"/>
            </p:cNvSpPr>
            <p:nvPr/>
          </p:nvSpPr>
          <p:spPr>
            <a:xfrm>
              <a:off x="555941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5" name="diagram block">
              <a:extLst>
                <a:ext uri="{FF2B5EF4-FFF2-40B4-BE49-F238E27FC236}">
                  <ns2:creationId id="{8C619438-A25D-4C26-B270-BA5E4AA79A7F}"/>
                </a:ext>
              </a:extLst>
            </p:cNvPr>
            <p:cNvSpPr>
              <a:spLocks noGrp="1"/>
            </p:cNvSpPr>
            <p:nvPr/>
          </p:nvSpPr>
          <p:spPr>
            <a:xfrm>
              <a:off x="567780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6" name="diagram block">
              <a:extLst>
                <a:ext uri="{FF2B5EF4-FFF2-40B4-BE49-F238E27FC236}">
                  <ns2:creationId id="{85D5C479-A6BF-4D98-A2FA-D64A6B752FBD}"/>
                </a:ext>
              </a:extLst>
            </p:cNvPr>
            <p:cNvSpPr>
              <a:spLocks noGrp="1"/>
            </p:cNvSpPr>
            <p:nvPr/>
          </p:nvSpPr>
          <p:spPr>
            <a:xfrm>
              <a:off x="5796190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7" name="diagram block">
              <a:extLst>
                <a:ext uri="{FF2B5EF4-FFF2-40B4-BE49-F238E27FC236}">
                  <ns2:creationId id="{2DA0A653-D3CF-4F95-B4C8-4671481050AC}"/>
                </a:ext>
              </a:extLst>
            </p:cNvPr>
            <p:cNvSpPr>
              <a:spLocks noGrp="1"/>
            </p:cNvSpPr>
            <p:nvPr/>
          </p:nvSpPr>
          <p:spPr>
            <a:xfrm>
              <a:off x="591457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8" name="diagram block">
              <a:extLst>
                <a:ext uri="{FF2B5EF4-FFF2-40B4-BE49-F238E27FC236}">
                  <ns2:creationId id="{80BD6747-CE80-45BC-AD51-9EDABA6C2F32}"/>
                </a:ext>
              </a:extLst>
            </p:cNvPr>
            <p:cNvSpPr>
              <a:spLocks noGrp="1"/>
            </p:cNvSpPr>
            <p:nvPr/>
          </p:nvSpPr>
          <p:spPr>
            <a:xfrm>
              <a:off x="603296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9" name="diagram block">
              <a:extLst>
                <a:ext uri="{FF2B5EF4-FFF2-40B4-BE49-F238E27FC236}">
                  <ns2:creationId id="{EC53A9AF-B46D-46BE-803D-959CCC396D3D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0" name="diagram block">
              <a:extLst>
                <a:ext uri="{FF2B5EF4-FFF2-40B4-BE49-F238E27FC236}">
                  <ns2:creationId id="{A244E0EE-53D9-44FF-9CCA-2DB433ACBAD4}"/>
                </a:ext>
              </a:extLst>
            </p:cNvPr>
            <p:cNvSpPr>
              <a:spLocks noGrp="1"/>
            </p:cNvSpPr>
            <p:nvPr/>
          </p:nvSpPr>
          <p:spPr>
            <a:xfrm>
              <a:off x="435845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1" name="diagram block">
              <a:extLst>
                <a:ext uri="{FF2B5EF4-FFF2-40B4-BE49-F238E27FC236}">
                  <ns2:creationId id="{A2BAC573-D520-418D-AB64-A2B101A63557}"/>
                </a:ext>
              </a:extLst>
            </p:cNvPr>
            <p:cNvSpPr>
              <a:spLocks noGrp="1"/>
            </p:cNvSpPr>
            <p:nvPr/>
          </p:nvSpPr>
          <p:spPr>
            <a:xfrm>
              <a:off x="445974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2" name="diagram block">
              <a:extLst>
                <a:ext uri="{FF2B5EF4-FFF2-40B4-BE49-F238E27FC236}">
                  <ns2:creationId id="{633EDC8B-4CFD-481C-B1E5-0FD9549F03AC}"/>
                </a:ext>
              </a:extLst>
            </p:cNvPr>
            <p:cNvSpPr>
              <a:spLocks noGrp="1"/>
            </p:cNvSpPr>
            <p:nvPr/>
          </p:nvSpPr>
          <p:spPr>
            <a:xfrm>
              <a:off x="456103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3" name="diagram block">
              <a:extLst>
                <a:ext uri="{FF2B5EF4-FFF2-40B4-BE49-F238E27FC236}">
                  <ns2:creationId id="{0991FA5C-1384-4E49-9387-EA5BD020B009}"/>
                </a:ext>
              </a:extLst>
            </p:cNvPr>
            <p:cNvSpPr>
              <a:spLocks noGrp="1"/>
            </p:cNvSpPr>
            <p:nvPr/>
          </p:nvSpPr>
          <p:spPr>
            <a:xfrm>
              <a:off x="466232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4" name="diagram block">
              <a:extLst>
                <a:ext uri="{FF2B5EF4-FFF2-40B4-BE49-F238E27FC236}">
                  <ns2:creationId id="{1E876D3B-3897-41C1-BF1F-6380D3FF5CB5}"/>
                </a:ext>
              </a:extLst>
            </p:cNvPr>
            <p:cNvSpPr>
              <a:spLocks noGrp="1"/>
            </p:cNvSpPr>
            <p:nvPr/>
          </p:nvSpPr>
          <p:spPr>
            <a:xfrm>
              <a:off x="476361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5" name="diagram block">
              <a:extLst>
                <a:ext uri="{FF2B5EF4-FFF2-40B4-BE49-F238E27FC236}">
                  <ns2:creationId id="{664EB4CD-DB5E-4FEC-A227-7354E9C6707D}"/>
                </a:ext>
              </a:extLst>
            </p:cNvPr>
            <p:cNvSpPr>
              <a:spLocks noGrp="1"/>
            </p:cNvSpPr>
            <p:nvPr/>
          </p:nvSpPr>
          <p:spPr>
            <a:xfrm>
              <a:off x="486490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6" name="diagram block">
              <a:extLst>
                <a:ext uri="{FF2B5EF4-FFF2-40B4-BE49-F238E27FC236}">
                  <ns2:creationId id="{B7D2926A-E218-404E-B463-A0607B81F2B0}"/>
                </a:ext>
              </a:extLst>
            </p:cNvPr>
            <p:cNvSpPr>
              <a:spLocks noGrp="1"/>
            </p:cNvSpPr>
            <p:nvPr/>
          </p:nvSpPr>
          <p:spPr>
            <a:xfrm>
              <a:off x="496619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7" name="diagram block">
              <a:extLst>
                <a:ext uri="{FF2B5EF4-FFF2-40B4-BE49-F238E27FC236}">
                  <ns2:creationId id="{74BAC2B0-2640-4C77-952F-2061448E5E7C}"/>
                </a:ext>
              </a:extLst>
            </p:cNvPr>
            <p:cNvSpPr>
              <a:spLocks noGrp="1"/>
            </p:cNvSpPr>
            <p:nvPr/>
          </p:nvSpPr>
          <p:spPr>
            <a:xfrm>
              <a:off x="5103611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38" name="diagram block">
              <a:extLst>
                <a:ext uri="{FF2B5EF4-FFF2-40B4-BE49-F238E27FC236}">
                  <ns2:creationId id="{338DC949-9880-4B4D-ABA6-F7F177971131}"/>
                </a:ext>
              </a:extLst>
            </p:cNvPr>
            <p:cNvSpPr>
              <a:spLocks noGrp="1"/>
            </p:cNvSpPr>
            <p:nvPr/>
          </p:nvSpPr>
          <p:spPr>
            <a:xfrm>
              <a:off x="519909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39" name="diagram block">
              <a:extLst>
                <a:ext uri="{FF2B5EF4-FFF2-40B4-BE49-F238E27FC236}">
                  <ns2:creationId id="{ED5E6B57-5708-441F-A221-DD917ABF43B0}"/>
                </a:ext>
              </a:extLst>
            </p:cNvPr>
            <p:cNvSpPr>
              <a:spLocks noGrp="1"/>
            </p:cNvSpPr>
            <p:nvPr/>
          </p:nvSpPr>
          <p:spPr>
            <a:xfrm>
              <a:off x="5294578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0" name="diagram block">
              <a:extLst>
                <a:ext uri="{FF2B5EF4-FFF2-40B4-BE49-F238E27FC236}">
                  <ns2:creationId id="{DD112826-0764-4CC9-831B-F9A123DF4437}"/>
                </a:ext>
              </a:extLst>
            </p:cNvPr>
            <p:cNvSpPr>
              <a:spLocks noGrp="1"/>
            </p:cNvSpPr>
            <p:nvPr/>
          </p:nvSpPr>
          <p:spPr>
            <a:xfrm>
              <a:off x="5390062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1" name="diagram block">
              <a:extLst>
                <a:ext uri="{FF2B5EF4-FFF2-40B4-BE49-F238E27FC236}">
                  <ns2:creationId id="{E53155F0-5B64-4A37-A98F-08A10E8CF3CC}"/>
                </a:ext>
              </a:extLst>
            </p:cNvPr>
            <p:cNvSpPr>
              <a:spLocks noGrp="1"/>
            </p:cNvSpPr>
            <p:nvPr/>
          </p:nvSpPr>
          <p:spPr>
            <a:xfrm>
              <a:off x="548554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2" name="diagram block">
              <a:extLst>
                <a:ext uri="{FF2B5EF4-FFF2-40B4-BE49-F238E27FC236}">
                  <ns2:creationId id="{3FE076F7-8789-4CDB-8048-F0032EFA6E77}"/>
                </a:ext>
              </a:extLst>
            </p:cNvPr>
            <p:cNvSpPr>
              <a:spLocks noGrp="1"/>
            </p:cNvSpPr>
            <p:nvPr/>
          </p:nvSpPr>
          <p:spPr>
            <a:xfrm>
              <a:off x="5581029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3" name="diagram block">
              <a:extLst>
                <a:ext uri="{FF2B5EF4-FFF2-40B4-BE49-F238E27FC236}">
                  <ns2:creationId id="{2510A421-75BE-4F1A-B995-661E5F063041}"/>
                </a:ext>
              </a:extLst>
            </p:cNvPr>
            <p:cNvSpPr>
              <a:spLocks noGrp="1"/>
            </p:cNvSpPr>
            <p:nvPr/>
          </p:nvSpPr>
          <p:spPr>
            <a:xfrm>
              <a:off x="5676513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4" name="diagram block">
              <a:extLst>
                <a:ext uri="{FF2B5EF4-FFF2-40B4-BE49-F238E27FC236}">
                  <ns2:creationId id="{D3032DBD-FCDE-47E4-AA2E-57DDE81B24B7}"/>
                </a:ext>
              </a:extLst>
            </p:cNvPr>
            <p:cNvSpPr>
              <a:spLocks noGrp="1"/>
            </p:cNvSpPr>
            <p:nvPr/>
          </p:nvSpPr>
          <p:spPr>
            <a:xfrm>
              <a:off x="5771996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5" name="…">
              <a:extLst>
                <a:ext uri="{FF2B5EF4-FFF2-40B4-BE49-F238E27FC236}">
                  <ns2:creationId id="{9AA1DA2E-CC48-4A03-B338-C27F57E08399}"/>
                </a:ext>
              </a:extLst>
            </p:cNvPr>
            <p:cNvSpPr>
              <a:spLocks noGrp="1"/>
            </p:cNvSpPr>
            <p:nvPr/>
          </p:nvSpPr>
          <p:spPr>
            <a:xfrm>
              <a:off x="6027479" y="738062"/>
              <a:ext cx="247741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31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46" name="native PowerPoint connector">
              <a:extLst>
                <a:ext uri="{FF2B5EF4-FFF2-40B4-BE49-F238E27FC236}">
                  <ns2:creationId id="{BCC5425B-68B0-408B-AC36-238D1C3B68A7}"/>
                </a:ext>
              </a:extLst>
            </p:cNvPr>
            <p:cNvCxnSpPr/>
            <p:nvPr/>
          </p:nvCxnSpPr>
          <p:spPr>
            <a:xfrm flipH="0" flipV="0">
              <a:off x="4257162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7" name="native PowerPoint connector">
              <a:extLst>
                <a:ext uri="{FF2B5EF4-FFF2-40B4-BE49-F238E27FC236}">
                  <ns2:creationId id="{CD09A0D1-A842-4FEB-A47E-0E031ABEEDA7}"/>
                </a:ext>
              </a:extLst>
            </p:cNvPr>
            <p:cNvCxnSpPr/>
            <p:nvPr/>
          </p:nvCxnSpPr>
          <p:spPr>
            <a:xfrm flipH="0" flipV="0">
              <a:off x="4257162" y="949674"/>
              <a:ext cx="799997" cy="0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8" name="native PowerPoint connector">
              <a:extLst>
                <a:ext uri="{FF2B5EF4-FFF2-40B4-BE49-F238E27FC236}">
                  <ns2:creationId id="{1D46F9B2-89C5-43C7-B55B-9B9E6E53EC4D}"/>
                </a:ext>
              </a:extLst>
            </p:cNvPr>
            <p:cNvCxnSpPr/>
            <p:nvPr/>
          </p:nvCxnSpPr>
          <p:spPr>
            <a:xfrm flipH="0" flipV="1">
              <a:off x="5057160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sp>
          <p:nvSpPr>
            <p:cNvPr id="149" name="Group g (32 scalars)">
              <a:extLst>
                <a:ext uri="{FF2B5EF4-FFF2-40B4-BE49-F238E27FC236}">
                  <ns2:creationId id="{F149F501-2129-4F33-98A2-42E636E7A67B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970319"/>
              <a:ext cx="85677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Group g (32 scalars)</a:t>
              </a:r>
            </a:p>
          </p:txBody>
        </p:sp>
        <p:sp>
          <p:nvSpPr>
            <p:cNvPr id="150" name="Group g + 1">
              <a:extLst>
                <a:ext uri="{FF2B5EF4-FFF2-40B4-BE49-F238E27FC236}">
                  <ns2:creationId id="{E38ACD43-C7D4-4179-A60F-F57427A17969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970319"/>
              <a:ext cx="614192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Group g + 1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ns2:creationId id="{2F443D1F-899C-4711-AE5B-3C57F1F18D70}"/>
                </a:ext>
              </a:extLst>
            </p:cNvPr>
            <p:cNvSpPr>
              <a:spLocks noGrp="1"/>
            </p:cNvSpPr>
            <p:nvPr/>
          </p:nvSpPr>
          <p:spPr>
            <a:xfrm>
              <a:off x="4061034" y="1145803"/>
              <a:ext cx="2178058" cy="319999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5161">
              <a:solidFill>
                <a:srgbClr val="5C6D82"/>
              </a:solidFill>
              <a:prstDash val="dash"/>
            </a:ln>
          </p:spPr>
        </p:sp>
        <p:sp>
          <p:nvSpPr>
            <p:cNvPr id="152" name="32 scalars = 8 vectors (d = 4)">
              <a:extLst>
                <a:ext uri="{FF2B5EF4-FFF2-40B4-BE49-F238E27FC236}">
                  <ns2:creationId id="{4A31113A-DA3D-443E-99FC-6FDECE23A060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1171609"/>
              <a:ext cx="2043864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32 scalars = 8 vectors (d = 4)</a:t>
              </a:r>
            </a:p>
          </p:txBody>
        </p:sp>
        <p:sp>
          <p:nvSpPr>
            <p:cNvPr id="153" name="diagram block">
              <a:extLst>
                <a:ext uri="{FF2B5EF4-FFF2-40B4-BE49-F238E27FC236}">
                  <ns2:creationId id="{8E3A0213-CD65-4E2F-93DF-2E132D018C30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4" name="diagram block">
              <a:extLst>
                <a:ext uri="{FF2B5EF4-FFF2-40B4-BE49-F238E27FC236}">
                  <ns2:creationId id="{639BE09F-15F1-4F4F-85DF-846C6A6F9FFA}"/>
                </a:ext>
              </a:extLst>
            </p:cNvPr>
            <p:cNvSpPr>
              <a:spLocks noGrp="1"/>
            </p:cNvSpPr>
            <p:nvPr/>
          </p:nvSpPr>
          <p:spPr>
            <a:xfrm>
              <a:off x="4310065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5" name="diagram block">
              <a:extLst>
                <a:ext uri="{FF2B5EF4-FFF2-40B4-BE49-F238E27FC236}">
                  <ns2:creationId id="{91C85303-7462-4B5A-8D21-0BE448108F0A}"/>
                </a:ext>
              </a:extLst>
            </p:cNvPr>
            <p:cNvSpPr>
              <a:spLocks noGrp="1"/>
            </p:cNvSpPr>
            <p:nvPr/>
          </p:nvSpPr>
          <p:spPr>
            <a:xfrm>
              <a:off x="441458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6" name="diagram block">
              <a:extLst>
                <a:ext uri="{FF2B5EF4-FFF2-40B4-BE49-F238E27FC236}">
                  <ns2:creationId id="{2DA02289-0DBB-42E7-906C-DF7E4DBD1505}"/>
                </a:ext>
              </a:extLst>
            </p:cNvPr>
            <p:cNvSpPr>
              <a:spLocks noGrp="1"/>
            </p:cNvSpPr>
            <p:nvPr/>
          </p:nvSpPr>
          <p:spPr>
            <a:xfrm>
              <a:off x="451909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7" name="diagram block">
              <a:extLst>
                <a:ext uri="{FF2B5EF4-FFF2-40B4-BE49-F238E27FC236}">
                  <ns2:creationId id="{F4C76DA7-4C77-438F-B64F-97EB25BC3880}"/>
                </a:ext>
              </a:extLst>
            </p:cNvPr>
            <p:cNvSpPr>
              <a:spLocks noGrp="1"/>
            </p:cNvSpPr>
            <p:nvPr/>
          </p:nvSpPr>
          <p:spPr>
            <a:xfrm>
              <a:off x="469587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8" name="diagram block">
              <a:extLst>
                <a:ext uri="{FF2B5EF4-FFF2-40B4-BE49-F238E27FC236}">
                  <ns2:creationId id="{60307727-5387-4250-B5DE-3DC41EBB9C5F}"/>
                </a:ext>
              </a:extLst>
            </p:cNvPr>
            <p:cNvSpPr>
              <a:spLocks noGrp="1"/>
            </p:cNvSpPr>
            <p:nvPr/>
          </p:nvSpPr>
          <p:spPr>
            <a:xfrm>
              <a:off x="480038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9" name="diagram block">
              <a:extLst>
                <a:ext uri="{FF2B5EF4-FFF2-40B4-BE49-F238E27FC236}">
                  <ns2:creationId id="{EA65BE6B-E22F-4B01-8C76-EE2D7016DBDD}"/>
                </a:ext>
              </a:extLst>
            </p:cNvPr>
            <p:cNvSpPr>
              <a:spLocks noGrp="1"/>
            </p:cNvSpPr>
            <p:nvPr/>
          </p:nvSpPr>
          <p:spPr>
            <a:xfrm>
              <a:off x="490490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0" name="diagram block">
              <a:extLst>
                <a:ext uri="{FF2B5EF4-FFF2-40B4-BE49-F238E27FC236}">
                  <ns2:creationId id="{523104AC-3DFC-4748-AA22-E9E85CBEA144}"/>
                </a:ext>
              </a:extLst>
            </p:cNvPr>
            <p:cNvSpPr>
              <a:spLocks noGrp="1"/>
            </p:cNvSpPr>
            <p:nvPr/>
          </p:nvSpPr>
          <p:spPr>
            <a:xfrm>
              <a:off x="5009418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1" name="diagram block">
              <a:extLst>
                <a:ext uri="{FF2B5EF4-FFF2-40B4-BE49-F238E27FC236}">
                  <ns2:creationId id="{B3DF6CF3-BE96-480B-A677-D197AFF82058}"/>
                </a:ext>
              </a:extLst>
            </p:cNvPr>
            <p:cNvSpPr>
              <a:spLocks noGrp="1"/>
            </p:cNvSpPr>
            <p:nvPr/>
          </p:nvSpPr>
          <p:spPr>
            <a:xfrm>
              <a:off x="528425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2" name="diagram block">
              <a:extLst>
                <a:ext uri="{FF2B5EF4-FFF2-40B4-BE49-F238E27FC236}">
                  <ns2:creationId id="{37161BFE-77ED-4F6E-98B1-F24BD9D3CA31}"/>
                </a:ext>
              </a:extLst>
            </p:cNvPr>
            <p:cNvSpPr>
              <a:spLocks noGrp="1"/>
            </p:cNvSpPr>
            <p:nvPr/>
          </p:nvSpPr>
          <p:spPr>
            <a:xfrm>
              <a:off x="538877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3" name="diagram block">
              <a:extLst>
                <a:ext uri="{FF2B5EF4-FFF2-40B4-BE49-F238E27FC236}">
                  <ns2:creationId id="{737768D1-CA02-4813-A9AE-0A0D1F8EB02A}"/>
                </a:ext>
              </a:extLst>
            </p:cNvPr>
            <p:cNvSpPr>
              <a:spLocks noGrp="1"/>
            </p:cNvSpPr>
            <p:nvPr/>
          </p:nvSpPr>
          <p:spPr>
            <a:xfrm>
              <a:off x="549328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4" name="diagram block">
              <a:extLst>
                <a:ext uri="{FF2B5EF4-FFF2-40B4-BE49-F238E27FC236}">
                  <ns2:creationId id="{AA1FD1AE-50D1-4BF0-B054-0F952F623DD4}"/>
                </a:ext>
              </a:extLst>
            </p:cNvPr>
            <p:cNvSpPr>
              <a:spLocks noGrp="1"/>
            </p:cNvSpPr>
            <p:nvPr/>
          </p:nvSpPr>
          <p:spPr>
            <a:xfrm>
              <a:off x="5597803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5" name="…">
              <a:extLst>
                <a:ext uri="{FF2B5EF4-FFF2-40B4-BE49-F238E27FC236}">
                  <ns2:creationId id="{2581F584-E63F-4063-A067-5CD7ED275D13}"/>
                </a:ext>
              </a:extLst>
            </p:cNvPr>
            <p:cNvSpPr>
              <a:spLocks noGrp="1"/>
            </p:cNvSpPr>
            <p:nvPr/>
          </p:nvSpPr>
          <p:spPr>
            <a:xfrm>
              <a:off x="5129418" y="1300641"/>
              <a:ext cx="123871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6" name="…">
              <a:extLst>
                <a:ext uri="{FF2B5EF4-FFF2-40B4-BE49-F238E27FC236}">
                  <ns2:creationId id="{88919944-D22F-4D8A-8C4F-17C86EB5BF8C}"/>
                </a:ext>
              </a:extLst>
            </p:cNvPr>
            <p:cNvSpPr>
              <a:spLocks noGrp="1"/>
            </p:cNvSpPr>
            <p:nvPr/>
          </p:nvSpPr>
          <p:spPr>
            <a:xfrm>
              <a:off x="5944899" y="1300641"/>
              <a:ext cx="134193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67" name="native PowerPoint connector">
              <a:extLst>
                <a:ext uri="{FF2B5EF4-FFF2-40B4-BE49-F238E27FC236}">
                  <ns2:creationId id="{73B03500-E0D7-4AC8-AA70-78BBE81907E8}"/>
                </a:ext>
              </a:extLst>
            </p:cNvPr>
            <p:cNvCxnSpPr/>
            <p:nvPr/>
          </p:nvCxnSpPr>
          <p:spPr>
            <a:xfrm flipH="1" flipV="0">
              <a:off x="4169421" y="799997"/>
              <a:ext cx="92903" cy="0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</a:ln>
          </p:spPr>
        </p:cxnSp>
        <p:cxnSp>
          <p:nvCxnSpPr>
            <p:cNvPr id="168" name="native PowerPoint connector">
              <a:extLst>
                <a:ext uri="{FF2B5EF4-FFF2-40B4-BE49-F238E27FC236}">
                  <ns2:creationId id="{1D6B7CD8-368D-4AB3-BCB4-6FEBF1FC0606}"/>
                </a:ext>
              </a:extLst>
            </p:cNvPr>
            <p:cNvCxnSpPr/>
            <p:nvPr/>
          </p:nvCxnSpPr>
          <p:spPr>
            <a:xfrm flipH="1" flipV="0">
              <a:off x="4076518" y="799997"/>
              <a:ext cx="92903" cy="345805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  <a:tailEnd type="triangle" w="sm" len="sm"/>
            </a:ln>
          </p:spPr>
        </p:cxnSp>
        <p:cxnSp>
          <p:nvCxnSpPr>
            <p:cNvPr id="169" name="native PowerPoint connector">
              <a:extLst>
                <a:ext uri="{FF2B5EF4-FFF2-40B4-BE49-F238E27FC236}">
                  <ns2:creationId id="{82C1F370-EEF9-4435-B55F-8B07447E5573}"/>
                </a:ext>
              </a:extLst>
            </p:cNvPr>
            <p:cNvCxnSpPr/>
            <p:nvPr/>
          </p:nvCxnSpPr>
          <p:spPr>
            <a:xfrm flipH="0" flipV="0">
              <a:off x="5862318" y="908384"/>
              <a:ext cx="211612" cy="82580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cxnSp>
          <p:nvCxnSpPr>
            <p:cNvPr id="170" name="native PowerPoint connector">
              <a:extLst>
                <a:ext uri="{FF2B5EF4-FFF2-40B4-BE49-F238E27FC236}">
                  <ns2:creationId id="{31908671-0D9A-4389-BBB7-05EF25FB6D0C}"/>
                </a:ext>
              </a:extLst>
            </p:cNvPr>
            <p:cNvCxnSpPr/>
            <p:nvPr/>
          </p:nvCxnSpPr>
          <p:spPr>
            <a:xfrm flipH="0" flipV="0">
              <a:off x="6073931" y="990965"/>
              <a:ext cx="118709" cy="149677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sp>
          <p:nvSpPr>
            <p:cNvPr id="171" name="diagram block">
              <a:extLst>
                <a:ext uri="{FF2B5EF4-FFF2-40B4-BE49-F238E27FC236}">
                  <ns2:creationId id="{6D249520-EEFA-4D88-BBB0-CE39E6BFA683}"/>
                </a:ext>
              </a:extLst>
            </p:cNvPr>
            <p:cNvSpPr>
              <a:spLocks noGrp="1"/>
            </p:cNvSpPr>
            <p:nvPr/>
          </p:nvSpPr>
          <p:spPr>
            <a:xfrm>
              <a:off x="4035228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F3F9FF"/>
            </a:solidFill>
            <a:ln w="5161">
              <a:solidFill>
                <a:srgbClr val="6BB7EB"/>
              </a:solidFill>
              <a:prstDash val="solid"/>
            </a:ln>
          </p:spPr>
        </p:sp>
        <p:sp>
          <p:nvSpPr>
            <p:cNvPr id="172" name="Codebook 1">
              <a:extLst>
                <a:ext uri="{FF2B5EF4-FFF2-40B4-BE49-F238E27FC236}">
                  <ns2:creationId id="{4A019DC4-4AEE-4C37-B7A6-AF37786CAFF6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Codebook 1</a:t>
              </a:r>
            </a:p>
          </p:txBody>
        </p:sp>
        <p:sp>
          <p:nvSpPr>
            <p:cNvPr id="173" name="C₁ ∈ ℝ²⁵⁶×⁴, BF16">
              <a:extLst>
                <a:ext uri="{FF2B5EF4-FFF2-40B4-BE49-F238E27FC236}">
                  <ns2:creationId id="{EDD7295F-1B55-4E03-92B6-73A4284CD4E8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C₁ ∈ ℝ²⁵⁶×⁴, BF16</a:t>
              </a:r>
            </a:p>
          </p:txBody>
        </p:sp>
        <p:sp>
          <p:nvSpPr>
            <p:cNvPr id="174" name="8 indices">
              <a:extLst>
                <a:ext uri="{FF2B5EF4-FFF2-40B4-BE49-F238E27FC236}">
                  <ns2:creationId id="{CD46A9C1-EEAD-43C9-86EB-895F3AF795D1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175" name="i₁ (8-bit)">
              <a:extLst>
                <a:ext uri="{FF2B5EF4-FFF2-40B4-BE49-F238E27FC236}">
                  <ns2:creationId id="{2DA0BB4A-376A-4705-AE06-2780FE07FB11}"/>
                </a:ext>
              </a:extLst>
            </p:cNvPr>
            <p:cNvSpPr>
              <a:spLocks noGrp="1"/>
            </p:cNvSpPr>
            <p:nvPr/>
          </p:nvSpPr>
          <p:spPr>
            <a:xfrm>
              <a:off x="410748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 (8-bit)</a:t>
              </a:r>
            </a:p>
          </p:txBody>
        </p:sp>
        <p:sp>
          <p:nvSpPr>
            <p:cNvPr id="176" name="diagram block">
              <a:extLst>
                <a:ext uri="{FF2B5EF4-FFF2-40B4-BE49-F238E27FC236}">
                  <ns2:creationId id="{54D343E8-C812-4F35-8E97-3F51FC8A2BD1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77" name="i₁,1">
              <a:extLst>
                <a:ext uri="{FF2B5EF4-FFF2-40B4-BE49-F238E27FC236}">
                  <ns2:creationId id="{107B9AD8-F083-467B-86BC-57AD8BF361D9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i₁,1</a:t>
              </a:r>
            </a:p>
          </p:txBody>
        </p:sp>
        <p:sp>
          <p:nvSpPr>
            <p:cNvPr id="178" name="diagram block">
              <a:extLst>
                <a:ext uri="{FF2B5EF4-FFF2-40B4-BE49-F238E27FC236}">
                  <ns2:creationId id="{49573A7C-14DC-4DE2-A70E-BAB431EB5B10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79" name="i₁,2">
              <a:extLst>
                <a:ext uri="{FF2B5EF4-FFF2-40B4-BE49-F238E27FC236}">
                  <ns2:creationId id="{D640CC97-C18B-45F1-84A1-4A497E6BE229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i₁,2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ns2:creationId id="{3FF7EC1D-A30C-4941-861D-DA300175E2FD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81" name="i₁,8">
              <a:extLst>
                <a:ext uri="{FF2B5EF4-FFF2-40B4-BE49-F238E27FC236}">
                  <ns2:creationId id="{6D58A342-5581-4113-9CC8-1AA204520C5D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i₁,8</a:t>
              </a:r>
            </a:p>
          </p:txBody>
        </p:sp>
        <p:sp>
          <p:nvSpPr>
            <p:cNvPr id="182" name="⋮">
              <a:extLst>
                <a:ext uri="{FF2B5EF4-FFF2-40B4-BE49-F238E27FC236}">
                  <ns2:creationId id="{8698E463-19FD-4906-B031-E8622CB0FED2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183" name="8 codewords">
              <a:extLst>
                <a:ext uri="{FF2B5EF4-FFF2-40B4-BE49-F238E27FC236}">
                  <ns2:creationId id="{3ACB0A48-BD8F-4B6F-847C-441E46B22D9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184" name="(4 scalars each)">
              <a:extLst>
                <a:ext uri="{FF2B5EF4-FFF2-40B4-BE49-F238E27FC236}">
                  <ns2:creationId id="{6CBBCB61-1CB1-45C8-8911-4326EE3A46B1}"/>
                </a:ext>
              </a:extLst>
            </p:cNvPr>
            <p:cNvSpPr>
              <a:spLocks noGrp="1"/>
            </p:cNvSpPr>
            <p:nvPr/>
          </p:nvSpPr>
          <p:spPr>
            <a:xfrm>
              <a:off x="4551355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185" name="Lookup">
              <a:extLst>
                <a:ext uri="{FF2B5EF4-FFF2-40B4-BE49-F238E27FC236}">
                  <ns2:creationId id="{E2BE4AF7-96E7-4860-8A5C-56A4665DB21E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186" name="native PowerPoint connector">
              <a:extLst>
                <a:ext uri="{FF2B5EF4-FFF2-40B4-BE49-F238E27FC236}">
                  <ns2:creationId id="{9688460B-6283-4037-9FDA-DF0EB1FCCB20}"/>
                </a:ext>
              </a:extLst>
            </p:cNvPr>
            <p:cNvCxnSpPr/>
            <p:nvPr/>
          </p:nvCxnSpPr>
          <p:spPr>
            <a:xfrm flipH="0" flipV="0">
              <a:off x="4396517" y="2239993"/>
              <a:ext cx="299354" cy="0"/>
            </a:xfrm>
            <a:prstGeom prst="straightConnector1">
              <a:avLst/>
            </a:prstGeom>
            <a:ln w="7226">
              <a:solidFill>
                <a:srgbClr val="074A8B"/>
              </a:solidFill>
              <a:prstDash val="solid"/>
              <a:tailEnd type="triangle" w="sm" len="sm"/>
            </a:ln>
          </p:spPr>
        </p:cxnSp>
        <p:sp>
          <p:nvSpPr>
            <p:cNvPr id="187" name="diagram block">
              <a:extLst>
                <a:ext uri="{FF2B5EF4-FFF2-40B4-BE49-F238E27FC236}">
                  <ns2:creationId id="{613648BF-4D3F-40EB-AAD7-7783A8EF1633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88" name="diagram block">
              <a:extLst>
                <a:ext uri="{FF2B5EF4-FFF2-40B4-BE49-F238E27FC236}">
                  <ns2:creationId id="{444B7955-0C2A-4F0F-BE13-183227ED446A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89" name="diagram block">
              <a:extLst>
                <a:ext uri="{FF2B5EF4-FFF2-40B4-BE49-F238E27FC236}">
                  <ns2:creationId id="{9E0B9C75-7919-4678-95A9-34DAA56D5C9E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0" name="diagram block">
              <a:extLst>
                <a:ext uri="{FF2B5EF4-FFF2-40B4-BE49-F238E27FC236}">
                  <ns2:creationId id="{22907D69-A24B-485C-9F3B-44733F9D3C75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1" name="diagram block">
              <a:extLst>
                <a:ext uri="{FF2B5EF4-FFF2-40B4-BE49-F238E27FC236}">
                  <ns2:creationId id="{52D5AEF2-66E4-4AB9-A4F8-30D7291C3EB0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2" name="diagram block">
              <a:extLst>
                <a:ext uri="{FF2B5EF4-FFF2-40B4-BE49-F238E27FC236}">
                  <ns2:creationId id="{A0A427BC-956B-4C49-A4F4-E30DFE1E865E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3" name="diagram block">
              <a:extLst>
                <a:ext uri="{FF2B5EF4-FFF2-40B4-BE49-F238E27FC236}">
                  <ns2:creationId id="{2399162D-F41A-4C0D-BA2B-84A957896BDE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4" name="diagram block">
              <a:extLst>
                <a:ext uri="{FF2B5EF4-FFF2-40B4-BE49-F238E27FC236}">
                  <ns2:creationId id="{09B3C170-5275-4A34-A6F5-1DAEB5B8C6A2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5" name="diagram block">
              <a:extLst>
                <a:ext uri="{FF2B5EF4-FFF2-40B4-BE49-F238E27FC236}">
                  <ns2:creationId id="{228B56CD-3D24-44DA-8992-C8CC207898F6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6" name="diagram block">
              <a:extLst>
                <a:ext uri="{FF2B5EF4-FFF2-40B4-BE49-F238E27FC236}">
                  <ns2:creationId id="{70DE56FB-1A56-4C46-820F-F9C79C400838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7" name="diagram block">
              <a:extLst>
                <a:ext uri="{FF2B5EF4-FFF2-40B4-BE49-F238E27FC236}">
                  <ns2:creationId id="{579DCD27-C1E3-43E9-A342-C73638380DA4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8" name="diagram block">
              <a:extLst>
                <a:ext uri="{FF2B5EF4-FFF2-40B4-BE49-F238E27FC236}">
                  <ns2:creationId id="{39EA40BB-ECC9-43C4-BF55-2D9535A6D35F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9" name="diagram block">
              <a:extLst>
                <a:ext uri="{FF2B5EF4-FFF2-40B4-BE49-F238E27FC236}">
                  <ns2:creationId id="{4B3F0912-2FAA-4B47-8025-2C8AF7FBDC25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0" name="diagram block">
              <a:extLst>
                <a:ext uri="{FF2B5EF4-FFF2-40B4-BE49-F238E27FC236}">
                  <ns2:creationId id="{AE6BE8C2-6BF4-4905-A0AE-8132FF7B7F03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1" name="diagram block">
              <a:extLst>
                <a:ext uri="{FF2B5EF4-FFF2-40B4-BE49-F238E27FC236}">
                  <ns2:creationId id="{59154EC1-F171-4F09-BFEB-CC0805858F79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2" name="diagram block">
              <a:extLst>
                <a:ext uri="{FF2B5EF4-FFF2-40B4-BE49-F238E27FC236}">
                  <ns2:creationId id="{D459E1E1-B1A6-49AA-98CE-805D12B7000F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3" name="diagram block">
              <a:extLst>
                <a:ext uri="{FF2B5EF4-FFF2-40B4-BE49-F238E27FC236}">
                  <ns2:creationId id="{15D3A3D4-647E-439E-A113-373E521F4365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EFFAF8"/>
            </a:solidFill>
            <a:ln w="5161">
              <a:solidFill>
                <a:srgbClr val="41A0A5"/>
              </a:solidFill>
              <a:prstDash val="solid"/>
            </a:ln>
          </p:spPr>
        </p:sp>
        <p:sp>
          <p:nvSpPr>
            <p:cNvPr id="204" name="Codebook 2">
              <a:extLst>
                <a:ext uri="{FF2B5EF4-FFF2-40B4-BE49-F238E27FC236}">
                  <ns2:creationId id="{687E0AD1-388E-4B92-9A1B-408F5BBBB1DB}"/>
                </a:ext>
              </a:extLst>
            </p:cNvPr>
            <p:cNvSpPr>
              <a:spLocks noGrp="1"/>
            </p:cNvSpPr>
            <p:nvPr/>
          </p:nvSpPr>
          <p:spPr>
            <a:xfrm>
              <a:off x="534103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Codebook 2</a:t>
              </a:r>
            </a:p>
          </p:txBody>
        </p:sp>
        <p:sp>
          <p:nvSpPr>
            <p:cNvPr id="205" name="C₂ ∈ ℝ²⁵⁶×⁴, BF16">
              <a:extLst>
                <a:ext uri="{FF2B5EF4-FFF2-40B4-BE49-F238E27FC236}">
                  <ns2:creationId id="{679BAA11-F9AE-423E-B5F3-8A202F5792A3}"/>
                </a:ext>
              </a:extLst>
            </p:cNvPr>
            <p:cNvSpPr>
              <a:spLocks noGrp="1"/>
            </p:cNvSpPr>
            <p:nvPr/>
          </p:nvSpPr>
          <p:spPr>
            <a:xfrm>
              <a:off x="5346191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C₂ ∈ ℝ²⁵⁶×⁴, BF16</a:t>
              </a:r>
            </a:p>
          </p:txBody>
        </p:sp>
        <p:sp>
          <p:nvSpPr>
            <p:cNvPr id="206" name="8 indices">
              <a:extLst>
                <a:ext uri="{FF2B5EF4-FFF2-40B4-BE49-F238E27FC236}">
                  <ns2:creationId id="{9933E522-F963-43B8-BCEF-AAC27DBD3169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207" name="i₂ (8-bit)">
              <a:extLst>
                <a:ext uri="{FF2B5EF4-FFF2-40B4-BE49-F238E27FC236}">
                  <ns2:creationId id="{DDAD04AB-9841-4F8E-9211-6A325AB9672F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 (8-bit)</a:t>
              </a:r>
            </a:p>
          </p:txBody>
        </p:sp>
        <p:sp>
          <p:nvSpPr>
            <p:cNvPr id="208" name="diagram block">
              <a:extLst>
                <a:ext uri="{FF2B5EF4-FFF2-40B4-BE49-F238E27FC236}">
                  <ns2:creationId id="{35FAFC39-4673-4784-9259-D9951BE960DF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09" name="i₂,1">
              <a:extLst>
                <a:ext uri="{FF2B5EF4-FFF2-40B4-BE49-F238E27FC236}">
                  <ns2:creationId id="{2D2971D8-DC1C-4D07-B81A-56ABA7BED223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i₂,1</a:t>
              </a:r>
            </a:p>
          </p:txBody>
        </p:sp>
        <p:sp>
          <p:nvSpPr>
            <p:cNvPr id="210" name="diagram block">
              <a:extLst>
                <a:ext uri="{FF2B5EF4-FFF2-40B4-BE49-F238E27FC236}">
                  <ns2:creationId id="{11746571-D06A-4104-A3C8-D75C9C4C10F0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11" name="i₂,2">
              <a:extLst>
                <a:ext uri="{FF2B5EF4-FFF2-40B4-BE49-F238E27FC236}">
                  <ns2:creationId id="{96DB4C1C-3C2D-4F76-A75D-A8CB62617DA9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i₂,2</a:t>
              </a:r>
            </a:p>
          </p:txBody>
        </p:sp>
        <p:sp>
          <p:nvSpPr>
            <p:cNvPr id="212" name="diagram block">
              <a:extLst>
                <a:ext uri="{FF2B5EF4-FFF2-40B4-BE49-F238E27FC236}">
                  <ns2:creationId id="{0AF6643B-1911-41B8-A38E-682119176A29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13" name="i₂,8">
              <a:extLst>
                <a:ext uri="{FF2B5EF4-FFF2-40B4-BE49-F238E27FC236}">
                  <ns2:creationId id="{6651453A-0E7C-4637-9633-F57686C51019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i₂,8</a:t>
              </a:r>
            </a:p>
          </p:txBody>
        </p:sp>
        <p:sp>
          <p:nvSpPr>
            <p:cNvPr id="214" name="⋮">
              <a:extLst>
                <a:ext uri="{FF2B5EF4-FFF2-40B4-BE49-F238E27FC236}">
                  <ns2:creationId id="{BDF319F3-25E4-4609-B58F-C94D12CCDF39}"/>
                </a:ext>
              </a:extLst>
            </p:cNvPr>
            <p:cNvSpPr>
              <a:spLocks noGrp="1"/>
            </p:cNvSpPr>
            <p:nvPr/>
          </p:nvSpPr>
          <p:spPr>
            <a:xfrm>
              <a:off x="5428771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215" name="8 codewords">
              <a:extLst>
                <a:ext uri="{FF2B5EF4-FFF2-40B4-BE49-F238E27FC236}">
                  <ns2:creationId id="{51CD32A8-D781-46A1-959D-EDC53072685C}"/>
                </a:ext>
              </a:extLst>
            </p:cNvPr>
            <p:cNvSpPr>
              <a:spLocks noGrp="1"/>
            </p:cNvSpPr>
            <p:nvPr/>
          </p:nvSpPr>
          <p:spPr>
            <a:xfrm>
              <a:off x="582619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216" name="(4 scalars each)">
              <a:extLst>
                <a:ext uri="{FF2B5EF4-FFF2-40B4-BE49-F238E27FC236}">
                  <ns2:creationId id="{5174246E-31C6-4196-BCBB-1DDD31FF2FDF}"/>
                </a:ext>
              </a:extLst>
            </p:cNvPr>
            <p:cNvSpPr>
              <a:spLocks noGrp="1"/>
            </p:cNvSpPr>
            <p:nvPr/>
          </p:nvSpPr>
          <p:spPr>
            <a:xfrm>
              <a:off x="5805544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217" name="Lookup">
              <a:extLst>
                <a:ext uri="{FF2B5EF4-FFF2-40B4-BE49-F238E27FC236}">
                  <ns2:creationId id="{97AD3F5A-DBFC-47AF-9D7F-0296C0C2908A}"/>
                </a:ext>
              </a:extLst>
            </p:cNvPr>
            <p:cNvSpPr>
              <a:spLocks noGrp="1"/>
            </p:cNvSpPr>
            <p:nvPr/>
          </p:nvSpPr>
          <p:spPr>
            <a:xfrm>
              <a:off x="564038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218" name="native PowerPoint connector">
              <a:extLst>
                <a:ext uri="{FF2B5EF4-FFF2-40B4-BE49-F238E27FC236}">
                  <ns2:creationId id="{1CB53D38-65A9-4E33-9D78-0EB470C9AD7C}"/>
                </a:ext>
              </a:extLst>
            </p:cNvPr>
            <p:cNvCxnSpPr/>
            <p:nvPr/>
          </p:nvCxnSpPr>
          <p:spPr>
            <a:xfrm flipH="0" flipV="0">
              <a:off x="5650706" y="2239993"/>
              <a:ext cx="299354" cy="0"/>
            </a:xfrm>
            <a:prstGeom prst="straightConnector1">
              <a:avLst/>
            </a:prstGeom>
            <a:ln w="7226">
              <a:solidFill>
                <a:srgbClr val="00696D"/>
              </a:solidFill>
              <a:prstDash val="solid"/>
              <a:tailEnd type="triangle" w="sm" len="sm"/>
            </a:ln>
          </p:spPr>
        </p:cxnSp>
        <p:sp>
          <p:nvSpPr>
            <p:cNvPr id="219" name="diagram block">
              <a:extLst>
                <a:ext uri="{FF2B5EF4-FFF2-40B4-BE49-F238E27FC236}">
                  <ns2:creationId id="{54127185-3164-40B1-854B-773E81D21A9C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0" name="diagram block">
              <a:extLst>
                <a:ext uri="{FF2B5EF4-FFF2-40B4-BE49-F238E27FC236}">
                  <ns2:creationId id="{389BBC44-F7F2-4B2A-A8C5-7C213256B51D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1" name="diagram block">
              <a:extLst>
                <a:ext uri="{FF2B5EF4-FFF2-40B4-BE49-F238E27FC236}">
                  <ns2:creationId id="{13897A69-10F1-4651-B41F-499ADA8A945E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2" name="diagram block">
              <a:extLst>
                <a:ext uri="{FF2B5EF4-FFF2-40B4-BE49-F238E27FC236}">
                  <ns2:creationId id="{CD118F27-0235-450B-9380-373DA2A2227D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3" name="diagram block">
              <a:extLst>
                <a:ext uri="{FF2B5EF4-FFF2-40B4-BE49-F238E27FC236}">
                  <ns2:creationId id="{166BC462-32FE-4AE5-BBDA-2DE052EA0F76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4" name="diagram block">
              <a:extLst>
                <a:ext uri="{FF2B5EF4-FFF2-40B4-BE49-F238E27FC236}">
                  <ns2:creationId id="{07D6B31F-C033-4289-9F05-07D1F3BE0525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5" name="diagram block">
              <a:extLst>
                <a:ext uri="{FF2B5EF4-FFF2-40B4-BE49-F238E27FC236}">
                  <ns2:creationId id="{D11CCF83-4EAA-467F-836A-0A065531321A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6" name="diagram block">
              <a:extLst>
                <a:ext uri="{FF2B5EF4-FFF2-40B4-BE49-F238E27FC236}">
                  <ns2:creationId id="{FC838525-23E8-442F-A971-64978E541D71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7" name="diagram block">
              <a:extLst>
                <a:ext uri="{FF2B5EF4-FFF2-40B4-BE49-F238E27FC236}">
                  <ns2:creationId id="{DE9125F7-37B6-48D2-A712-BE28CAADB38C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8" name="diagram block">
              <a:extLst>
                <a:ext uri="{FF2B5EF4-FFF2-40B4-BE49-F238E27FC236}">
                  <ns2:creationId id="{7F886CFD-9133-4325-892F-1DA129980510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9" name="diagram block">
              <a:extLst>
                <a:ext uri="{FF2B5EF4-FFF2-40B4-BE49-F238E27FC236}">
                  <ns2:creationId id="{8521886C-DA25-47D8-BF76-0A79CA1FEB0A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0" name="diagram block">
              <a:extLst>
                <a:ext uri="{FF2B5EF4-FFF2-40B4-BE49-F238E27FC236}">
                  <ns2:creationId id="{FC0DC6D7-F886-4C29-8244-2BA72DF992DC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1" name="diagram block">
              <a:extLst>
                <a:ext uri="{FF2B5EF4-FFF2-40B4-BE49-F238E27FC236}">
                  <ns2:creationId id="{2819C4F6-7FAF-44FC-AC36-7EFCF7AF10C8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2" name="diagram block">
              <a:extLst>
                <a:ext uri="{FF2B5EF4-FFF2-40B4-BE49-F238E27FC236}">
                  <ns2:creationId id="{64E9F49D-7A3D-44A2-B020-D2F3841C3185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3" name="diagram block">
              <a:extLst>
                <a:ext uri="{FF2B5EF4-FFF2-40B4-BE49-F238E27FC236}">
                  <ns2:creationId id="{36AD708A-D277-4750-B0EF-940AA3635DD2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4" name="diagram block">
              <a:extLst>
                <a:ext uri="{FF2B5EF4-FFF2-40B4-BE49-F238E27FC236}">
                  <ns2:creationId id="{491D79EC-9E7C-49CF-A056-960BE420FBC2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5" name="+">
              <a:extLst>
                <a:ext uri="{FF2B5EF4-FFF2-40B4-BE49-F238E27FC236}">
                  <ns2:creationId id="{5D266510-0ECE-4A3A-8DFA-0B8493831283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2033542"/>
              <a:ext cx="129032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36" name="diagram block">
              <a:extLst>
                <a:ext uri="{FF2B5EF4-FFF2-40B4-BE49-F238E27FC236}">
                  <ns2:creationId id="{64CD8485-CF95-48D9-A056-ABD681C439D5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529024"/>
              <a:ext cx="2307089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3DCA8"/>
              </a:solidFill>
              <a:prstDash val="solid"/>
            </a:ln>
          </p:spPr>
        </p:sp>
        <p:sp>
          <p:nvSpPr>
            <p:cNvPr id="237" name="Ŵ[g] = r_row × 2^{e(g)} × (C₁[i₁] + C₂[i₂])">
              <a:extLst>
                <a:ext uri="{FF2B5EF4-FFF2-40B4-BE49-F238E27FC236}">
                  <ns2:creationId id="{40D5916E-8DD2-4178-B51A-8BEFBBAEB688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2570314"/>
              <a:ext cx="2214187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Ŵ[g]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2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e(g)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(C₁[i₁] + C₂[i₂])</a:t>
              </a:r>
            </a:p>
          </p:txBody>
        </p:sp>
        <p:cxnSp>
          <p:nvCxnSpPr>
            <p:cNvPr id="238" name="native PowerPoint connector">
              <a:extLst>
                <a:ext uri="{FF2B5EF4-FFF2-40B4-BE49-F238E27FC236}">
                  <ns2:creationId id="{F7D2D00A-E300-4EF7-BC6F-BD347A597FCF}"/>
                </a:ext>
              </a:extLst>
            </p:cNvPr>
            <p:cNvCxnSpPr/>
            <p:nvPr/>
          </p:nvCxnSpPr>
          <p:spPr>
            <a:xfrm flipH="0" flipV="1">
              <a:off x="4298452" y="2756120"/>
              <a:ext cx="87742" cy="123871"/>
            </a:xfrm>
            <a:prstGeom prst="straightConnector1">
              <a:avLst/>
            </a:prstGeom>
            <a:ln w="6194">
              <a:solidFill>
                <a:srgbClr val="074A8B"/>
              </a:solidFill>
              <a:prstDash val="solid"/>
              <a:tailEnd type="triangle" w="sm" len="sm"/>
            </a:ln>
          </p:spPr>
        </p:cxnSp>
        <p:cxnSp>
          <p:nvCxnSpPr>
            <p:cNvPr id="239" name="native PowerPoint connector">
              <a:extLst>
                <a:ext uri="{FF2B5EF4-FFF2-40B4-BE49-F238E27FC236}">
                  <ns2:creationId id="{CF16E665-42FE-4616-AB94-39C642B32970}"/>
                </a:ext>
              </a:extLst>
            </p:cNvPr>
            <p:cNvCxnSpPr/>
            <p:nvPr/>
          </p:nvCxnSpPr>
          <p:spPr>
            <a:xfrm flipH="0" flipV="1">
              <a:off x="4886838" y="2756120"/>
              <a:ext cx="82580" cy="118709"/>
            </a:xfrm>
            <a:prstGeom prst="straightConnector1">
              <a:avLst/>
            </a:prstGeom>
            <a:ln w="6194">
              <a:solidFill>
                <a:srgbClr val="0776A5"/>
              </a:solidFill>
              <a:prstDash val="solid"/>
              <a:tailEnd type="triangle" w="sm" len="sm"/>
            </a:ln>
          </p:spPr>
        </p:cxnSp>
        <p:cxnSp>
          <p:nvCxnSpPr>
            <p:cNvPr id="240" name="native PowerPoint connector">
              <a:extLst>
                <a:ext uri="{FF2B5EF4-FFF2-40B4-BE49-F238E27FC236}">
                  <ns2:creationId id="{23C0EE8E-15B9-4F6D-9D52-08E7A67694A3}"/>
                </a:ext>
              </a:extLst>
            </p:cNvPr>
            <p:cNvCxnSpPr/>
            <p:nvPr/>
          </p:nvCxnSpPr>
          <p:spPr>
            <a:xfrm flipH="0" flipV="1">
              <a:off x="5521674" y="2756120"/>
              <a:ext cx="0" cy="123871"/>
            </a:xfrm>
            <a:prstGeom prst="straightConnector1">
              <a:avLst/>
            </a:prstGeom>
            <a:ln w="6194">
              <a:solidFill>
                <a:srgbClr val="00696D"/>
              </a:solidFill>
              <a:prstDash val="solid"/>
              <a:tailEnd type="triangle" w="sm" len="sm"/>
            </a:ln>
          </p:spPr>
        </p:cxnSp>
        <p:cxnSp>
          <p:nvCxnSpPr>
            <p:cNvPr id="241" name="native PowerPoint connector">
              <a:extLst>
                <a:ext uri="{FF2B5EF4-FFF2-40B4-BE49-F238E27FC236}">
                  <ns2:creationId id="{09D6DCE4-3C45-45BD-BDC2-556A56A6043E}"/>
                </a:ext>
              </a:extLst>
            </p:cNvPr>
            <p:cNvCxnSpPr/>
            <p:nvPr/>
          </p:nvCxnSpPr>
          <p:spPr>
            <a:xfrm flipH="0" flipV="1">
              <a:off x="6130705" y="2756120"/>
              <a:ext cx="0" cy="123871"/>
            </a:xfrm>
            <a:prstGeom prst="straightConnector1">
              <a:avLst/>
            </a:prstGeom>
            <a:ln w="6194">
              <a:solidFill>
                <a:srgbClr val="061A3C"/>
              </a:solidFill>
              <a:prstDash val="solid"/>
              <a:tailEnd type="triangle" w="sm" len="sm"/>
            </a:ln>
          </p:spPr>
        </p:cxnSp>
        <p:sp>
          <p:nvSpPr>
            <p:cNvPr id="242" name="BF16 row gain">
              <a:extLst>
                <a:ext uri="{FF2B5EF4-FFF2-40B4-BE49-F238E27FC236}">
                  <ns2:creationId id="{1240CE53-463C-46C9-A88B-3453CB441606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869668"/>
              <a:ext cx="51612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869"/>
            </a:bodyPr>
            <a:lstStyle>
              <a:def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row gain</a:t>
              </a:r>
            </a:p>
          </p:txBody>
        </p:sp>
        <p:sp>
          <p:nvSpPr>
            <p:cNvPr id="243" name="r_row">
              <a:extLst>
                <a:ext uri="{FF2B5EF4-FFF2-40B4-BE49-F238E27FC236}">
                  <ns2:creationId id="{1A6C641E-5C4E-4602-81D3-8C7DA916F5BC}"/>
                </a:ext>
              </a:extLst>
            </p:cNvPr>
            <p:cNvSpPr>
              <a:spLocks noGrp="1"/>
            </p:cNvSpPr>
            <p:nvPr/>
          </p:nvSpPr>
          <p:spPr>
            <a:xfrm>
              <a:off x="4159098" y="2988378"/>
              <a:ext cx="294193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124"/>
            </a:bodyPr>
            <a:lstStyle>
              <a:def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1" baseline="-2300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244" name="B32 power-of-two&#10;scales">
              <a:extLst>
                <a:ext uri="{FF2B5EF4-FFF2-40B4-BE49-F238E27FC236}">
                  <ns2:creationId id="{C1B4B160-0B47-43A0-9AB1-B754CC8C7046}"/>
                </a:ext>
              </a:extLst>
            </p:cNvPr>
            <p:cNvSpPr>
              <a:spLocks noGrp="1"/>
            </p:cNvSpPr>
            <p:nvPr/>
          </p:nvSpPr>
          <p:spPr>
            <a:xfrm>
              <a:off x="4597806" y="2864507"/>
              <a:ext cx="65548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992"/>
            </a:bodyPr>
            <a:lstStyle>
              <a:def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B32 power-of-two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scales</a:t>
              </a:r>
            </a:p>
          </p:txBody>
        </p:sp>
        <p:sp>
          <p:nvSpPr>
            <p:cNvPr id="245" name="2 × 8-bit indices /&#10;4 weights = 4 core bpw">
              <a:extLst>
                <a:ext uri="{FF2B5EF4-FFF2-40B4-BE49-F238E27FC236}">
                  <ns2:creationId id="{ED283786-F027-48B6-9D0B-6D4C0CFB3CD9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2864507"/>
              <a:ext cx="650321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6351"/>
            </a:bodyPr>
            <a:lstStyle>
              <a:def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2 × 8-bit indices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4 weights = 4 core bpw</a:t>
              </a:r>
            </a:p>
          </p:txBody>
        </p:sp>
        <p:sp>
          <p:nvSpPr>
            <p:cNvPr id="246" name="~4.27 bpw&#10;including&#10;metadata">
              <a:extLst>
                <a:ext uri="{FF2B5EF4-FFF2-40B4-BE49-F238E27FC236}">
                  <ns2:creationId id="{B20E8BE3-978C-464B-B81B-C6206DEEA5B9}"/>
                </a:ext>
              </a:extLst>
            </p:cNvPr>
            <p:cNvSpPr>
              <a:spLocks noGrp="1"/>
            </p:cNvSpPr>
            <p:nvPr/>
          </p:nvSpPr>
          <p:spPr>
            <a:xfrm>
              <a:off x="6011995" y="2843862"/>
              <a:ext cx="392257" cy="2838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4821"/>
            </a:bodyPr>
            <a:lstStyle>
              <a:def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~4.27 bpw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including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metadata</a:t>
              </a:r>
            </a:p>
          </p:txBody>
        </p:sp>
        <p:sp>
          <p:nvSpPr>
            <p:cNvPr id="247" name="diagram block">
              <a:extLst>
                <a:ext uri="{FF2B5EF4-FFF2-40B4-BE49-F238E27FC236}">
                  <ns2:creationId id="{76E4AD9A-C6C3-4F6E-8902-E8D1535CB5BC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3163861"/>
              <a:ext cx="2307089" cy="242580"/>
            </a:xfrm>
            <a:prstGeom prst="roundRect">
              <a:avLst>
                <a:gd name="adj" fmla="val 10638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49BA3"/>
              </a:solidFill>
              <a:prstDash val="solid"/>
            </a:ln>
          </p:spPr>
        </p:sp>
        <p:sp>
          <p:nvSpPr>
            <p:cNvPr id="248" name="Indices and B32 exponents are frozen">
              <a:extLst>
                <a:ext uri="{FF2B5EF4-FFF2-40B4-BE49-F238E27FC236}">
                  <ns2:creationId id="{FAEF2A94-2E03-44B5-9C38-74DE852B7B0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205151"/>
              <a:ext cx="219354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Indices and B32 exponents are frozen</a:t>
              </a:r>
            </a:p>
          </p:txBody>
        </p:sp>
        <p:sp>
          <p:nvSpPr>
            <p:cNvPr id="249" name="Codebooks and row gains calibrated with action + latent supervision">
              <a:extLst>
                <a:ext uri="{FF2B5EF4-FFF2-40B4-BE49-F238E27FC236}">
                  <ns2:creationId id="{EFB8CFBF-6045-42E1-B778-5D1277E4E29F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3318699"/>
              <a:ext cx="2209025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5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Codebooks and row gains calibrated with action + latent supervision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ns2:creationId id="{A3F55612-A76C-4FA3-A87B-F555B87DE349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309676"/>
              <a:ext cx="1223222" cy="190967"/>
            </a:xfrm>
            <a:prstGeom prst="roundRect">
              <a:avLst>
                <a:gd name="adj" fmla="val 8108"/>
              </a:avLst>
            </a:prstGeom>
            <a:solidFill>
              <a:srgbClr val="DDEFFF"/>
            </a:solidFill>
            <a:ln w="5161">
              <a:noFill/>
              <a:prstDash val="solid"/>
            </a:ln>
          </p:spPr>
        </p:sp>
        <p:sp>
          <p:nvSpPr>
            <p:cNvPr id="251" name="Activation path (input X)">
              <a:extLst>
                <a:ext uri="{FF2B5EF4-FFF2-40B4-BE49-F238E27FC236}">
                  <ns2:creationId id="{A6B7812D-ACCD-4130-ADE7-5453590C098B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335483"/>
              <a:ext cx="1171609" cy="139354"/>
            </a:xfrm>
            <a:prstGeom prst="rect">
              <a:avLst/>
            </a:prstGeom>
            <a:solidFill>
              <a:srgbClr val="DDEFFF"/>
            </a:soli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rPr>
                <a:t>Activation path (input X)</a:t>
              </a:r>
            </a:p>
          </p:txBody>
        </p:sp>
        <p:sp>
          <p:nvSpPr>
            <p:cNvPr id="252" name="X">
              <a:extLst>
                <a:ext uri="{FF2B5EF4-FFF2-40B4-BE49-F238E27FC236}">
                  <ns2:creationId id="{6239F267-3D67-43CF-B330-47A51410478F}"/>
                </a:ext>
              </a:extLst>
            </p:cNvPr>
            <p:cNvSpPr>
              <a:spLocks noGrp="1"/>
            </p:cNvSpPr>
            <p:nvPr/>
          </p:nvSpPr>
          <p:spPr>
            <a:xfrm>
              <a:off x="6548768" y="815481"/>
              <a:ext cx="134193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47"/>
            </a:bodyPr>
            <a:lstStyle>
              <a:def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253" name="diagram block">
              <a:extLst>
                <a:ext uri="{FF2B5EF4-FFF2-40B4-BE49-F238E27FC236}">
                  <ns2:creationId id="{FCD3D5E8-F4C3-49F7-AEA1-166EE0590F67}"/>
                </a:ext>
              </a:extLst>
            </p:cNvPr>
            <p:cNvSpPr>
              <a:spLocks noGrp="1"/>
            </p:cNvSpPr>
            <p:nvPr/>
          </p:nvSpPr>
          <p:spPr>
            <a:xfrm>
              <a:off x="6806832" y="650321"/>
              <a:ext cx="469676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269AC"/>
              </a:solidFill>
              <a:prstDash val="solid"/>
            </a:ln>
          </p:spPr>
        </p:sp>
        <p:sp>
          <p:nvSpPr>
            <p:cNvPr id="254" name="Smooth&#10;(α = 0.5)&#10;+ H128">
              <a:extLst>
                <a:ext uri="{FF2B5EF4-FFF2-40B4-BE49-F238E27FC236}">
                  <ns2:creationId id="{DDB14A24-F8E5-425E-B97B-454971B358D2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676127"/>
              <a:ext cx="418063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Smooth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(α = 0.5)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H128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ns2:creationId id="{58053B87-91EC-463B-9EE1-6AD1A03DA51D}"/>
                </a:ext>
              </a:extLst>
            </p:cNvPr>
            <p:cNvSpPr>
              <a:spLocks noGrp="1"/>
            </p:cNvSpPr>
            <p:nvPr/>
          </p:nvSpPr>
          <p:spPr>
            <a:xfrm>
              <a:off x="7488120" y="738062"/>
              <a:ext cx="263225" cy="283870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088B5"/>
              </a:solidFill>
              <a:prstDash val="solid"/>
            </a:ln>
          </p:spPr>
        </p:sp>
        <p:sp>
          <p:nvSpPr>
            <p:cNvPr id="256" name="÷ D">
              <a:extLst>
                <a:ext uri="{FF2B5EF4-FFF2-40B4-BE49-F238E27FC236}">
                  <ns2:creationId id="{D958FA15-8F74-4B6A-B039-63679F9AB437}"/>
                </a:ext>
              </a:extLst>
            </p:cNvPr>
            <p:cNvSpPr>
              <a:spLocks noGrp="1"/>
            </p:cNvSpPr>
            <p:nvPr/>
          </p:nvSpPr>
          <p:spPr>
            <a:xfrm>
              <a:off x="7513926" y="763869"/>
              <a:ext cx="211612" cy="232257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÷ D</a:t>
              </a:r>
            </a:p>
          </p:txBody>
        </p:sp>
        <p:sp>
          <p:nvSpPr>
            <p:cNvPr id="257" name="diagram block">
              <a:extLst>
                <a:ext uri="{FF2B5EF4-FFF2-40B4-BE49-F238E27FC236}">
                  <ns2:creationId id="{A52AFA23-DC19-49C5-811D-25C446309DC1}"/>
                </a:ext>
              </a:extLst>
            </p:cNvPr>
            <p:cNvSpPr>
              <a:spLocks noGrp="1"/>
            </p:cNvSpPr>
            <p:nvPr/>
          </p:nvSpPr>
          <p:spPr>
            <a:xfrm>
              <a:off x="7859731" y="655482"/>
              <a:ext cx="449031" cy="459353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5161">
              <a:solidFill>
                <a:srgbClr val="106C7A"/>
              </a:solidFill>
              <a:prstDash val="solid"/>
            </a:ln>
          </p:spPr>
        </p:sp>
        <p:sp>
          <p:nvSpPr>
            <p:cNvPr id="258" name="Dynamic&#10;signed A4">
              <a:extLst>
                <a:ext uri="{FF2B5EF4-FFF2-40B4-BE49-F238E27FC236}">
                  <ns2:creationId id="{7DAD8669-4AF8-4595-A550-F3D4B6341016}"/>
                </a:ext>
              </a:extLst>
            </p:cNvPr>
            <p:cNvSpPr>
              <a:spLocks noGrp="1"/>
            </p:cNvSpPr>
            <p:nvPr/>
          </p:nvSpPr>
          <p:spPr>
            <a:xfrm>
              <a:off x="7885538" y="681288"/>
              <a:ext cx="397418" cy="407741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663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Dynamic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signed A4</a:t>
              </a:r>
            </a:p>
          </p:txBody>
        </p:sp>
        <p:sp>
          <p:nvSpPr>
            <p:cNvPr id="259" name="diagram block">
              <a:extLst>
                <a:ext uri="{FF2B5EF4-FFF2-40B4-BE49-F238E27FC236}">
                  <ns2:creationId id="{D94DBB7A-2426-4ED9-8883-71C4EC860999}"/>
                </a:ext>
              </a:extLst>
            </p:cNvPr>
            <p:cNvSpPr>
              <a:spLocks noGrp="1"/>
            </p:cNvSpPr>
            <p:nvPr/>
          </p:nvSpPr>
          <p:spPr>
            <a:xfrm>
              <a:off x="8411988" y="650321"/>
              <a:ext cx="381934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666AC"/>
              </a:solidFill>
              <a:prstDash val="solid"/>
            </a:ln>
          </p:spPr>
        </p:sp>
        <p:sp>
          <p:nvSpPr>
            <p:cNvPr id="260" name="BF16&#10;dense&#10;Linear">
              <a:extLst>
                <a:ext uri="{FF2B5EF4-FFF2-40B4-BE49-F238E27FC236}">
                  <ns2:creationId id="{A23220B0-FDE5-4A62-B00F-06E2EC9AE815}"/>
                </a:ext>
              </a:extLst>
            </p:cNvPr>
            <p:cNvSpPr>
              <a:spLocks noGrp="1"/>
            </p:cNvSpPr>
            <p:nvPr/>
          </p:nvSpPr>
          <p:spPr>
            <a:xfrm>
              <a:off x="8437794" y="676127"/>
              <a:ext cx="330322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61" name="native PowerPoint connector">
              <a:extLst>
                <a:ext uri="{FF2B5EF4-FFF2-40B4-BE49-F238E27FC236}">
                  <ns2:creationId id="{28320A35-BE6D-4909-BB4D-09B549046FE6}"/>
                </a:ext>
              </a:extLst>
            </p:cNvPr>
            <p:cNvCxnSpPr/>
            <p:nvPr/>
          </p:nvCxnSpPr>
          <p:spPr>
            <a:xfrm flipH="0" flipV="0">
              <a:off x="6677800" y="882578"/>
              <a:ext cx="123871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2" name="native PowerPoint connector">
              <a:extLst>
                <a:ext uri="{FF2B5EF4-FFF2-40B4-BE49-F238E27FC236}">
                  <ns2:creationId id="{A3F5DFDC-FBBF-4972-BAB2-6EE4E04114A8}"/>
                </a:ext>
              </a:extLst>
            </p:cNvPr>
            <p:cNvCxnSpPr/>
            <p:nvPr/>
          </p:nvCxnSpPr>
          <p:spPr>
            <a:xfrm flipH="0" flipV="0">
              <a:off x="7281669" y="877417"/>
              <a:ext cx="196128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3" name="Z">
              <a:extLst>
                <a:ext uri="{FF2B5EF4-FFF2-40B4-BE49-F238E27FC236}">
                  <ns2:creationId id="{9A75FE93-0B41-4E58-920E-9A6A2E1874B4}"/>
                </a:ext>
              </a:extLst>
            </p:cNvPr>
            <p:cNvSpPr>
              <a:spLocks noGrp="1"/>
            </p:cNvSpPr>
            <p:nvPr/>
          </p:nvSpPr>
          <p:spPr>
            <a:xfrm>
              <a:off x="7333282" y="743223"/>
              <a:ext cx="123871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31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cxnSp>
          <p:nvCxnSpPr>
            <p:cNvPr id="264" name="native PowerPoint connector">
              <a:extLst>
                <a:ext uri="{FF2B5EF4-FFF2-40B4-BE49-F238E27FC236}">
                  <ns2:creationId id="{7F5F82F9-B317-4971-8CF5-4F018528615C}"/>
                </a:ext>
              </a:extLst>
            </p:cNvPr>
            <p:cNvCxnSpPr/>
            <p:nvPr/>
          </p:nvCxnSpPr>
          <p:spPr>
            <a:xfrm flipH="0" flipV="0">
              <a:off x="7756506" y="877417"/>
              <a:ext cx="98064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5" name="native PowerPoint connector">
              <a:extLst>
                <a:ext uri="{FF2B5EF4-FFF2-40B4-BE49-F238E27FC236}">
                  <ns2:creationId id="{93B4B03E-0B62-480D-9A04-CDB6B065AE6F}"/>
                </a:ext>
              </a:extLst>
            </p:cNvPr>
            <p:cNvCxnSpPr/>
            <p:nvPr/>
          </p:nvCxnSpPr>
          <p:spPr>
            <a:xfrm flipH="0" flipV="0">
              <a:off x="8313924" y="877417"/>
              <a:ext cx="92903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6" name="D: one positive scale per physical input channel">
              <a:extLst>
                <a:ext uri="{FF2B5EF4-FFF2-40B4-BE49-F238E27FC236}">
                  <ns2:creationId id="{1CB75A5D-99DC-4683-8365-299B4060D9B3}"/>
                </a:ext>
              </a:extLst>
            </p:cNvPr>
            <p:cNvSpPr>
              <a:spLocks noGrp="1"/>
            </p:cNvSpPr>
            <p:nvPr/>
          </p:nvSpPr>
          <p:spPr>
            <a:xfrm>
              <a:off x="6590058" y="1187093"/>
              <a:ext cx="2193541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D: one positive scale per physical input channel</a:t>
              </a:r>
            </a:p>
          </p:txBody>
        </p:sp>
        <p:sp>
          <p:nvSpPr>
            <p:cNvPr id="267" name="v = Z / D">
              <a:extLst>
                <a:ext uri="{FF2B5EF4-FFF2-40B4-BE49-F238E27FC236}">
                  <ns2:creationId id="{F47627DF-F248-40B3-A4E5-52B71D1324B3}"/>
                </a:ext>
              </a:extLst>
            </p:cNvPr>
            <p:cNvSpPr>
              <a:spLocks noGrp="1"/>
            </p:cNvSpPr>
            <p:nvPr/>
          </p:nvSpPr>
          <p:spPr>
            <a:xfrm>
              <a:off x="6605542" y="1460641"/>
              <a:ext cx="6296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 = Z / D</a:t>
              </a:r>
            </a:p>
          </p:txBody>
        </p:sp>
        <p:sp>
          <p:nvSpPr>
            <p:cNvPr id="268" name="diagram block">
              <a:extLst>
                <a:ext uri="{FF2B5EF4-FFF2-40B4-BE49-F238E27FC236}">
                  <ns2:creationId id="{47B3F91E-4BBE-4ED5-84A2-D4A33F662258}"/>
                </a:ext>
              </a:extLst>
            </p:cNvPr>
            <p:cNvSpPr>
              <a:spLocks noGrp="1"/>
            </p:cNvSpPr>
            <p:nvPr/>
          </p:nvSpPr>
          <p:spPr>
            <a:xfrm>
              <a:off x="7240379" y="1321286"/>
              <a:ext cx="1548382" cy="541934"/>
            </a:xfrm>
            <a:prstGeom prst="roundRect">
              <a:avLst>
                <a:gd name="adj" fmla="val 4762"/>
              </a:avLst>
            </a:prstGeom>
            <a:gradFill>
              <a:gsLst>
                <a:gs pos="0">
                  <a:srgbClr val="E1F5FC"/>
                </a:gs>
                <a:gs pos="100000">
                  <a:srgbClr val="F1FBFE"/>
                </a:gs>
              </a:gsLst>
              <a:lin ang="5400000"/>
            </a:gradFill>
            <a:ln w="5161">
              <a:solidFill>
                <a:srgbClr val="B6E0EE"/>
              </a:solidFill>
              <a:prstDash val="solid"/>
            </a:ln>
          </p:spPr>
        </p:sp>
        <p:sp>
          <p:nvSpPr>
            <p:cNvPr id="269" name="Per-token dynamic signed A4 (per Linear)">
              <a:extLst>
                <a:ext uri="{FF2B5EF4-FFF2-40B4-BE49-F238E27FC236}">
                  <ns2:creationId id="{291A7404-B30C-4126-BEE6-6787F78D65B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72899"/>
              <a:ext cx="1445157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7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Per-token dynamic signed A4 (per Linear)</a:t>
              </a:r>
            </a:p>
          </p:txBody>
        </p:sp>
        <p:sp>
          <p:nvSpPr>
            <p:cNvPr id="270" name="sₜ = r_{ℓ} × max |vₜ| / 7">
              <a:extLst>
                <a:ext uri="{FF2B5EF4-FFF2-40B4-BE49-F238E27FC236}">
                  <ns2:creationId id="{35E8F642-58C9-4D24-9B41-C7D9FB32F40E}"/>
                </a:ext>
              </a:extLst>
            </p:cNvPr>
            <p:cNvSpPr>
              <a:spLocks noGrp="1"/>
            </p:cNvSpPr>
            <p:nvPr/>
          </p:nvSpPr>
          <p:spPr>
            <a:xfrm>
              <a:off x="7395217" y="1527737"/>
              <a:ext cx="1269673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sₜ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</a:t>
              </a: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max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|vₜ| / 7</a:t>
              </a:r>
            </a:p>
          </p:txBody>
        </p:sp>
        <p:sp>
          <p:nvSpPr>
            <p:cNvPr id="271" name="q = clamp(round(v / sₜ), −7, 7)">
              <a:extLst>
                <a:ext uri="{FF2B5EF4-FFF2-40B4-BE49-F238E27FC236}">
                  <ns2:creationId id="{3564BC83-0301-4C6E-AD3B-F2D4BE8BEF75}"/>
                </a:ext>
              </a:extLst>
            </p:cNvPr>
            <p:cNvSpPr>
              <a:spLocks noGrp="1"/>
            </p:cNvSpPr>
            <p:nvPr/>
          </p:nvSpPr>
          <p:spPr>
            <a:xfrm>
              <a:off x="7317798" y="1687737"/>
              <a:ext cx="1383221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199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clamp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round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 / sₜ), −7, 7)</a:t>
              </a:r>
            </a:p>
          </p:txBody>
        </p:sp>
        <p:sp>
          <p:nvSpPr>
            <p:cNvPr id="272" name="r_{ℓ}: one clipping ratio per Linear">
              <a:extLst>
                <a:ext uri="{FF2B5EF4-FFF2-40B4-BE49-F238E27FC236}">
                  <ns2:creationId id="{C511066A-E9A7-463D-A821-3E025CF763A7}"/>
                </a:ext>
              </a:extLst>
            </p:cNvPr>
            <p:cNvSpPr>
              <a:spLocks noGrp="1"/>
            </p:cNvSpPr>
            <p:nvPr/>
          </p:nvSpPr>
          <p:spPr>
            <a:xfrm>
              <a:off x="7276508" y="1914833"/>
              <a:ext cx="151225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0" baseline="-2300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: one clipping ratio per Linear</a:t>
              </a:r>
            </a:p>
          </p:txBody>
        </p:sp>
        <p:sp>
          <p:nvSpPr>
            <p:cNvPr id="273" name="(distinct from per-channel D)">
              <a:extLst>
                <a:ext uri="{FF2B5EF4-FFF2-40B4-BE49-F238E27FC236}">
                  <ns2:creationId id="{220E95B6-D1F0-404E-B28A-555AF690377F}"/>
                </a:ext>
              </a:extLst>
            </p:cNvPr>
            <p:cNvSpPr>
              <a:spLocks noGrp="1"/>
            </p:cNvSpPr>
            <p:nvPr/>
          </p:nvSpPr>
          <p:spPr>
            <a:xfrm>
              <a:off x="7415862" y="2033542"/>
              <a:ext cx="134193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(distinct from per-channel D)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ns2:creationId id="{863DAB91-DE07-449F-A632-FE602C72F5A5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193541"/>
              <a:ext cx="753546" cy="206451"/>
            </a:xfrm>
            <a:prstGeom prst="roundRect">
              <a:avLst>
                <a:gd name="adj" fmla="val 10000"/>
              </a:avLst>
            </a:prstGeom>
            <a:solidFill>
              <a:srgbClr val="FDE7E5"/>
            </a:solidFill>
            <a:ln w="5161">
              <a:noFill/>
              <a:prstDash val="solid"/>
            </a:ln>
          </p:spPr>
        </p:sp>
        <p:sp>
          <p:nvSpPr>
            <p:cNvPr id="275" name="Weight path">
              <a:extLst>
                <a:ext uri="{FF2B5EF4-FFF2-40B4-BE49-F238E27FC236}">
                  <ns2:creationId id="{466BDDDA-4E4B-41B7-80DA-842356AA9AAD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219348"/>
              <a:ext cx="701933" cy="154838"/>
            </a:xfrm>
            <a:prstGeom prst="rect">
              <a:avLst/>
            </a:prstGeom>
            <a:solidFill>
              <a:srgbClr val="FDE7E5"/>
            </a:soli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Weight path</a:t>
              </a:r>
            </a:p>
          </p:txBody>
        </p:sp>
        <p:sp>
          <p:nvSpPr>
            <p:cNvPr id="276" name="diagram block">
              <a:extLst>
                <a:ext uri="{FF2B5EF4-FFF2-40B4-BE49-F238E27FC236}">
                  <ns2:creationId id="{8D7E3B27-E68F-40A1-81E0-18DA34C13153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461928"/>
              <a:ext cx="660643" cy="361289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C94E64"/>
              </a:solidFill>
              <a:prstDash val="solid"/>
            </a:ln>
          </p:spPr>
        </p:sp>
        <p:sp>
          <p:nvSpPr>
            <p:cNvPr id="277" name="Decode VQ&#10;(frozen)">
              <a:extLst>
                <a:ext uri="{FF2B5EF4-FFF2-40B4-BE49-F238E27FC236}">
                  <ns2:creationId id="{FB346F94-AA56-4053-B5DB-14556EAD9E76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487734"/>
              <a:ext cx="609030" cy="309676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Decode VQ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78" name="Ŵ">
              <a:extLst>
                <a:ext uri="{FF2B5EF4-FFF2-40B4-BE49-F238E27FC236}">
                  <ns2:creationId id="{AA93082A-AEBA-4C8F-B14A-611FB88B95C3}"/>
                </a:ext>
              </a:extLst>
            </p:cNvPr>
            <p:cNvSpPr>
              <a:spLocks noGrp="1"/>
            </p:cNvSpPr>
            <p:nvPr/>
          </p:nvSpPr>
          <p:spPr>
            <a:xfrm>
              <a:off x="7286830" y="2472250"/>
              <a:ext cx="185806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0351"/>
            </a:bodyPr>
            <a:lstStyle>
              <a:def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</a:t>
              </a:r>
            </a:p>
          </p:txBody>
        </p:sp>
        <p:sp>
          <p:nvSpPr>
            <p:cNvPr id="279" name="diagram block">
              <a:extLst>
                <a:ext uri="{FF2B5EF4-FFF2-40B4-BE49-F238E27FC236}">
                  <ns2:creationId id="{C0A3B58F-E81F-4848-95AB-9050B985F359}"/>
                </a:ext>
              </a:extLst>
            </p:cNvPr>
            <p:cNvSpPr>
              <a:spLocks noGrp="1"/>
            </p:cNvSpPr>
            <p:nvPr/>
          </p:nvSpPr>
          <p:spPr>
            <a:xfrm>
              <a:off x="7519087" y="2498057"/>
              <a:ext cx="588385" cy="294193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BC778"/>
              </a:solidFill>
              <a:prstDash val="solid"/>
            </a:ln>
          </p:spPr>
        </p:sp>
        <p:sp>
          <p:nvSpPr>
            <p:cNvPr id="280" name="Ŵ × D">
              <a:extLst>
                <a:ext uri="{FF2B5EF4-FFF2-40B4-BE49-F238E27FC236}">
                  <ns2:creationId id="{073F9BC6-5269-401E-8C86-CD9B20175C80}"/>
                </a:ext>
              </a:extLst>
            </p:cNvPr>
            <p:cNvSpPr>
              <a:spLocks noGrp="1"/>
            </p:cNvSpPr>
            <p:nvPr/>
          </p:nvSpPr>
          <p:spPr>
            <a:xfrm>
              <a:off x="7544894" y="2523863"/>
              <a:ext cx="536772" cy="242580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 × D</a:t>
              </a:r>
            </a:p>
          </p:txBody>
        </p:sp>
        <p:sp>
          <p:nvSpPr>
            <p:cNvPr id="281" name="diagram block">
              <a:extLst>
                <a:ext uri="{FF2B5EF4-FFF2-40B4-BE49-F238E27FC236}">
                  <ns2:creationId id="{55A12A8F-BA28-4709-AF07-EEE9F281218C}"/>
                </a:ext>
              </a:extLst>
            </p:cNvPr>
            <p:cNvSpPr>
              <a:spLocks noGrp="1"/>
            </p:cNvSpPr>
            <p:nvPr/>
          </p:nvSpPr>
          <p:spPr>
            <a:xfrm>
              <a:off x="8313924" y="2420637"/>
              <a:ext cx="474837" cy="45419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56CB0"/>
              </a:solidFill>
              <a:prstDash val="solid"/>
            </a:ln>
          </p:spPr>
        </p:sp>
        <p:sp>
          <p:nvSpPr>
            <p:cNvPr id="282" name="BF16&#10;dense&#10;Linear">
              <a:extLst>
                <a:ext uri="{FF2B5EF4-FFF2-40B4-BE49-F238E27FC236}">
                  <ns2:creationId id="{568F3CAC-8113-46F3-BEB8-735B309A52ED}"/>
                </a:ext>
              </a:extLst>
            </p:cNvPr>
            <p:cNvSpPr>
              <a:spLocks noGrp="1"/>
            </p:cNvSpPr>
            <p:nvPr/>
          </p:nvSpPr>
          <p:spPr>
            <a:xfrm>
              <a:off x="8339730" y="2446444"/>
              <a:ext cx="423224" cy="402579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83" name="native PowerPoint connector">
              <a:extLst>
                <a:ext uri="{FF2B5EF4-FFF2-40B4-BE49-F238E27FC236}">
                  <ns2:creationId id="{0D1E93E7-91B9-45F2-B36D-7A8F213FB27C}"/>
                </a:ext>
              </a:extLst>
            </p:cNvPr>
            <p:cNvCxnSpPr/>
            <p:nvPr/>
          </p:nvCxnSpPr>
          <p:spPr>
            <a:xfrm flipH="0" flipV="0">
              <a:off x="7204250" y="2642572"/>
              <a:ext cx="309676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84" name="native PowerPoint connector">
              <a:extLst>
                <a:ext uri="{FF2B5EF4-FFF2-40B4-BE49-F238E27FC236}">
                  <ns2:creationId id="{6F3318F8-8480-48D5-884A-C51DE0633AC8}"/>
                </a:ext>
              </a:extLst>
            </p:cNvPr>
            <p:cNvCxnSpPr/>
            <p:nvPr/>
          </p:nvCxnSpPr>
          <p:spPr>
            <a:xfrm flipH="0" flipV="0">
              <a:off x="8112634" y="2642572"/>
              <a:ext cx="196128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85" name="diagram block">
              <a:extLst>
                <a:ext uri="{FF2B5EF4-FFF2-40B4-BE49-F238E27FC236}">
                  <ns2:creationId id="{F6F77B05-5BB9-4672-BC08-ED8580997F3A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947087"/>
              <a:ext cx="2250315" cy="459353"/>
            </a:xfrm>
            <a:prstGeom prst="roundRect">
              <a:avLst>
                <a:gd name="adj" fmla="val 6742"/>
              </a:avLst>
            </a:prstGeom>
            <a:gradFill>
              <a:gsLst>
                <a:gs pos="0">
                  <a:srgbClr val="DBF0F0"/>
                </a:gs>
                <a:gs pos="100000">
                  <a:srgbClr val="F4FCFC"/>
                </a:gs>
              </a:gsLst>
              <a:lin ang="5400000"/>
            </a:gradFill>
            <a:ln w="5161">
              <a:solidFill>
                <a:srgbClr val="95D0D1"/>
              </a:solidFill>
              <a:prstDash val="solid"/>
            </a:ln>
          </p:spPr>
        </p:sp>
        <p:sp>
          <p:nvSpPr>
            <p:cNvPr id="286" name="Training refinement (activation only)">
              <a:extLst>
                <a:ext uri="{FF2B5EF4-FFF2-40B4-BE49-F238E27FC236}">
                  <ns2:creationId id="{79AC0606-5A38-41AC-902B-4BF5C257DB45}"/>
                </a:ext>
              </a:extLst>
            </p:cNvPr>
            <p:cNvSpPr>
              <a:spLocks noGrp="1"/>
            </p:cNvSpPr>
            <p:nvPr/>
          </p:nvSpPr>
          <p:spPr>
            <a:xfrm>
              <a:off x="6584897" y="2983216"/>
              <a:ext cx="2147090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87"/>
            </a:bodyPr>
            <a:lstStyle>
              <a:def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Training refinement (activation only)</a:t>
              </a:r>
            </a:p>
          </p:txBody>
        </p:sp>
        <p:sp>
          <p:nvSpPr>
            <p:cNvPr id="287" name="• Freeze indices, B32 exponents,&#10;  codebooks and row gains">
              <a:extLst>
                <a:ext uri="{FF2B5EF4-FFF2-40B4-BE49-F238E27FC236}">
                  <ns2:creationId id="{D4D6C71A-DC0C-4DD5-BB7F-A81DD020F7FB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117409"/>
              <a:ext cx="2141929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574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Freeze indices, B32 exponents,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 codebooks and row gains</a:t>
              </a:r>
            </a:p>
          </p:txBody>
        </p:sp>
        <p:sp>
          <p:nvSpPr>
            <p:cNvPr id="288" name="• Learn per-channel D and per-Linear r_{ℓ}">
              <a:extLst>
                <a:ext uri="{FF2B5EF4-FFF2-40B4-BE49-F238E27FC236}">
                  <ns2:creationId id="{234191D3-E668-475A-A188-796929769792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298054"/>
              <a:ext cx="2136767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Learn per-channel D and per-Linear r</a:t>
              </a:r>
              <a:r>
                <a:rPr sz="364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289" name="diagram block">
              <a:extLst>
                <a:ext uri="{FF2B5EF4-FFF2-40B4-BE49-F238E27FC236}">
                  <ns2:creationId id="{8500F351-AD6B-43B3-AA48-2425E976B957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3530311"/>
              <a:ext cx="8588360" cy="1300641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8258">
              <a:solidFill>
                <a:srgbClr val="061A3C"/>
              </a:solidFill>
              <a:prstDash val="solid"/>
            </a:ln>
          </p:spPr>
        </p:sp>
        <p:sp>
          <p:nvSpPr>
            <p:cNvPr id="290" name="Offline training loop (action + latent supervision)">
              <a:extLst>
                <a:ext uri="{FF2B5EF4-FFF2-40B4-BE49-F238E27FC236}">
                  <ns2:creationId id="{FC9F7EBC-8829-4E03-A1A5-5B9C30C85B23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587085"/>
              <a:ext cx="3829665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training loop (action + latent supervision)</a:t>
              </a:r>
            </a:p>
          </p:txBody>
        </p:sp>
        <p:sp>
          <p:nvSpPr>
            <p:cNvPr id="291" name="Offline gradients (no gradient to frozen components)">
              <a:extLst>
                <a:ext uri="{FF2B5EF4-FFF2-40B4-BE49-F238E27FC236}">
                  <ns2:creationId id="{CE0F5E5B-CB2B-4EC3-A010-2F9BEF19D250}"/>
                </a:ext>
              </a:extLst>
            </p:cNvPr>
            <p:cNvSpPr>
              <a:spLocks noGrp="1"/>
            </p:cNvSpPr>
            <p:nvPr/>
          </p:nvSpPr>
          <p:spPr>
            <a:xfrm>
              <a:off x="4417162" y="3654182"/>
              <a:ext cx="278708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gradients (no gradient to frozen components)</a:t>
              </a:r>
            </a:p>
          </p:txBody>
        </p:sp>
        <p:cxnSp>
          <p:nvCxnSpPr>
            <p:cNvPr id="292" name="native PowerPoint connector">
              <a:extLst>
                <a:ext uri="{FF2B5EF4-FFF2-40B4-BE49-F238E27FC236}">
                  <ns2:creationId id="{8330FA8B-F4C2-4E2F-AC10-D3BB2AC16F75}"/>
                </a:ext>
              </a:extLst>
            </p:cNvPr>
            <p:cNvCxnSpPr/>
            <p:nvPr/>
          </p:nvCxnSpPr>
          <p:spPr>
            <a:xfrm flipH="0" flipV="0">
              <a:off x="7436507" y="3654182"/>
              <a:ext cx="325160" cy="0"/>
            </a:xfrm>
            <a:prstGeom prst="straightConnector1">
              <a:avLst/>
            </a:prstGeom>
            <a:ln w="11355">
              <a:solidFill>
                <a:srgbClr val="003C82"/>
              </a:solidFill>
              <a:prstDash val="solid"/>
              <a:tailEnd type="triangle" w="sm" len="sm"/>
            </a:ln>
          </p:spPr>
        </p:cxnSp>
        <p:sp>
          <p:nvSpPr>
            <p:cNvPr id="293" name="Forward data">
              <a:extLst>
                <a:ext uri="{FF2B5EF4-FFF2-40B4-BE49-F238E27FC236}">
                  <ns2:creationId id="{FB9E9794-B624-471F-BA90-804169F28DFF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602569"/>
              <a:ext cx="93419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data</a:t>
              </a:r>
            </a:p>
          </p:txBody>
        </p:sp>
        <p:cxnSp>
          <p:nvCxnSpPr>
            <p:cNvPr id="294" name="native PowerPoint connector">
              <a:extLst>
                <a:ext uri="{FF2B5EF4-FFF2-40B4-BE49-F238E27FC236}">
                  <ns2:creationId id="{FAE1D648-3F51-419F-A193-900E981ADDA3}"/>
                </a:ext>
              </a:extLst>
            </p:cNvPr>
            <p:cNvCxnSpPr/>
            <p:nvPr/>
          </p:nvCxnSpPr>
          <p:spPr>
            <a:xfrm flipH="0" flipV="0">
              <a:off x="7436507" y="3767730"/>
              <a:ext cx="32516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295" name="Offline gradient /&#10;parameter update">
              <a:extLst>
                <a:ext uri="{FF2B5EF4-FFF2-40B4-BE49-F238E27FC236}">
                  <ns2:creationId id="{C5D3FACE-9E0D-44CA-9DDF-B74B86453B07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721278"/>
              <a:ext cx="934191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762"/>
            </a:bodyPr>
            <a:lstStyle>
              <a:def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 /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parameter update</a:t>
              </a:r>
            </a:p>
          </p:txBody>
        </p:sp>
        <p:sp>
          <p:nvSpPr>
            <p:cNvPr id="296" name="diagram block">
              <a:extLst>
                <a:ext uri="{FF2B5EF4-FFF2-40B4-BE49-F238E27FC236}">
                  <ns2:creationId id="{9401BAFA-E19D-4270-A56D-8725FFE97CA4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974181"/>
              <a:ext cx="794836" cy="273548"/>
            </a:xfrm>
            <a:prstGeom prst="roundRect">
              <a:avLst>
                <a:gd name="adj" fmla="val 7547"/>
              </a:avLst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C9ED7"/>
              </a:solidFill>
              <a:prstDash val="solid"/>
            </a:ln>
          </p:spPr>
        </p:sp>
        <p:sp>
          <p:nvSpPr>
            <p:cNvPr id="297" name="BF16 teacher&#10;(frozen)">
              <a:extLst>
                <a:ext uri="{FF2B5EF4-FFF2-40B4-BE49-F238E27FC236}">
                  <ns2:creationId id="{F3D9AF0F-BC79-4C05-B0A3-A4C9AA6D9A38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3999987"/>
              <a:ext cx="743223" cy="22193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9561"/>
            </a:bodyPr>
            <a:lstStyle>
              <a:def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98" name="diagram block">
              <a:extLst>
                <a:ext uri="{FF2B5EF4-FFF2-40B4-BE49-F238E27FC236}">
                  <ns2:creationId id="{08209677-E5C6-47BA-BE35-D5A1990330D1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4335470"/>
              <a:ext cx="794836" cy="268386"/>
            </a:xfrm>
            <a:prstGeom prst="roundRect">
              <a:avLst>
                <a:gd name="adj" fmla="val 7692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06F80"/>
              </a:solidFill>
              <a:prstDash val="solid"/>
            </a:ln>
          </p:spPr>
        </p:sp>
        <p:sp>
          <p:nvSpPr>
            <p:cNvPr id="299" name="Quantized WAM&#10;(student)">
              <a:extLst>
                <a:ext uri="{FF2B5EF4-FFF2-40B4-BE49-F238E27FC236}">
                  <ns2:creationId id="{232B3CF0-B9A6-4FA4-9DF6-C7C329576205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4361276"/>
              <a:ext cx="743223" cy="216774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(student)</a:t>
              </a:r>
            </a:p>
          </p:txBody>
        </p:sp>
        <p:sp>
          <p:nvSpPr>
            <p:cNvPr id="300" name="diagram block">
              <a:extLst>
                <a:ext uri="{FF2B5EF4-FFF2-40B4-BE49-F238E27FC236}">
                  <ns2:creationId id="{54343F94-FEED-4BDA-853F-84F7744D7C32}"/>
                </a:ext>
              </a:extLst>
            </p:cNvPr>
            <p:cNvSpPr>
              <a:spLocks noGrp="1"/>
            </p:cNvSpPr>
            <p:nvPr/>
          </p:nvSpPr>
          <p:spPr>
            <a:xfrm>
              <a:off x="1320397" y="4046439"/>
              <a:ext cx="1114835" cy="500644"/>
            </a:xfrm>
            <a:prstGeom prst="roundRect">
              <a:avLst>
                <a:gd name="adj" fmla="val 4124"/>
              </a:avLst>
            </a:prstGeom>
            <a:solidFill>
              <a:srgbClr val="F8FBFF"/>
            </a:solidFill>
            <a:ln w="5161">
              <a:solidFill>
                <a:srgbClr val="17619B"/>
              </a:solidFill>
              <a:prstDash val="solid"/>
            </a:ln>
          </p:spPr>
        </p:sp>
        <p:sp>
          <p:nvSpPr>
            <p:cNvPr id="301" name="Forward pass&#10;on training data&#10;(action + latent supervision)">
              <a:extLst>
                <a:ext uri="{FF2B5EF4-FFF2-40B4-BE49-F238E27FC236}">
                  <ns2:creationId id="{A50B205C-A195-4FF3-9DE9-04D2BB90C4E1}"/>
                </a:ext>
              </a:extLst>
            </p:cNvPr>
            <p:cNvSpPr>
              <a:spLocks noGrp="1"/>
            </p:cNvSpPr>
            <p:nvPr/>
          </p:nvSpPr>
          <p:spPr>
            <a:xfrm>
              <a:off x="1346204" y="4072245"/>
              <a:ext cx="1063222" cy="449031"/>
            </a:xfrm>
            <a:prstGeom prst="rect">
              <a:avLst/>
            </a:prstGeom>
            <a:solidFill>
              <a:srgbClr val="F8FBFF"/>
            </a:solidFill>
            <a:ln w="0">
              <a:noFill/>
            </a:ln>
          </p:spPr>
          <p:txBody>
            <a:bodyPr wrap="none" lIns="0" tIns="0" rIns="0" bIns="0" anchor="ctr">
              <a:normAutofit fontScale="86865"/>
            </a:bodyPr>
            <a:lstStyle>
              <a:def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pass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 training data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(action + latent supervision)</a:t>
              </a:r>
            </a:p>
          </p:txBody>
        </p:sp>
        <p:cxnSp>
          <p:nvCxnSpPr>
            <p:cNvPr id="302" name="native PowerPoint connector">
              <a:extLst>
                <a:ext uri="{FF2B5EF4-FFF2-40B4-BE49-F238E27FC236}">
                  <ns2:creationId id="{73F7907D-7D74-42A0-ACFC-DFD48A0C016D}"/>
                </a:ext>
              </a:extLst>
            </p:cNvPr>
            <p:cNvCxnSpPr/>
            <p:nvPr/>
          </p:nvCxnSpPr>
          <p:spPr>
            <a:xfrm flipH="0" flipV="0">
              <a:off x="1150075" y="4113535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3" name="native PowerPoint connector">
              <a:extLst>
                <a:ext uri="{FF2B5EF4-FFF2-40B4-BE49-F238E27FC236}">
                  <ns2:creationId id="{7BF97097-7ED6-4DF5-91CB-C09E28D61A3C}"/>
                </a:ext>
              </a:extLst>
            </p:cNvPr>
            <p:cNvCxnSpPr/>
            <p:nvPr/>
          </p:nvCxnSpPr>
          <p:spPr>
            <a:xfrm flipH="0" flipV="0">
              <a:off x="1150075" y="4464502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4" name="diagram block">
              <a:extLst>
                <a:ext uri="{FF2B5EF4-FFF2-40B4-BE49-F238E27FC236}">
                  <ns2:creationId id="{7525B424-06BD-439B-A344-4D5AFEC5EF21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010310"/>
              <a:ext cx="1228383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DBE67"/>
              </a:solidFill>
              <a:prstDash val="solid"/>
            </a:ln>
          </p:spPr>
        </p:sp>
        <p:sp>
          <p:nvSpPr>
            <p:cNvPr id="305" name="Future latent loss  L_z">
              <a:extLst>
                <a:ext uri="{FF2B5EF4-FFF2-40B4-BE49-F238E27FC236}">
                  <ns2:creationId id="{A97939F5-3907-49F2-8776-2DAE3299D37F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036116"/>
              <a:ext cx="1176770" cy="170322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Future latent loss  L</a:t>
              </a:r>
              <a:r>
                <a:rPr sz="479" b="0" i="0" baseline="-2300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06" name="diagram block">
              <a:extLst>
                <a:ext uri="{FF2B5EF4-FFF2-40B4-BE49-F238E27FC236}">
                  <ns2:creationId id="{190D72AC-9D87-4699-A567-8353EE9DA467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330309"/>
              <a:ext cx="1228383" cy="227096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5161">
              <a:solidFill>
                <a:srgbClr val="72BFCA"/>
              </a:solidFill>
              <a:prstDash val="solid"/>
            </a:ln>
          </p:spPr>
        </p:sp>
        <p:sp>
          <p:nvSpPr>
            <p:cNvPr id="307" name="First-10 motor action loss  L_a">
              <a:extLst>
                <a:ext uri="{FF2B5EF4-FFF2-40B4-BE49-F238E27FC236}">
                  <ns2:creationId id="{A8A4DE17-3626-4091-8C9E-47D8763334C8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356115"/>
              <a:ext cx="1176770" cy="175483"/>
            </a:xfrm>
            <a:prstGeom prst="rect">
              <a:avLst/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523"/>
            </a:bodyPr>
            <a:lstStyle>
              <a:def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First-10 motor action loss  L</a:t>
              </a:r>
              <a:r>
                <a:rPr sz="456" b="1" i="0" baseline="-2300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cxnSp>
          <p:nvCxnSpPr>
            <p:cNvPr id="308" name="native PowerPoint connector">
              <a:extLst>
                <a:ext uri="{FF2B5EF4-FFF2-40B4-BE49-F238E27FC236}">
                  <ns2:creationId id="{725F7E2C-DA97-4CDB-A029-9581B81E535F}"/>
                </a:ext>
              </a:extLst>
            </p:cNvPr>
            <p:cNvCxnSpPr/>
            <p:nvPr/>
          </p:nvCxnSpPr>
          <p:spPr>
            <a:xfrm flipH="0" flipV="0">
              <a:off x="2440394" y="411869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9" name="native PowerPoint connector">
              <a:extLst>
                <a:ext uri="{FF2B5EF4-FFF2-40B4-BE49-F238E27FC236}">
                  <ns2:creationId id="{66A9D2D5-3235-4EAF-B5AB-9966CD23EC25}"/>
                </a:ext>
              </a:extLst>
            </p:cNvPr>
            <p:cNvCxnSpPr/>
            <p:nvPr/>
          </p:nvCxnSpPr>
          <p:spPr>
            <a:xfrm flipH="0" flipV="0">
              <a:off x="2440394" y="444385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0" name="native PowerPoint connector">
              <a:extLst>
                <a:ext uri="{FF2B5EF4-FFF2-40B4-BE49-F238E27FC236}">
                  <ns2:creationId id="{BCB887F1-0720-43A9-B9C4-985488F11978}"/>
                </a:ext>
              </a:extLst>
            </p:cNvPr>
            <p:cNvCxnSpPr/>
            <p:nvPr/>
          </p:nvCxnSpPr>
          <p:spPr>
            <a:xfrm flipH="0" flipV="0">
              <a:off x="3818454" y="4123858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1" name="native PowerPoint connector">
              <a:extLst>
                <a:ext uri="{FF2B5EF4-FFF2-40B4-BE49-F238E27FC236}">
                  <ns2:creationId id="{2DEABB53-30A0-454C-9252-E132888820CD}"/>
                </a:ext>
              </a:extLst>
            </p:cNvPr>
            <p:cNvCxnSpPr/>
            <p:nvPr/>
          </p:nvCxnSpPr>
          <p:spPr>
            <a:xfrm flipH="0" flipV="0">
              <a:off x="3921679" y="4123858"/>
              <a:ext cx="0" cy="139354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2" name="native PowerPoint connector">
              <a:extLst>
                <a:ext uri="{FF2B5EF4-FFF2-40B4-BE49-F238E27FC236}">
                  <ns2:creationId id="{4E028FAB-9DCD-46F7-887D-458489EB65B1}"/>
                </a:ext>
              </a:extLst>
            </p:cNvPr>
            <p:cNvCxnSpPr/>
            <p:nvPr/>
          </p:nvCxnSpPr>
          <p:spPr>
            <a:xfrm flipH="0" flipV="0"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3" name="native PowerPoint connector">
              <a:extLst>
                <a:ext uri="{FF2B5EF4-FFF2-40B4-BE49-F238E27FC236}">
                  <ns2:creationId id="{0F9289D6-F9A6-4368-89C8-3E34F2428214}"/>
                </a:ext>
              </a:extLst>
            </p:cNvPr>
            <p:cNvCxnSpPr/>
            <p:nvPr/>
          </p:nvCxnSpPr>
          <p:spPr>
            <a:xfrm flipH="0" flipV="0">
              <a:off x="3818454" y="4443857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4" name="native PowerPoint connector">
              <a:extLst>
                <a:ext uri="{FF2B5EF4-FFF2-40B4-BE49-F238E27FC236}">
                  <ns2:creationId id="{60CC64E4-8BA9-47E5-91BA-D181F88B51F4}"/>
                </a:ext>
              </a:extLst>
            </p:cNvPr>
            <p:cNvCxnSpPr/>
            <p:nvPr/>
          </p:nvCxnSpPr>
          <p:spPr>
            <a:xfrm flipH="0" flipV="1">
              <a:off x="3921679" y="4263212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5" name="native PowerPoint connector">
              <a:extLst>
                <a:ext uri="{FF2B5EF4-FFF2-40B4-BE49-F238E27FC236}">
                  <ns2:creationId id="{0D9CA541-A905-4430-B2F7-06B80839B1CD}"/>
                </a:ext>
              </a:extLst>
            </p:cNvPr>
            <p:cNvCxnSpPr/>
            <p:nvPr/>
          </p:nvCxnSpPr>
          <p:spPr>
            <a:xfrm flipH="0" flipV="0"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16" name="Total loss">
              <a:extLst>
                <a:ext uri="{FF2B5EF4-FFF2-40B4-BE49-F238E27FC236}">
                  <ns2:creationId id="{47591E72-977B-43E7-820C-2A50D6E28746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4103213"/>
              <a:ext cx="66064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553"/>
            </a:bodyPr>
            <a:lstStyle>
              <a:def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Total loss</a:t>
              </a:r>
            </a:p>
          </p:txBody>
        </p:sp>
        <p:sp>
          <p:nvSpPr>
            <p:cNvPr id="317" name="L = L_a + λL_z">
              <a:extLst>
                <a:ext uri="{FF2B5EF4-FFF2-40B4-BE49-F238E27FC236}">
                  <ns2:creationId id="{0899E449-8B6C-4009-92C9-15D12D71B707}"/>
                </a:ext>
              </a:extLst>
            </p:cNvPr>
            <p:cNvSpPr>
              <a:spLocks noGrp="1"/>
            </p:cNvSpPr>
            <p:nvPr/>
          </p:nvSpPr>
          <p:spPr>
            <a:xfrm>
              <a:off x="4081679" y="4258051"/>
              <a:ext cx="825804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388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λL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18" name="λ = ρc (frozen)">
              <a:extLst>
                <a:ext uri="{FF2B5EF4-FFF2-40B4-BE49-F238E27FC236}">
                  <ns2:creationId id="{3EBB3A75-DA7C-4CDE-814C-E568972ACF75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4469663"/>
              <a:ext cx="825804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λ = ρc (frozen)</a:t>
              </a:r>
            </a:p>
          </p:txBody>
        </p:sp>
        <p:sp>
          <p:nvSpPr>
            <p:cNvPr id="319" name="diagram block">
              <a:extLst>
                <a:ext uri="{FF2B5EF4-FFF2-40B4-BE49-F238E27FC236}">
                  <ns2:creationId id="{19959B29-10C0-4ED0-A26A-88065178A719}"/>
                </a:ext>
              </a:extLst>
            </p:cNvPr>
            <p:cNvSpPr>
              <a:spLocks noGrp="1"/>
            </p:cNvSpPr>
            <p:nvPr/>
          </p:nvSpPr>
          <p:spPr>
            <a:xfrm>
              <a:off x="5124256" y="3943213"/>
              <a:ext cx="1109674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18591"/>
              </a:solidFill>
              <a:prstDash val="solid"/>
            </a:ln>
          </p:spPr>
        </p:sp>
        <p:sp>
          <p:nvSpPr>
            <p:cNvPr id="320" name="Calibrate codebooks /&#10;row gains&#10;(section b)">
              <a:extLst>
                <a:ext uri="{FF2B5EF4-FFF2-40B4-BE49-F238E27FC236}">
                  <ns2:creationId id="{7A1F01F2-CF92-458E-B699-43A3EBFEC916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3969020"/>
              <a:ext cx="1058061" cy="304515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Calibrate codebooks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row gains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(section b)</a:t>
              </a:r>
            </a:p>
          </p:txBody>
        </p:sp>
        <p:sp>
          <p:nvSpPr>
            <p:cNvPr id="321" name="diagram block">
              <a:extLst>
                <a:ext uri="{FF2B5EF4-FFF2-40B4-BE49-F238E27FC236}">
                  <ns2:creationId id="{B26D2BD0-B86B-4544-9808-29A64D22D4C4}"/>
                </a:ext>
              </a:extLst>
            </p:cNvPr>
            <p:cNvSpPr>
              <a:spLocks noGrp="1"/>
            </p:cNvSpPr>
            <p:nvPr/>
          </p:nvSpPr>
          <p:spPr>
            <a:xfrm>
              <a:off x="6388768" y="3943213"/>
              <a:ext cx="1094190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5161">
              <a:solidFill>
                <a:srgbClr val="84CDD1"/>
              </a:solidFill>
              <a:prstDash val="solid"/>
            </a:ln>
          </p:spPr>
        </p:sp>
        <p:sp>
          <p:nvSpPr>
            <p:cNvPr id="322" name="Refine per-channel D /&#10;clipping ratio&#10;(section c)">
              <a:extLst>
                <a:ext uri="{FF2B5EF4-FFF2-40B4-BE49-F238E27FC236}">
                  <ns2:creationId id="{C62B36AC-1F07-489C-AE8D-F7DD1FAFE1C0}"/>
                </a:ext>
              </a:extLst>
            </p:cNvPr>
            <p:cNvSpPr>
              <a:spLocks noGrp="1"/>
            </p:cNvSpPr>
            <p:nvPr/>
          </p:nvSpPr>
          <p:spPr>
            <a:xfrm>
              <a:off x="6414575" y="3969020"/>
              <a:ext cx="1042577" cy="304515"/>
            </a:xfrm>
            <a:prstGeom prst="rect">
              <a:avLst/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Refine per-channel D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clipping ratio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(section c)</a:t>
              </a:r>
            </a:p>
          </p:txBody>
        </p:sp>
        <p:cxnSp>
          <p:nvCxnSpPr>
            <p:cNvPr id="323" name="native PowerPoint connector">
              <a:extLst>
                <a:ext uri="{FF2B5EF4-FFF2-40B4-BE49-F238E27FC236}">
                  <ns2:creationId id="{3CF96537-B893-449C-9A80-765A9E3F5137}"/>
                </a:ext>
              </a:extLst>
            </p:cNvPr>
            <p:cNvCxnSpPr/>
            <p:nvPr/>
          </p:nvCxnSpPr>
          <p:spPr>
            <a:xfrm flipH="0" flipV="0">
              <a:off x="4830064" y="4263212"/>
              <a:ext cx="14967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4" name="native PowerPoint connector">
              <a:extLst>
                <a:ext uri="{FF2B5EF4-FFF2-40B4-BE49-F238E27FC236}">
                  <ns2:creationId id="{ADA448E1-73F5-4A05-93CD-F0A4FC6A83E3}"/>
                </a:ext>
              </a:extLst>
            </p:cNvPr>
            <p:cNvCxnSpPr/>
            <p:nvPr/>
          </p:nvCxnSpPr>
          <p:spPr>
            <a:xfrm flipH="0" flipV="1">
              <a:off x="4979741" y="4082568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5" name="native PowerPoint connector">
              <a:extLst>
                <a:ext uri="{FF2B5EF4-FFF2-40B4-BE49-F238E27FC236}">
                  <ns2:creationId id="{F3AE288F-3D2E-4117-ACB7-1A9455A3E711}"/>
                </a:ext>
              </a:extLst>
            </p:cNvPr>
            <p:cNvCxnSpPr/>
            <p:nvPr/>
          </p:nvCxnSpPr>
          <p:spPr>
            <a:xfrm flipH="0" flipV="0">
              <a:off x="4979741" y="4082568"/>
              <a:ext cx="139354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26" name="Update: codebooks C₁, C₂&#10;and row gains r_row">
              <a:extLst>
                <a:ext uri="{FF2B5EF4-FFF2-40B4-BE49-F238E27FC236}">
                  <ns2:creationId id="{9C0D8CD9-A3C0-4B10-874A-E9FA063F3AB5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4345793"/>
              <a:ext cx="970319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codebooks C₁, C₂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row gains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327" name="(indices and B32 exponents remain frozen)">
              <a:extLst>
                <a:ext uri="{FF2B5EF4-FFF2-40B4-BE49-F238E27FC236}">
                  <ns2:creationId id="{82B1BD37-80B3-464B-9A5E-565F97A34309}"/>
                </a:ext>
              </a:extLst>
            </p:cNvPr>
            <p:cNvSpPr>
              <a:spLocks noGrp="1"/>
            </p:cNvSpPr>
            <p:nvPr/>
          </p:nvSpPr>
          <p:spPr>
            <a:xfrm>
              <a:off x="5113934" y="4557405"/>
              <a:ext cx="1130319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4723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(indices and B32 exponents remain frozen)</a:t>
              </a:r>
            </a:p>
          </p:txBody>
        </p:sp>
        <p:sp>
          <p:nvSpPr>
            <p:cNvPr id="328" name="Update: per-channel scales D&#10;and per-Linear clipping ratio r_{ℓ}">
              <a:extLst>
                <a:ext uri="{FF2B5EF4-FFF2-40B4-BE49-F238E27FC236}">
                  <ns2:creationId id="{6A4AFF5F-8CF9-428D-8A4A-2036AC26E432}"/>
                </a:ext>
              </a:extLst>
            </p:cNvPr>
            <p:cNvSpPr>
              <a:spLocks noGrp="1"/>
            </p:cNvSpPr>
            <p:nvPr/>
          </p:nvSpPr>
          <p:spPr>
            <a:xfrm>
              <a:off x="6424897" y="4345793"/>
              <a:ext cx="1042577" cy="2064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per-channel scales 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per-Linear clipping ratio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329" name="(VQ weights remain frozen)">
              <a:extLst>
                <a:ext uri="{FF2B5EF4-FFF2-40B4-BE49-F238E27FC236}">
                  <ns2:creationId id="{3F4E5C0A-25F4-4A2C-9A72-51CF7F9E8B78}"/>
                </a:ext>
              </a:extLst>
            </p:cNvPr>
            <p:cNvSpPr>
              <a:spLocks noGrp="1"/>
            </p:cNvSpPr>
            <p:nvPr/>
          </p:nvSpPr>
          <p:spPr>
            <a:xfrm>
              <a:off x="6512639" y="4562566"/>
              <a:ext cx="913545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(VQ weights remain frozen)</a:t>
              </a:r>
            </a:p>
          </p:txBody>
        </p:sp>
        <p:cxnSp>
          <p:nvCxnSpPr>
            <p:cNvPr id="330" name="native PowerPoint connector">
              <a:extLst>
                <a:ext uri="{FF2B5EF4-FFF2-40B4-BE49-F238E27FC236}">
                  <ns2:creationId id="{77C3D522-2B54-418F-92AA-BF6DD7C36C3A}"/>
                </a:ext>
              </a:extLst>
            </p:cNvPr>
            <p:cNvCxnSpPr/>
            <p:nvPr/>
          </p:nvCxnSpPr>
          <p:spPr>
            <a:xfrm flipH="0" flipV="1">
              <a:off x="5691996" y="3850310"/>
              <a:ext cx="0" cy="8774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1" name="native PowerPoint connector">
              <a:extLst>
                <a:ext uri="{FF2B5EF4-FFF2-40B4-BE49-F238E27FC236}">
                  <ns2:creationId id="{F8F662D7-ACC6-4FA4-99D3-25F0BC10534F}"/>
                </a:ext>
              </a:extLst>
            </p:cNvPr>
            <p:cNvCxnSpPr/>
            <p:nvPr/>
          </p:nvCxnSpPr>
          <p:spPr>
            <a:xfrm flipH="1" flipV="0">
              <a:off x="3333294" y="3850310"/>
              <a:ext cx="2358702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2" name="native PowerPoint connector">
              <a:extLst>
                <a:ext uri="{FF2B5EF4-FFF2-40B4-BE49-F238E27FC236}">
                  <ns2:creationId id="{34D739DE-4441-4E55-AB4F-795FC21E0872}"/>
                </a:ext>
              </a:extLst>
            </p:cNvPr>
            <p:cNvCxnSpPr/>
            <p:nvPr/>
          </p:nvCxnSpPr>
          <p:spPr>
            <a:xfrm flipH="0" flipV="0">
              <a:off x="3333294" y="3850310"/>
              <a:ext cx="0" cy="154838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333" name="native PowerPoint connector">
              <a:extLst>
                <a:ext uri="{FF2B5EF4-FFF2-40B4-BE49-F238E27FC236}">
                  <ns2:creationId id="{2430C10E-442F-4574-A144-477F2D028262}"/>
                </a:ext>
              </a:extLst>
            </p:cNvPr>
            <p:cNvCxnSpPr/>
            <p:nvPr/>
          </p:nvCxnSpPr>
          <p:spPr>
            <a:xfrm flipH="0" flipV="1">
              <a:off x="6930702" y="3798698"/>
              <a:ext cx="0" cy="139354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4" name="native PowerPoint connector">
              <a:extLst>
                <a:ext uri="{FF2B5EF4-FFF2-40B4-BE49-F238E27FC236}">
                  <ns2:creationId id="{0376CB29-2945-401C-9C42-00A2C17F2EFA}"/>
                </a:ext>
              </a:extLst>
            </p:cNvPr>
            <p:cNvCxnSpPr/>
            <p:nvPr/>
          </p:nvCxnSpPr>
          <p:spPr>
            <a:xfrm flipH="1" flipV="0">
              <a:off x="1609429" y="3798698"/>
              <a:ext cx="5321273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5" name="native PowerPoint connector">
              <a:extLst>
                <a:ext uri="{FF2B5EF4-FFF2-40B4-BE49-F238E27FC236}">
                  <ns2:creationId id="{319561E4-8F63-42F1-8B2F-4A6B70396978}"/>
                </a:ext>
              </a:extLst>
            </p:cNvPr>
            <p:cNvCxnSpPr/>
            <p:nvPr/>
          </p:nvCxnSpPr>
          <p:spPr>
            <a:xfrm flipH="0" flipV="0">
              <a:off x="1609429" y="3798698"/>
              <a:ext cx="0" cy="24258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36" name="Decoded BF16 weights + fake A4 + BF16 KV. Native kernel: future work.">
              <a:extLst>
                <a:ext uri="{FF2B5EF4-FFF2-40B4-BE49-F238E27FC236}">
                  <ns2:creationId id="{F98F255A-C393-415F-899A-056EC1FFAF8E}"/>
                </a:ext>
              </a:extLst>
            </p:cNvPr>
            <p:cNvSpPr>
              <a:spLocks noGrp="1"/>
            </p:cNvSpPr>
            <p:nvPr/>
          </p:nvSpPr>
          <p:spPr>
            <a:xfrm>
              <a:off x="5697158" y="4717404"/>
              <a:ext cx="308644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rPr>
                <a:t>Decoded BF16 weights + fake A4 + BF16 KV. Native kernel: future work.</a:t>
              </a:r>
            </a:p>
          </p:txBody>
        </p:sp>
      </p:grpSp>
      <p:sp>
        <p:nvSpPr>
          <p:cNvPr id="337" name="Generated design reference; the method on slides 2–4 is">
            <a:extLst>
              <a:ext uri="{FF2B5EF4-FFF2-40B4-BE49-F238E27FC236}">
                <ns2:creationId id="{AD4ED069-00EC-4C77-8CC3-984DF7FCEB3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2. All figure text uses Times New Roman.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loss figure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2">
            <a:extLst>
              <a:ext uri="{FF2B5EF4-FFF2-40B4-BE49-F238E27FC236}">
                <ns2:creationId id="{29253F7E-5BEC-46C8-AE00-7BE1B2CD156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ns2:creationId id="{9F132B06-F211-4EB5-9B2A-70B991B95C87}"/>
                </a:ext>
              </a:extLst>
            </p:cNvPr>
            <p:cNvSpPr>
              <a:spLocks noGrp="1"/>
            </p:cNvSpPr>
            <p:nvPr/>
          </p:nvSpPr>
          <p:spPr>
            <a:xfrm>
              <a:off x="288143" y="20645"/>
              <a:ext cx="2854184" cy="4113535"/>
            </a:xfrm>
            <a:prstGeom prst="roundRect">
              <a:avLst>
                <a:gd name="adj" fmla="val 1266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7" name="diagram block">
              <a:extLst>
                <a:ext uri="{FF2B5EF4-FFF2-40B4-BE49-F238E27FC236}">
                  <ns2:creationId id="{C7A8E50B-BE0A-4B1E-8D9F-52F926C5E27A}"/>
                </a:ext>
              </a:extLst>
            </p:cNvPr>
            <p:cNvSpPr>
              <a:spLocks noGrp="1"/>
            </p:cNvSpPr>
            <p:nvPr/>
          </p:nvSpPr>
          <p:spPr>
            <a:xfrm>
              <a:off x="3183617" y="20645"/>
              <a:ext cx="2776765" cy="4113535"/>
            </a:xfrm>
            <a:prstGeom prst="roundRect">
              <a:avLst>
                <a:gd name="adj" fmla="val 130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8" name="diagram block">
              <a:extLst>
                <a:ext uri="{FF2B5EF4-FFF2-40B4-BE49-F238E27FC236}">
                  <ns2:creationId id="{279BA262-C23A-49B2-8821-BE25AA48B3EA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645"/>
              <a:ext cx="2864507" cy="4113535"/>
            </a:xfrm>
            <a:prstGeom prst="roundRect">
              <a:avLst>
                <a:gd name="adj" fmla="val 126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9" name="(a) Soft-bin: preserve absolute values">
              <a:extLst>
                <a:ext uri="{FF2B5EF4-FFF2-40B4-BE49-F238E27FC236}">
                  <ns2:creationId id="{6324B013-0412-432E-BFBA-542F1827A53B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7419"/>
              <a:ext cx="274063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Soft-bin: preserve absolute values</a:t>
              </a:r>
            </a:p>
          </p:txBody>
        </p:sp>
        <p:sp>
          <p:nvSpPr>
            <p:cNvPr id="10" name="(b) Action: temporal relations">
              <a:extLst>
                <a:ext uri="{FF2B5EF4-FFF2-40B4-BE49-F238E27FC236}">
                  <ns2:creationId id="{EBBEAD1F-72EA-4711-81B1-5F75DE30C4EF}"/>
                </a:ext>
              </a:extLst>
            </p:cNvPr>
            <p:cNvSpPr>
              <a:spLocks noGrp="1"/>
            </p:cNvSpPr>
            <p:nvPr/>
          </p:nvSpPr>
          <p:spPr>
            <a:xfrm>
              <a:off x="3245553" y="77419"/>
              <a:ext cx="265805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Action: temporal relations</a:t>
              </a:r>
            </a:p>
          </p:txBody>
        </p:sp>
        <p:sp>
          <p:nvSpPr>
            <p:cNvPr id="11" name="(c) Latent: spatial + temporal relations">
              <a:extLst>
                <a:ext uri="{FF2B5EF4-FFF2-40B4-BE49-F238E27FC236}">
                  <ns2:creationId id="{5511DB54-EE58-4B2D-9BEF-5D64A63F8A2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77419"/>
              <a:ext cx="27354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Latent: spatial + temporal relations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ns2:creationId id="{3C0D5589-0CF9-47AC-98E7-A3E034AC19DF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278709"/>
              <a:ext cx="2725153" cy="345805"/>
            </a:xfrm>
            <a:prstGeom prst="roundRect">
              <a:avLst>
                <a:gd name="adj" fmla="val 746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3" name="Per-scalar distribution: each value is mapped to a 16-bin&#10;probability distr">
              <a:extLst>
                <a:ext uri="{FF2B5EF4-FFF2-40B4-BE49-F238E27FC236}">
                  <ns2:creationId id="{0BA68C7C-B236-4ADF-B979-58571619C19F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04515"/>
              <a:ext cx="2673540" cy="29419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5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Per-scalar distribution: each value is mapped to a 16-bin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 distribution using a Gaussian and shared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normalization statistics.</a:t>
              </a:r>
            </a:p>
          </p:txBody>
        </p:sp>
        <p:sp>
          <p:nvSpPr>
            <p:cNvPr id="14" name="diagram block">
              <a:extLst>
                <a:ext uri="{FF2B5EF4-FFF2-40B4-BE49-F238E27FC236}">
                  <ns2:creationId id="{09A4CEF5-52AB-4D12-9D12-5D02914DC34B}"/>
                </a:ext>
              </a:extLst>
            </p:cNvPr>
            <p:cNvSpPr>
              <a:spLocks noGrp="1"/>
            </p:cNvSpPr>
            <p:nvPr/>
          </p:nvSpPr>
          <p:spPr>
            <a:xfrm>
              <a:off x="3255875" y="278709"/>
              <a:ext cx="2632250" cy="314838"/>
            </a:xfrm>
            <a:prstGeom prst="roundRect">
              <a:avLst>
                <a:gd name="adj" fmla="val 819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5" name="Match neighbor distributions over 3-step action windows&#10;to preserve tempora">
              <a:extLst>
                <a:ext uri="{FF2B5EF4-FFF2-40B4-BE49-F238E27FC236}">
                  <ns2:creationId id="{BC68CFC1-28A6-4305-9B0D-3DB282E21878}"/>
                </a:ext>
              </a:extLst>
            </p:cNvPr>
            <p:cNvSpPr>
              <a:spLocks noGrp="1"/>
            </p:cNvSpPr>
            <p:nvPr/>
          </p:nvSpPr>
          <p:spPr>
            <a:xfrm>
              <a:off x="3281682" y="304515"/>
              <a:ext cx="2580637" cy="26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3-step action windows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preserve temporal structure in the action sequence.</a:t>
              </a:r>
            </a:p>
          </p:txBody>
        </p:sp>
        <p:sp>
          <p:nvSpPr>
            <p:cNvPr id="16" name="diagram block">
              <a:extLst>
                <a:ext uri="{FF2B5EF4-FFF2-40B4-BE49-F238E27FC236}">
                  <ns2:creationId id="{6E8C742E-4189-41AE-B304-900CFA656241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78709"/>
              <a:ext cx="2725153" cy="309676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7" name="Match neighbor distributions over spatial and temporal neighbors&#10;in the lat">
              <a:extLst>
                <a:ext uri="{FF2B5EF4-FFF2-40B4-BE49-F238E27FC236}">
                  <ns2:creationId id="{8A7B29B1-7A30-4748-8812-5EF41B892670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04515"/>
              <a:ext cx="2673540" cy="258064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spatial and temporal neighbors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 the latent maps to preserve spatiotemporal structure.</a:t>
              </a:r>
            </a:p>
          </p:txBody>
        </p:sp>
        <p:sp>
          <p:nvSpPr>
            <p:cNvPr id="18" name="diagram block">
              <a:extLst>
                <a:ext uri="{FF2B5EF4-FFF2-40B4-BE49-F238E27FC236}">
                  <ns2:creationId id="{8FD5DCA4-2AEF-4A40-ACA1-82863C73C74E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686449"/>
              <a:ext cx="1326447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5161">
              <a:solidFill>
                <a:srgbClr val="7FCAB6"/>
              </a:solidFill>
              <a:prstDash val="solid"/>
            </a:ln>
          </p:spPr>
        </p:sp>
        <p:sp>
          <p:nvSpPr>
            <p:cNvPr id="19" name="BF16 teacher scalar x">
              <a:extLst>
                <a:ext uri="{FF2B5EF4-FFF2-40B4-BE49-F238E27FC236}">
                  <ns2:creationId id="{5BA729CA-FF82-4B24-9A80-5291704D7150}"/>
                </a:ext>
              </a:extLst>
            </p:cNvPr>
            <p:cNvSpPr>
              <a:spLocks noGrp="1"/>
            </p:cNvSpPr>
            <p:nvPr/>
          </p:nvSpPr>
          <p:spPr>
            <a:xfrm>
              <a:off x="417174" y="712256"/>
              <a:ext cx="1274835" cy="113548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 teacher scalar x</a:t>
              </a:r>
            </a:p>
          </p:txBody>
        </p:sp>
        <p:sp>
          <p:nvSpPr>
            <p:cNvPr id="20" name="diagram block">
              <a:extLst>
                <a:ext uri="{FF2B5EF4-FFF2-40B4-BE49-F238E27FC236}">
                  <ns2:creationId id="{CCF249E6-3342-4EDF-8C75-6B63D931C8F6}"/>
                </a:ext>
              </a:extLst>
            </p:cNvPr>
            <p:cNvSpPr>
              <a:spLocks noGrp="1"/>
            </p:cNvSpPr>
            <p:nvPr/>
          </p:nvSpPr>
          <p:spPr>
            <a:xfrm>
              <a:off x="1815880" y="686449"/>
              <a:ext cx="1264512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</p:sp>
        <p:sp>
          <p:nvSpPr>
            <p:cNvPr id="21" name="Quantized student scalar x̂">
              <a:extLst>
                <a:ext uri="{FF2B5EF4-FFF2-40B4-BE49-F238E27FC236}">
                  <ns2:creationId id="{DF2E92C2-450E-4AA5-AAD8-CB8AEC1C61AB}"/>
                </a:ext>
              </a:extLst>
            </p:cNvPr>
            <p:cNvSpPr>
              <a:spLocks noGrp="1"/>
            </p:cNvSpPr>
            <p:nvPr/>
          </p:nvSpPr>
          <p:spPr>
            <a:xfrm>
              <a:off x="1841686" y="712256"/>
              <a:ext cx="1212899" cy="113548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Quantized student scalar x̂</a:t>
              </a:r>
            </a:p>
          </p:txBody>
        </p:sp>
        <p:sp>
          <p:nvSpPr>
            <p:cNvPr id="22" name="e.g., x = 1.24 (BF16)">
              <a:extLst>
                <a:ext uri="{FF2B5EF4-FFF2-40B4-BE49-F238E27FC236}">
                  <ns2:creationId id="{CA6F58A0-05BB-4EAD-B188-5E391CF33BB4}"/>
                </a:ext>
              </a:extLst>
            </p:cNvPr>
            <p:cNvSpPr>
              <a:spLocks noGrp="1"/>
            </p:cNvSpPr>
            <p:nvPr/>
          </p:nvSpPr>
          <p:spPr>
            <a:xfrm>
              <a:off x="535884" y="898062"/>
              <a:ext cx="113548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 = 1.24 (BF16)</a:t>
              </a:r>
            </a:p>
          </p:txBody>
        </p:sp>
        <p:sp>
          <p:nvSpPr>
            <p:cNvPr id="23" name="e.g., x̂ = 1.08 (quantized)">
              <a:extLst>
                <a:ext uri="{FF2B5EF4-FFF2-40B4-BE49-F238E27FC236}">
                  <ns2:creationId id="{783CA72F-0756-47FF-BDA6-70E4FB300DBF}"/>
                </a:ext>
              </a:extLst>
            </p:cNvPr>
            <p:cNvSpPr>
              <a:spLocks noGrp="1"/>
            </p:cNvSpPr>
            <p:nvPr/>
          </p:nvSpPr>
          <p:spPr>
            <a:xfrm>
              <a:off x="1939750" y="898062"/>
              <a:ext cx="1140642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x̂ = 1.08 (quantized)</a:t>
              </a:r>
            </a:p>
          </p:txBody>
        </p:sp>
        <p:cxnSp>
          <p:nvCxnSpPr>
            <p:cNvPr id="24" name="native PowerPoint connector">
              <a:extLst>
                <a:ext uri="{FF2B5EF4-FFF2-40B4-BE49-F238E27FC236}">
                  <ns2:creationId id="{F06DD86C-519A-4D0C-8916-513F6B45C038}"/>
                </a:ext>
              </a:extLst>
            </p:cNvPr>
            <p:cNvCxnSpPr/>
            <p:nvPr/>
          </p:nvCxnSpPr>
          <p:spPr>
            <a:xfrm flipH="0" flipV="0">
              <a:off x="1036527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5" name="native PowerPoint connector">
              <a:extLst>
                <a:ext uri="{FF2B5EF4-FFF2-40B4-BE49-F238E27FC236}">
                  <ns2:creationId id="{718E89C4-D6AD-4D32-AA5E-1D1BB44CEB0E}"/>
                </a:ext>
              </a:extLst>
            </p:cNvPr>
            <p:cNvCxnSpPr/>
            <p:nvPr/>
          </p:nvCxnSpPr>
          <p:spPr>
            <a:xfrm flipH="0" flipV="0">
              <a:off x="2430071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" name="diagram block">
              <a:extLst>
                <a:ext uri="{FF2B5EF4-FFF2-40B4-BE49-F238E27FC236}">
                  <ns2:creationId id="{66F8351D-9717-4CB6-8439-06450FB09190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1068384"/>
              <a:ext cx="2461928" cy="232257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FABB9"/>
              </a:solidFill>
              <a:prstDash val="solid"/>
            </a:ln>
          </p:spPr>
        </p:sp>
        <p:sp>
          <p:nvSpPr>
            <p:cNvPr id="27" name="Shared frozen teacher statistics&#10;mean μ_c, scale s_c = max(σ_c, 0.02)">
              <a:extLst>
                <a:ext uri="{FF2B5EF4-FFF2-40B4-BE49-F238E27FC236}">
                  <ns2:creationId id="{108386D3-6F9D-4C9A-A382-97CF29545329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1094190"/>
              <a:ext cx="2410315" cy="180645"/>
            </a:xfrm>
            <a:prstGeom prst="rect">
              <a:avLst/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289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Shared frozen teacher statistics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mean μ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scale s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max(σ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0.02)</a:t>
              </a:r>
            </a:p>
          </p:txBody>
        </p:sp>
        <p:cxnSp>
          <p:nvCxnSpPr>
            <p:cNvPr id="28" name="native PowerPoint connector">
              <a:extLst>
                <a:ext uri="{FF2B5EF4-FFF2-40B4-BE49-F238E27FC236}">
                  <ns2:creationId id="{308FC462-07ED-4801-A38E-1E5EBC4F4086}"/>
                </a:ext>
              </a:extLst>
            </p:cNvPr>
            <p:cNvCxnSpPr/>
            <p:nvPr/>
          </p:nvCxnSpPr>
          <p:spPr>
            <a:xfrm flipH="0" flipV="0">
              <a:off x="1036527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9" name="native PowerPoint connector">
              <a:extLst>
                <a:ext uri="{FF2B5EF4-FFF2-40B4-BE49-F238E27FC236}">
                  <ns2:creationId id="{A297776A-9B8E-4D41-B6F1-C90570493E43}"/>
                </a:ext>
              </a:extLst>
            </p:cNvPr>
            <p:cNvCxnSpPr/>
            <p:nvPr/>
          </p:nvCxnSpPr>
          <p:spPr>
            <a:xfrm flipH="0" flipV="0">
              <a:off x="2430071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" name="z =">
              <a:extLst>
                <a:ext uri="{FF2B5EF4-FFF2-40B4-BE49-F238E27FC236}">
                  <ns2:creationId id="{D5E8A02B-FC4C-4F82-A41A-B4D97960FFE4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1429673"/>
              <a:ext cx="237419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 =</a:t>
              </a:r>
            </a:p>
          </p:txBody>
        </p:sp>
        <p:sp>
          <p:nvSpPr>
            <p:cNvPr id="31" name="x − μ_c">
              <a:extLst>
                <a:ext uri="{FF2B5EF4-FFF2-40B4-BE49-F238E27FC236}">
                  <ns2:creationId id="{8A24D38A-E63B-4CF4-9DA5-A41DE1904D9A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378060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2" name="native PowerPoint connector">
              <a:extLst>
                <a:ext uri="{FF2B5EF4-FFF2-40B4-BE49-F238E27FC236}">
                  <ns2:creationId id="{44402F4B-F6C4-4D1A-842B-97F85A00B941}"/>
                </a:ext>
              </a:extLst>
            </p:cNvPr>
            <p:cNvCxnSpPr/>
            <p:nvPr/>
          </p:nvCxnSpPr>
          <p:spPr>
            <a:xfrm flipH="0" flipV="0">
              <a:off x="990076" y="1504511"/>
              <a:ext cx="350967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3" name="s_c">
              <a:extLst>
                <a:ext uri="{FF2B5EF4-FFF2-40B4-BE49-F238E27FC236}">
                  <ns2:creationId id="{5D278703-91A7-4852-B22E-9932A475D12A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512253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4" name="ẑ =">
              <a:extLst>
                <a:ext uri="{FF2B5EF4-FFF2-40B4-BE49-F238E27FC236}">
                  <ns2:creationId id="{57513BBE-1E74-4614-B98E-E1FF9E561E33}"/>
                </a:ext>
              </a:extLst>
            </p:cNvPr>
            <p:cNvSpPr>
              <a:spLocks noGrp="1"/>
            </p:cNvSpPr>
            <p:nvPr/>
          </p:nvSpPr>
          <p:spPr>
            <a:xfrm>
              <a:off x="2089427" y="1429673"/>
              <a:ext cx="242580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ẑ =</a:t>
              </a:r>
            </a:p>
          </p:txBody>
        </p:sp>
        <p:sp>
          <p:nvSpPr>
            <p:cNvPr id="35" name="x̂ − μ_c">
              <a:extLst>
                <a:ext uri="{FF2B5EF4-FFF2-40B4-BE49-F238E27FC236}">
                  <ns2:creationId id="{3AA110B3-3F29-4D53-ADEF-235568F25371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378060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x̂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6" name="native PowerPoint connector">
              <a:extLst>
                <a:ext uri="{FF2B5EF4-FFF2-40B4-BE49-F238E27FC236}">
                  <ns2:creationId id="{AE28A46F-E6EC-4F7C-990D-851097E0D391}"/>
                </a:ext>
              </a:extLst>
            </p:cNvPr>
            <p:cNvCxnSpPr/>
            <p:nvPr/>
          </p:nvCxnSpPr>
          <p:spPr>
            <a:xfrm flipH="0" flipV="0">
              <a:off x="2347491" y="1504511"/>
              <a:ext cx="366450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7" name="s_c">
              <a:extLst>
                <a:ext uri="{FF2B5EF4-FFF2-40B4-BE49-F238E27FC236}">
                  <ns2:creationId id="{A2CBEAD9-9F0D-44B4-A673-36DC10721240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512253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8" name="diagram block">
              <a:extLst>
                <a:ext uri="{FF2B5EF4-FFF2-40B4-BE49-F238E27FC236}">
                  <ns2:creationId id="{FA5F145C-EA26-4275-96FF-BEF76C175053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1641285"/>
              <a:ext cx="2621927" cy="810320"/>
            </a:xfrm>
            <a:prstGeom prst="roundRect">
              <a:avLst>
                <a:gd name="adj" fmla="val 3822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3DDFC"/>
              </a:solidFill>
              <a:prstDash val="solid"/>
            </a:ln>
          </p:spPr>
        </p:sp>
        <p:sp>
          <p:nvSpPr>
            <p:cNvPr id="39" name="Map each standardized scalar to 16 bins&#10;using a Gaussian with σ = 0.375 and">
              <a:extLst>
                <a:ext uri="{FF2B5EF4-FFF2-40B4-BE49-F238E27FC236}">
                  <ns2:creationId id="{1B951442-B460-4C26-AA95-EE3D0AB8D7A6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1698059"/>
              <a:ext cx="2518702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93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each standardized scalar to 16 bins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using a Gaussian with σ = 0.375 and fixed edges.</a:t>
              </a:r>
            </a:p>
          </p:txBody>
        </p:sp>
        <p:sp>
          <p:nvSpPr>
            <p:cNvPr id="40" name="p_b(z) =">
              <a:extLst>
                <a:ext uri="{FF2B5EF4-FFF2-40B4-BE49-F238E27FC236}">
                  <ns2:creationId id="{E530E6C7-9C13-4CE9-9764-2B9A342E7FBC}"/>
                </a:ext>
              </a:extLst>
            </p:cNvPr>
            <p:cNvSpPr>
              <a:spLocks noGrp="1"/>
            </p:cNvSpPr>
            <p:nvPr/>
          </p:nvSpPr>
          <p:spPr>
            <a:xfrm>
              <a:off x="566851" y="1976768"/>
              <a:ext cx="541934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325"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594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(z) =</a:t>
              </a:r>
            </a:p>
          </p:txBody>
        </p:sp>
        <p:sp>
          <p:nvSpPr>
            <p:cNvPr id="41" name="∫">
              <a:extLst>
                <a:ext uri="{FF2B5EF4-FFF2-40B4-BE49-F238E27FC236}">
                  <ns2:creationId id="{48B6A452-AE0B-4253-82BD-F2CB99C969C4}"/>
                </a:ext>
              </a:extLst>
            </p:cNvPr>
            <p:cNvSpPr>
              <a:spLocks noGrp="1"/>
            </p:cNvSpPr>
            <p:nvPr/>
          </p:nvSpPr>
          <p:spPr>
            <a:xfrm>
              <a:off x="1144914" y="1914833"/>
              <a:ext cx="159999" cy="26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∫</a:t>
              </a:r>
            </a:p>
          </p:txBody>
        </p:sp>
        <p:sp>
          <p:nvSpPr>
            <p:cNvPr id="42" name="e_{b+1}">
              <a:extLst>
                <a:ext uri="{FF2B5EF4-FFF2-40B4-BE49-F238E27FC236}">
                  <ns2:creationId id="{49FD5888-9E21-4320-A5F2-F946B7CFF366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1904510"/>
              <a:ext cx="27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b+1</a:t>
              </a:r>
            </a:p>
          </p:txBody>
        </p:sp>
        <p:sp>
          <p:nvSpPr>
            <p:cNvPr id="43" name="e_b">
              <a:extLst>
                <a:ext uri="{FF2B5EF4-FFF2-40B4-BE49-F238E27FC236}">
                  <ns2:creationId id="{4DBD1B95-1B11-4D94-AC18-994739234B21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2121284"/>
              <a:ext cx="23225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44" name="N(t; z, 0.375²) dt">
              <a:extLst>
                <a:ext uri="{FF2B5EF4-FFF2-40B4-BE49-F238E27FC236}">
                  <ns2:creationId id="{5F0310C9-48ED-4930-9146-DF71E58C0C44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1976768"/>
              <a:ext cx="1347092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N(t; z, 0.375²) dt</a:t>
              </a:r>
            </a:p>
          </p:txBody>
        </p:sp>
        <p:sp>
          <p:nvSpPr>
            <p:cNvPr id="45" name="15 interior edges from −3.5 to 3.5, plus two infinite tails">
              <a:extLst>
                <a:ext uri="{FF2B5EF4-FFF2-40B4-BE49-F238E27FC236}">
                  <ns2:creationId id="{4003E1FB-BE66-43AD-9DB6-A6B1CFBD633A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2245154"/>
              <a:ext cx="25187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15 interior edges from −3.5 to 3.5, plus two infinite tails</a:t>
              </a:r>
            </a:p>
          </p:txBody>
        </p:sp>
        <p:sp>
          <p:nvSpPr>
            <p:cNvPr id="46" name="e = [−∞, −3.5, −3.0, …, 3.0, 3.5, +∞]">
              <a:extLst>
                <a:ext uri="{FF2B5EF4-FFF2-40B4-BE49-F238E27FC236}">
                  <ns2:creationId id="{94D2A3ED-AE6D-47C7-B40B-AF7BA7C4C1FF}"/>
                </a:ext>
              </a:extLst>
            </p:cNvPr>
            <p:cNvSpPr>
              <a:spLocks noGrp="1"/>
            </p:cNvSpPr>
            <p:nvPr/>
          </p:nvSpPr>
          <p:spPr>
            <a:xfrm>
              <a:off x="437820" y="2348380"/>
              <a:ext cx="253418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 = [−∞, −3.5, −3.0, …, 3.0, 3.5, +∞]</a:t>
              </a:r>
            </a:p>
          </p:txBody>
        </p:sp>
        <p:sp>
          <p:nvSpPr>
            <p:cNvPr id="47" name="diagram block">
              <a:extLst>
                <a:ext uri="{FF2B5EF4-FFF2-40B4-BE49-F238E27FC236}">
                  <ns2:creationId id="{835FC11F-DC8B-444C-8B4D-0A2853479EC4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5161">
              <a:solidFill>
                <a:srgbClr val="87CFBA"/>
              </a:solidFill>
              <a:prstDash val="solid"/>
            </a:ln>
          </p:spPr>
        </p:sp>
        <p:sp>
          <p:nvSpPr>
            <p:cNvPr id="48" name="Teacher scalar distribution">
              <a:extLst>
                <a:ext uri="{FF2B5EF4-FFF2-40B4-BE49-F238E27FC236}">
                  <ns2:creationId id="{6724CEF0-5D69-4125-96B6-BB004C45EB64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Teacher scalar distribution</a:t>
              </a:r>
            </a:p>
          </p:txBody>
        </p:sp>
        <p:sp>
          <p:nvSpPr>
            <p:cNvPr id="49" name="diagram block">
              <a:extLst>
                <a:ext uri="{FF2B5EF4-FFF2-40B4-BE49-F238E27FC236}">
                  <ns2:creationId id="{0F22A642-4B9C-47DE-B271-BA5913738603}"/>
                </a:ext>
              </a:extLst>
            </p:cNvPr>
            <p:cNvSpPr>
              <a:spLocks noGrp="1"/>
            </p:cNvSpPr>
            <p:nvPr/>
          </p:nvSpPr>
          <p:spPr>
            <a:xfrm>
              <a:off x="1908783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</p:sp>
        <p:sp>
          <p:nvSpPr>
            <p:cNvPr id="50" name="Student scalar distribution">
              <a:extLst>
                <a:ext uri="{FF2B5EF4-FFF2-40B4-BE49-F238E27FC236}">
                  <ns2:creationId id="{38B55C40-DDF3-41F3-8B95-D52F30FFF387}"/>
                </a:ext>
              </a:extLst>
            </p:cNvPr>
            <p:cNvSpPr>
              <a:spLocks noGrp="1"/>
            </p:cNvSpPr>
            <p:nvPr/>
          </p:nvSpPr>
          <p:spPr>
            <a:xfrm>
              <a:off x="1934589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Student scalar distribution</a:t>
              </a:r>
            </a:p>
          </p:txBody>
        </p:sp>
        <p:sp>
          <p:nvSpPr>
            <p:cNvPr id="51" name="diagram block">
              <a:extLst>
                <a:ext uri="{FF2B5EF4-FFF2-40B4-BE49-F238E27FC236}">
                  <ns2:creationId id="{52E62871-AFF6-4AAB-822F-D9B8E181EDB8}"/>
                </a:ext>
              </a:extLst>
            </p:cNvPr>
            <p:cNvSpPr>
              <a:spLocks noGrp="1"/>
            </p:cNvSpPr>
            <p:nvPr/>
          </p:nvSpPr>
          <p:spPr>
            <a:xfrm>
              <a:off x="602980" y="2725153"/>
              <a:ext cx="1042577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</p:sp>
        <p:cxnSp>
          <p:nvCxnSpPr>
            <p:cNvPr id="52" name="native PowerPoint connector">
              <a:extLst>
                <a:ext uri="{FF2B5EF4-FFF2-40B4-BE49-F238E27FC236}">
                  <ns2:creationId id="{ADD07C51-BEEE-4FF2-9493-813579704D18}"/>
                </a:ext>
              </a:extLst>
            </p:cNvPr>
            <p:cNvCxnSpPr/>
            <p:nvPr/>
          </p:nvCxnSpPr>
          <p:spPr>
            <a:xfrm flipH="0" flipV="0">
              <a:off x="602980" y="3017625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3" name="0.1">
              <a:extLst>
                <a:ext uri="{FF2B5EF4-FFF2-40B4-BE49-F238E27FC236}">
                  <ns2:creationId id="{293A8C9E-0EE8-45EE-8215-6E798C30A60F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54" name="native PowerPoint connector">
              <a:extLst>
                <a:ext uri="{FF2B5EF4-FFF2-40B4-BE49-F238E27FC236}">
                  <ns2:creationId id="{D4584FC0-7DBC-4F0C-9D10-87BF1239F5C9}"/>
                </a:ext>
              </a:extLst>
            </p:cNvPr>
            <p:cNvCxnSpPr/>
            <p:nvPr/>
          </p:nvCxnSpPr>
          <p:spPr>
            <a:xfrm flipH="0" flipV="0">
              <a:off x="602980" y="2871389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5" name="0.2">
              <a:extLst>
                <a:ext uri="{FF2B5EF4-FFF2-40B4-BE49-F238E27FC236}">
                  <ns2:creationId id="{1C55B5F0-CEDB-47CD-B44B-DBBB086D47ED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56" name="native PowerPoint connector">
              <a:extLst>
                <a:ext uri="{FF2B5EF4-FFF2-40B4-BE49-F238E27FC236}">
                  <ns2:creationId id="{65E33AD5-AD65-427E-814A-89B78E5139BE}"/>
                </a:ext>
              </a:extLst>
            </p:cNvPr>
            <p:cNvCxnSpPr/>
            <p:nvPr/>
          </p:nvCxnSpPr>
          <p:spPr>
            <a:xfrm flipH="0" flipV="0">
              <a:off x="602980" y="2725153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7" name="0.3">
              <a:extLst>
                <a:ext uri="{FF2B5EF4-FFF2-40B4-BE49-F238E27FC236}">
                  <ns2:creationId id="{D508401C-7133-479F-BA07-3EE7CC47EA2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58" name="native PowerPoint connector">
              <a:extLst>
                <a:ext uri="{FF2B5EF4-FFF2-40B4-BE49-F238E27FC236}">
                  <ns2:creationId id="{8F032BF3-1275-43EB-B3EC-742EBF81BF18}"/>
                </a:ext>
              </a:extLst>
            </p:cNvPr>
            <p:cNvCxnSpPr/>
            <p:nvPr/>
          </p:nvCxnSpPr>
          <p:spPr>
            <a:xfrm flipH="0" flipV="0">
              <a:off x="602980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59" name="native PowerPoint connector">
              <a:extLst>
                <a:ext uri="{FF2B5EF4-FFF2-40B4-BE49-F238E27FC236}">
                  <ns2:creationId id="{A98689B9-90F5-4E89-9A82-C5143F8A6E96}"/>
                </a:ext>
              </a:extLst>
            </p:cNvPr>
            <p:cNvCxnSpPr/>
            <p:nvPr/>
          </p:nvCxnSpPr>
          <p:spPr>
            <a:xfrm flipH="0" flipV="0">
              <a:off x="602980" y="3163861"/>
              <a:ext cx="1042577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60" name="0.0">
              <a:extLst>
                <a:ext uri="{FF2B5EF4-FFF2-40B4-BE49-F238E27FC236}">
                  <ns2:creationId id="{931EA1FF-634E-4EB0-B960-E6A995F28A0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61" name="diagram block">
              <a:extLst>
                <a:ext uri="{FF2B5EF4-FFF2-40B4-BE49-F238E27FC236}">
                  <ns2:creationId id="{D1782DCB-DFCE-4A39-8A05-5887D79567AE}"/>
                </a:ext>
              </a:extLst>
            </p:cNvPr>
            <p:cNvSpPr>
              <a:spLocks noGrp="1"/>
            </p:cNvSpPr>
            <p:nvPr/>
          </p:nvSpPr>
          <p:spPr>
            <a:xfrm>
              <a:off x="610722" y="3161229"/>
              <a:ext cx="49677" cy="2632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2" name="native PowerPoint connector">
              <a:extLst>
                <a:ext uri="{FF2B5EF4-FFF2-40B4-BE49-F238E27FC236}">
                  <ns2:creationId id="{B7208CCF-CC52-44A6-B379-5C9586502995}"/>
                </a:ext>
              </a:extLst>
            </p:cNvPr>
            <p:cNvCxnSpPr/>
            <p:nvPr/>
          </p:nvCxnSpPr>
          <p:spPr>
            <a:xfrm flipH="0" flipV="0">
              <a:off x="63556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3" name="diagram block">
              <a:extLst>
                <a:ext uri="{FF2B5EF4-FFF2-40B4-BE49-F238E27FC236}">
                  <ns2:creationId id="{02415AD1-A584-4814-97EF-462B130CA1DE}"/>
                </a:ext>
              </a:extLst>
            </p:cNvPr>
            <p:cNvSpPr>
              <a:spLocks noGrp="1"/>
            </p:cNvSpPr>
            <p:nvPr/>
          </p:nvSpPr>
          <p:spPr>
            <a:xfrm>
              <a:off x="675883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4" name="native PowerPoint connector">
              <a:extLst>
                <a:ext uri="{FF2B5EF4-FFF2-40B4-BE49-F238E27FC236}">
                  <ns2:creationId id="{CC523B8F-ED77-49D9-815C-72CF560BB853}"/>
                </a:ext>
              </a:extLst>
            </p:cNvPr>
            <p:cNvCxnSpPr/>
            <p:nvPr/>
          </p:nvCxnSpPr>
          <p:spPr>
            <a:xfrm flipH="0" flipV="0">
              <a:off x="70072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5" name="diagram block">
              <a:extLst>
                <a:ext uri="{FF2B5EF4-FFF2-40B4-BE49-F238E27FC236}">
                  <ns2:creationId id="{8BBCB1D0-937D-478B-89B1-6EB95DF097CF}"/>
                </a:ext>
              </a:extLst>
            </p:cNvPr>
            <p:cNvSpPr>
              <a:spLocks noGrp="1"/>
            </p:cNvSpPr>
            <p:nvPr/>
          </p:nvSpPr>
          <p:spPr>
            <a:xfrm>
              <a:off x="741044" y="3151577"/>
              <a:ext cx="49677" cy="122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6" name="native PowerPoint connector">
              <a:extLst>
                <a:ext uri="{FF2B5EF4-FFF2-40B4-BE49-F238E27FC236}">
                  <ns2:creationId id="{23C84CC5-3CE1-40A9-B5B3-C3C1140080B7}"/>
                </a:ext>
              </a:extLst>
            </p:cNvPr>
            <p:cNvCxnSpPr/>
            <p:nvPr/>
          </p:nvCxnSpPr>
          <p:spPr>
            <a:xfrm flipH="0" flipV="0">
              <a:off x="76588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7" name="diagram block">
              <a:extLst>
                <a:ext uri="{FF2B5EF4-FFF2-40B4-BE49-F238E27FC236}">
                  <ns2:creationId id="{57E67A68-127F-464B-9D80-78AA339B0C21}"/>
                </a:ext>
              </a:extLst>
            </p:cNvPr>
            <p:cNvSpPr>
              <a:spLocks noGrp="1"/>
            </p:cNvSpPr>
            <p:nvPr/>
          </p:nvSpPr>
          <p:spPr>
            <a:xfrm>
              <a:off x="806206" y="3139732"/>
              <a:ext cx="49677" cy="24129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8" name="native PowerPoint connector">
              <a:extLst>
                <a:ext uri="{FF2B5EF4-FFF2-40B4-BE49-F238E27FC236}">
                  <ns2:creationId id="{9ACD3FED-9E7A-4B3C-869A-CF8376174B90}"/>
                </a:ext>
              </a:extLst>
            </p:cNvPr>
            <p:cNvCxnSpPr/>
            <p:nvPr/>
          </p:nvCxnSpPr>
          <p:spPr>
            <a:xfrm flipH="0" flipV="0">
              <a:off x="8310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9" name="diagram block">
              <a:extLst>
                <a:ext uri="{FF2B5EF4-FFF2-40B4-BE49-F238E27FC236}">
                  <ns2:creationId id="{C9F7D3E5-D9B4-401E-9F9C-56DF5AC1B491}"/>
                </a:ext>
              </a:extLst>
            </p:cNvPr>
            <p:cNvSpPr>
              <a:spLocks noGrp="1"/>
            </p:cNvSpPr>
            <p:nvPr/>
          </p:nvSpPr>
          <p:spPr>
            <a:xfrm>
              <a:off x="871367" y="3119990"/>
              <a:ext cx="49677" cy="43871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0" name="native PowerPoint connector">
              <a:extLst>
                <a:ext uri="{FF2B5EF4-FFF2-40B4-BE49-F238E27FC236}">
                  <ns2:creationId id="{4AD13234-D4A5-48CE-9C49-770F8EF17525}"/>
                </a:ext>
              </a:extLst>
            </p:cNvPr>
            <p:cNvCxnSpPr/>
            <p:nvPr/>
          </p:nvCxnSpPr>
          <p:spPr>
            <a:xfrm flipH="0" flipV="0">
              <a:off x="8962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1" name="diagram block">
              <a:extLst>
                <a:ext uri="{FF2B5EF4-FFF2-40B4-BE49-F238E27FC236}">
                  <ns2:creationId id="{7BE6B2BB-355F-46D5-904D-8C617337E37A}"/>
                </a:ext>
              </a:extLst>
            </p:cNvPr>
            <p:cNvSpPr>
              <a:spLocks noGrp="1"/>
            </p:cNvSpPr>
            <p:nvPr/>
          </p:nvSpPr>
          <p:spPr>
            <a:xfrm>
              <a:off x="936528" y="3093668"/>
              <a:ext cx="49677" cy="70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2" name="native PowerPoint connector">
              <a:extLst>
                <a:ext uri="{FF2B5EF4-FFF2-40B4-BE49-F238E27FC236}">
                  <ns2:creationId id="{1613A1A3-BDD8-42E1-AC85-1C3615EDF451}"/>
                </a:ext>
              </a:extLst>
            </p:cNvPr>
            <p:cNvCxnSpPr/>
            <p:nvPr/>
          </p:nvCxnSpPr>
          <p:spPr>
            <a:xfrm flipH="0" flipV="0">
              <a:off x="96136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3" name="diagram block">
              <a:extLst>
                <a:ext uri="{FF2B5EF4-FFF2-40B4-BE49-F238E27FC236}">
                  <ns2:creationId id="{0D3BFAA6-26E6-4DA9-9EAF-34FEA436CD8F}"/>
                </a:ext>
              </a:extLst>
            </p:cNvPr>
            <p:cNvSpPr>
              <a:spLocks noGrp="1"/>
            </p:cNvSpPr>
            <p:nvPr/>
          </p:nvSpPr>
          <p:spPr>
            <a:xfrm>
              <a:off x="1001689" y="3041023"/>
              <a:ext cx="49677" cy="122838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4" name="native PowerPoint connector">
              <a:extLst>
                <a:ext uri="{FF2B5EF4-FFF2-40B4-BE49-F238E27FC236}">
                  <ns2:creationId id="{EA6F19F7-CE3F-4C6B-AB23-CFC16A6A05F2}"/>
                </a:ext>
              </a:extLst>
            </p:cNvPr>
            <p:cNvCxnSpPr/>
            <p:nvPr/>
          </p:nvCxnSpPr>
          <p:spPr>
            <a:xfrm flipH="0" flipV="0">
              <a:off x="102652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5" name="diagram block">
              <a:extLst>
                <a:ext uri="{FF2B5EF4-FFF2-40B4-BE49-F238E27FC236}">
                  <ns2:creationId id="{A01C1AA7-EFC3-4805-9DB6-2241DEB168FF}"/>
                </a:ext>
              </a:extLst>
            </p:cNvPr>
            <p:cNvSpPr>
              <a:spLocks noGrp="1"/>
            </p:cNvSpPr>
            <p:nvPr/>
          </p:nvSpPr>
          <p:spPr>
            <a:xfrm>
              <a:off x="1066850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6" name="native PowerPoint connector">
              <a:extLst>
                <a:ext uri="{FF2B5EF4-FFF2-40B4-BE49-F238E27FC236}">
                  <ns2:creationId id="{A9E64A70-4CB4-4B53-B6EF-B684AEC960F5}"/>
                </a:ext>
              </a:extLst>
            </p:cNvPr>
            <p:cNvCxnSpPr/>
            <p:nvPr/>
          </p:nvCxnSpPr>
          <p:spPr>
            <a:xfrm flipH="0" flipV="0">
              <a:off x="109168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7" name="diagram block">
              <a:extLst>
                <a:ext uri="{FF2B5EF4-FFF2-40B4-BE49-F238E27FC236}">
                  <ns2:creationId id="{1D05F244-92A3-4B3B-A7DB-226049462045}"/>
                </a:ext>
              </a:extLst>
            </p:cNvPr>
            <p:cNvSpPr>
              <a:spLocks noGrp="1"/>
            </p:cNvSpPr>
            <p:nvPr/>
          </p:nvSpPr>
          <p:spPr>
            <a:xfrm>
              <a:off x="1132011" y="2856765"/>
              <a:ext cx="49677" cy="30709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8" name="native PowerPoint connector">
              <a:extLst>
                <a:ext uri="{FF2B5EF4-FFF2-40B4-BE49-F238E27FC236}">
                  <ns2:creationId id="{81E82338-7632-4987-B95E-FE4415554681}"/>
                </a:ext>
              </a:extLst>
            </p:cNvPr>
            <p:cNvCxnSpPr/>
            <p:nvPr/>
          </p:nvCxnSpPr>
          <p:spPr>
            <a:xfrm flipH="0" flipV="0">
              <a:off x="115685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9" name="diagram block">
              <a:extLst>
                <a:ext uri="{FF2B5EF4-FFF2-40B4-BE49-F238E27FC236}">
                  <ns2:creationId id="{A89FBEBF-9DF1-422B-9B90-1AEB459EBFF0}"/>
                </a:ext>
              </a:extLst>
            </p:cNvPr>
            <p:cNvSpPr>
              <a:spLocks noGrp="1"/>
            </p:cNvSpPr>
            <p:nvPr/>
          </p:nvSpPr>
          <p:spPr>
            <a:xfrm>
              <a:off x="1197172" y="2773411"/>
              <a:ext cx="49677" cy="390450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0" name="native PowerPoint connector">
              <a:extLst>
                <a:ext uri="{FF2B5EF4-FFF2-40B4-BE49-F238E27FC236}">
                  <ns2:creationId id="{2BC65C08-26C7-4267-8EB8-77C851B45985}"/>
                </a:ext>
              </a:extLst>
            </p:cNvPr>
            <p:cNvCxnSpPr/>
            <p:nvPr/>
          </p:nvCxnSpPr>
          <p:spPr>
            <a:xfrm flipH="0" flipV="0">
              <a:off x="122201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1" name="diagram block">
              <a:extLst>
                <a:ext uri="{FF2B5EF4-FFF2-40B4-BE49-F238E27FC236}">
                  <ns2:creationId id="{BB64617C-4540-4130-A06B-308C5F44115E}"/>
                </a:ext>
              </a:extLst>
            </p:cNvPr>
            <p:cNvSpPr>
              <a:spLocks noGrp="1"/>
            </p:cNvSpPr>
            <p:nvPr/>
          </p:nvSpPr>
          <p:spPr>
            <a:xfrm>
              <a:off x="1262333" y="2826056"/>
              <a:ext cx="49677" cy="337805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2" name="native PowerPoint connector">
              <a:extLst>
                <a:ext uri="{FF2B5EF4-FFF2-40B4-BE49-F238E27FC236}">
                  <ns2:creationId id="{03359042-DFE6-4A83-AC4B-93A3138AD330}"/>
                </a:ext>
              </a:extLst>
            </p:cNvPr>
            <p:cNvCxnSpPr/>
            <p:nvPr/>
          </p:nvCxnSpPr>
          <p:spPr>
            <a:xfrm flipH="0" flipV="0">
              <a:off x="128717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3" name="diagram block">
              <a:extLst>
                <a:ext uri="{FF2B5EF4-FFF2-40B4-BE49-F238E27FC236}">
                  <ns2:creationId id="{C555442A-3EFA-4890-BE13-D3ADBB00994A}"/>
                </a:ext>
              </a:extLst>
            </p:cNvPr>
            <p:cNvSpPr>
              <a:spLocks noGrp="1"/>
            </p:cNvSpPr>
            <p:nvPr/>
          </p:nvSpPr>
          <p:spPr>
            <a:xfrm>
              <a:off x="1327494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4" name="native PowerPoint connector">
              <a:extLst>
                <a:ext uri="{FF2B5EF4-FFF2-40B4-BE49-F238E27FC236}">
                  <ns2:creationId id="{0AE2A7F1-A010-47A2-A910-5CFE5C5AD11A}"/>
                </a:ext>
              </a:extLst>
            </p:cNvPr>
            <p:cNvCxnSpPr/>
            <p:nvPr/>
          </p:nvCxnSpPr>
          <p:spPr>
            <a:xfrm flipH="0" flipV="0">
              <a:off x="135233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5" name="diagram block">
              <a:extLst>
                <a:ext uri="{FF2B5EF4-FFF2-40B4-BE49-F238E27FC236}">
                  <ns2:creationId id="{62A279DE-416E-4DC7-9DBD-1D665634D3D3}"/>
                </a:ext>
              </a:extLst>
            </p:cNvPr>
            <p:cNvSpPr>
              <a:spLocks noGrp="1"/>
            </p:cNvSpPr>
            <p:nvPr/>
          </p:nvSpPr>
          <p:spPr>
            <a:xfrm>
              <a:off x="1392655" y="3067345"/>
              <a:ext cx="49677" cy="9651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6" name="native PowerPoint connector">
              <a:extLst>
                <a:ext uri="{FF2B5EF4-FFF2-40B4-BE49-F238E27FC236}">
                  <ns2:creationId id="{080C5805-1BEB-49E6-ACC3-FA6559870CAE}"/>
                </a:ext>
              </a:extLst>
            </p:cNvPr>
            <p:cNvCxnSpPr/>
            <p:nvPr/>
          </p:nvCxnSpPr>
          <p:spPr>
            <a:xfrm flipH="0" flipV="0">
              <a:off x="141749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7" name="diagram block">
              <a:extLst>
                <a:ext uri="{FF2B5EF4-FFF2-40B4-BE49-F238E27FC236}">
                  <ns2:creationId id="{C950697A-10AC-458C-BD8E-8AE6BC746121}"/>
                </a:ext>
              </a:extLst>
            </p:cNvPr>
            <p:cNvSpPr>
              <a:spLocks noGrp="1"/>
            </p:cNvSpPr>
            <p:nvPr/>
          </p:nvSpPr>
          <p:spPr>
            <a:xfrm>
              <a:off x="1457816" y="3124377"/>
              <a:ext cx="49677" cy="394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8" name="native PowerPoint connector">
              <a:extLst>
                <a:ext uri="{FF2B5EF4-FFF2-40B4-BE49-F238E27FC236}">
                  <ns2:creationId id="{4EA0EC9C-FE5A-4A32-B7F8-651199DB3FDF}"/>
                </a:ext>
              </a:extLst>
            </p:cNvPr>
            <p:cNvCxnSpPr/>
            <p:nvPr/>
          </p:nvCxnSpPr>
          <p:spPr>
            <a:xfrm flipH="0" flipV="0">
              <a:off x="148265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9" name="diagram block">
              <a:extLst>
                <a:ext uri="{FF2B5EF4-FFF2-40B4-BE49-F238E27FC236}">
                  <ns2:creationId id="{059DB505-35BC-4D90-BC3E-951726379F74}"/>
                </a:ext>
              </a:extLst>
            </p:cNvPr>
            <p:cNvSpPr>
              <a:spLocks noGrp="1"/>
            </p:cNvSpPr>
            <p:nvPr/>
          </p:nvSpPr>
          <p:spPr>
            <a:xfrm>
              <a:off x="1522977" y="3148067"/>
              <a:ext cx="49677" cy="157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90" name="native PowerPoint connector">
              <a:extLst>
                <a:ext uri="{FF2B5EF4-FFF2-40B4-BE49-F238E27FC236}">
                  <ns2:creationId id="{E8388D6D-01EB-405D-9A1E-3F56FD416F24}"/>
                </a:ext>
              </a:extLst>
            </p:cNvPr>
            <p:cNvCxnSpPr/>
            <p:nvPr/>
          </p:nvCxnSpPr>
          <p:spPr>
            <a:xfrm flipH="0" flipV="0">
              <a:off x="154781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1" name="diagram block">
              <a:extLst>
                <a:ext uri="{FF2B5EF4-FFF2-40B4-BE49-F238E27FC236}">
                  <ns2:creationId id="{6416230D-0D0B-4C64-9A69-96E47EDA2A66}"/>
                </a:ext>
              </a:extLst>
            </p:cNvPr>
            <p:cNvSpPr>
              <a:spLocks noGrp="1"/>
            </p:cNvSpPr>
            <p:nvPr/>
          </p:nvSpPr>
          <p:spPr>
            <a:xfrm>
              <a:off x="1588139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92" name="native PowerPoint connector">
              <a:extLst>
                <a:ext uri="{FF2B5EF4-FFF2-40B4-BE49-F238E27FC236}">
                  <ns2:creationId id="{CAF3751E-20BB-4C6C-8DFA-D548ACC2B5B6}"/>
                </a:ext>
              </a:extLst>
            </p:cNvPr>
            <p:cNvCxnSpPr/>
            <p:nvPr/>
          </p:nvCxnSpPr>
          <p:spPr>
            <a:xfrm flipH="0" flipV="0">
              <a:off x="161297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3" name="1">
              <a:extLst>
                <a:ext uri="{FF2B5EF4-FFF2-40B4-BE49-F238E27FC236}">
                  <ns2:creationId id="{F59CDB0D-B78A-4B6F-AA2F-45E78489B5CF}"/>
                </a:ext>
              </a:extLst>
            </p:cNvPr>
            <p:cNvSpPr>
              <a:spLocks noGrp="1"/>
            </p:cNvSpPr>
            <p:nvPr/>
          </p:nvSpPr>
          <p:spPr>
            <a:xfrm>
              <a:off x="577174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94" name="4">
              <a:extLst>
                <a:ext uri="{FF2B5EF4-FFF2-40B4-BE49-F238E27FC236}">
                  <ns2:creationId id="{CEC47E62-58BF-4A4A-8BA2-19EEB7D9E19D}"/>
                </a:ext>
              </a:extLst>
            </p:cNvPr>
            <p:cNvSpPr>
              <a:spLocks noGrp="1"/>
            </p:cNvSpPr>
            <p:nvPr/>
          </p:nvSpPr>
          <p:spPr>
            <a:xfrm>
              <a:off x="7726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95" name="8">
              <a:extLst>
                <a:ext uri="{FF2B5EF4-FFF2-40B4-BE49-F238E27FC236}">
                  <ns2:creationId id="{35125D92-7057-43F6-9196-803A9EBE421C}"/>
                </a:ext>
              </a:extLst>
            </p:cNvPr>
            <p:cNvSpPr>
              <a:spLocks noGrp="1"/>
            </p:cNvSpPr>
            <p:nvPr/>
          </p:nvSpPr>
          <p:spPr>
            <a:xfrm>
              <a:off x="1033302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96" name="12">
              <a:extLst>
                <a:ext uri="{FF2B5EF4-FFF2-40B4-BE49-F238E27FC236}">
                  <ns2:creationId id="{3EDDB9EF-D0AE-44ED-96DC-3E0105E413C2}"/>
                </a:ext>
              </a:extLst>
            </p:cNvPr>
            <p:cNvSpPr>
              <a:spLocks noGrp="1"/>
            </p:cNvSpPr>
            <p:nvPr/>
          </p:nvSpPr>
          <p:spPr>
            <a:xfrm>
              <a:off x="1293946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97" name="16">
              <a:extLst>
                <a:ext uri="{FF2B5EF4-FFF2-40B4-BE49-F238E27FC236}">
                  <ns2:creationId id="{3FDAFD5B-A0C5-4D42-978E-9AF1AD61A68E}"/>
                </a:ext>
              </a:extLst>
            </p:cNvPr>
            <p:cNvSpPr>
              <a:spLocks noGrp="1"/>
            </p:cNvSpPr>
            <p:nvPr/>
          </p:nvSpPr>
          <p:spPr>
            <a:xfrm>
              <a:off x="1554590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98" name="Bin index">
              <a:extLst>
                <a:ext uri="{FF2B5EF4-FFF2-40B4-BE49-F238E27FC236}">
                  <ns2:creationId id="{D565563D-DB10-481A-8E6D-8642A0806B54}"/>
                </a:ext>
              </a:extLst>
            </p:cNvPr>
            <p:cNvSpPr>
              <a:spLocks noGrp="1"/>
            </p:cNvSpPr>
            <p:nvPr/>
          </p:nvSpPr>
          <p:spPr>
            <a:xfrm>
              <a:off x="835238" y="3323860"/>
              <a:ext cx="603869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99" name="Probability">
              <a:extLst>
                <a:ext uri="{FF2B5EF4-FFF2-40B4-BE49-F238E27FC236}">
                  <ns2:creationId id="{B29A8C57-44C5-421D-BA9C-73A06ED67FEB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02337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00" name="diagram block">
              <a:extLst>
                <a:ext uri="{FF2B5EF4-FFF2-40B4-BE49-F238E27FC236}">
                  <ns2:creationId id="{7E05041E-3433-4AB0-8637-8E005845351F}"/>
                </a:ext>
              </a:extLst>
            </p:cNvPr>
            <p:cNvSpPr>
              <a:spLocks noGrp="1"/>
            </p:cNvSpPr>
            <p:nvPr/>
          </p:nvSpPr>
          <p:spPr>
            <a:xfrm>
              <a:off x="2001686" y="2725153"/>
              <a:ext cx="1037416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</p:sp>
        <p:cxnSp>
          <p:nvCxnSpPr>
            <p:cNvPr id="101" name="native PowerPoint connector">
              <a:extLst>
                <a:ext uri="{FF2B5EF4-FFF2-40B4-BE49-F238E27FC236}">
                  <ns2:creationId id="{D0E9F986-A0DF-45BE-8F16-2DF36CF4171E}"/>
                </a:ext>
              </a:extLst>
            </p:cNvPr>
            <p:cNvCxnSpPr/>
            <p:nvPr/>
          </p:nvCxnSpPr>
          <p:spPr>
            <a:xfrm flipH="0" flipV="0">
              <a:off x="2001686" y="3017625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2" name="0.1">
              <a:extLst>
                <a:ext uri="{FF2B5EF4-FFF2-40B4-BE49-F238E27FC236}">
                  <ns2:creationId id="{D11B13B1-AC92-41E6-8790-5F2EE7288B53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103" name="native PowerPoint connector">
              <a:extLst>
                <a:ext uri="{FF2B5EF4-FFF2-40B4-BE49-F238E27FC236}">
                  <ns2:creationId id="{00F99049-9B2F-4C45-AB30-8F5BA59181E1}"/>
                </a:ext>
              </a:extLst>
            </p:cNvPr>
            <p:cNvCxnSpPr/>
            <p:nvPr/>
          </p:nvCxnSpPr>
          <p:spPr>
            <a:xfrm flipH="0" flipV="0">
              <a:off x="2001686" y="2871389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4" name="0.2">
              <a:extLst>
                <a:ext uri="{FF2B5EF4-FFF2-40B4-BE49-F238E27FC236}">
                  <ns2:creationId id="{0018FEAC-F170-4245-A951-9DC6F8E260DC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105" name="native PowerPoint connector">
              <a:extLst>
                <a:ext uri="{FF2B5EF4-FFF2-40B4-BE49-F238E27FC236}">
                  <ns2:creationId id="{CC8AF886-2362-453D-ABE3-39A6BC162125}"/>
                </a:ext>
              </a:extLst>
            </p:cNvPr>
            <p:cNvCxnSpPr/>
            <p:nvPr/>
          </p:nvCxnSpPr>
          <p:spPr>
            <a:xfrm flipH="0" flipV="0">
              <a:off x="2001686" y="2725153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6" name="0.3">
              <a:extLst>
                <a:ext uri="{FF2B5EF4-FFF2-40B4-BE49-F238E27FC236}">
                  <ns2:creationId id="{4E6773FB-5AA8-4F3F-AC9E-CDD6C94F7C7E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107" name="native PowerPoint connector">
              <a:extLst>
                <a:ext uri="{FF2B5EF4-FFF2-40B4-BE49-F238E27FC236}">
                  <ns2:creationId id="{234E6DDB-2341-4AC1-912D-653DA5C83B98}"/>
                </a:ext>
              </a:extLst>
            </p:cNvPr>
            <p:cNvCxnSpPr/>
            <p:nvPr/>
          </p:nvCxnSpPr>
          <p:spPr>
            <a:xfrm flipH="0" flipV="0">
              <a:off x="2001686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108" name="native PowerPoint connector">
              <a:extLst>
                <a:ext uri="{FF2B5EF4-FFF2-40B4-BE49-F238E27FC236}">
                  <ns2:creationId id="{0FCF8F40-A44D-40C3-A35A-1C3040D3B986}"/>
                </a:ext>
              </a:extLst>
            </p:cNvPr>
            <p:cNvCxnSpPr/>
            <p:nvPr/>
          </p:nvCxnSpPr>
          <p:spPr>
            <a:xfrm flipH="0" flipV="0">
              <a:off x="2001686" y="3163861"/>
              <a:ext cx="1037416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109" name="0.0">
              <a:extLst>
                <a:ext uri="{FF2B5EF4-FFF2-40B4-BE49-F238E27FC236}">
                  <ns2:creationId id="{6E03F014-C94A-4E38-AB1D-628EE6508548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0" name="diagram block">
              <a:extLst>
                <a:ext uri="{FF2B5EF4-FFF2-40B4-BE49-F238E27FC236}">
                  <ns2:creationId id="{0F6ECA74-B0EA-4715-A49C-DE0BBDBD9197}"/>
                </a:ext>
              </a:extLst>
            </p:cNvPr>
            <p:cNvSpPr>
              <a:spLocks noGrp="1"/>
            </p:cNvSpPr>
            <p:nvPr/>
          </p:nvSpPr>
          <p:spPr>
            <a:xfrm>
              <a:off x="2009427" y="3160790"/>
              <a:ext cx="49355" cy="307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1" name="native PowerPoint connector">
              <a:extLst>
                <a:ext uri="{FF2B5EF4-FFF2-40B4-BE49-F238E27FC236}">
                  <ns2:creationId id="{5F6EE8F2-8585-4828-A327-CF60C610B06B}"/>
                </a:ext>
              </a:extLst>
            </p:cNvPr>
            <p:cNvCxnSpPr/>
            <p:nvPr/>
          </p:nvCxnSpPr>
          <p:spPr>
            <a:xfrm flipH="0" flipV="0">
              <a:off x="20341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2" name="diagram block">
              <a:extLst>
                <a:ext uri="{FF2B5EF4-FFF2-40B4-BE49-F238E27FC236}">
                  <ns2:creationId id="{5C4F21F4-2DC2-42A3-A65A-827BA1F2981F}"/>
                </a:ext>
              </a:extLst>
            </p:cNvPr>
            <p:cNvSpPr>
              <a:spLocks noGrp="1"/>
            </p:cNvSpPr>
            <p:nvPr/>
          </p:nvSpPr>
          <p:spPr>
            <a:xfrm>
              <a:off x="2074266" y="3155964"/>
              <a:ext cx="49355" cy="78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3" name="native PowerPoint connector">
              <a:extLst>
                <a:ext uri="{FF2B5EF4-FFF2-40B4-BE49-F238E27FC236}">
                  <ns2:creationId id="{DA46FB90-DEC9-4211-801D-21280D929712}"/>
                </a:ext>
              </a:extLst>
            </p:cNvPr>
            <p:cNvCxnSpPr/>
            <p:nvPr/>
          </p:nvCxnSpPr>
          <p:spPr>
            <a:xfrm flipH="0" flipV="0">
              <a:off x="209894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4" name="diagram block">
              <a:extLst>
                <a:ext uri="{FF2B5EF4-FFF2-40B4-BE49-F238E27FC236}">
                  <ns2:creationId id="{9358551B-60F8-497A-9FE9-45BA22DB79C6}"/>
                </a:ext>
              </a:extLst>
            </p:cNvPr>
            <p:cNvSpPr>
              <a:spLocks noGrp="1"/>
            </p:cNvSpPr>
            <p:nvPr/>
          </p:nvSpPr>
          <p:spPr>
            <a:xfrm>
              <a:off x="2139105" y="3145435"/>
              <a:ext cx="49355" cy="18426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5" name="native PowerPoint connector">
              <a:extLst>
                <a:ext uri="{FF2B5EF4-FFF2-40B4-BE49-F238E27FC236}">
                  <ns2:creationId id="{94EAE91B-71CB-4747-BDB4-8860A3E91429}"/>
                </a:ext>
              </a:extLst>
            </p:cNvPr>
            <p:cNvCxnSpPr/>
            <p:nvPr/>
          </p:nvCxnSpPr>
          <p:spPr>
            <a:xfrm flipH="0" flipV="0">
              <a:off x="21637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6" name="diagram block">
              <a:extLst>
                <a:ext uri="{FF2B5EF4-FFF2-40B4-BE49-F238E27FC236}">
                  <ns2:creationId id="{D7698F18-FDBC-4B9D-8898-76DA495CEDD7}"/>
                </a:ext>
              </a:extLst>
            </p:cNvPr>
            <p:cNvSpPr>
              <a:spLocks noGrp="1"/>
            </p:cNvSpPr>
            <p:nvPr/>
          </p:nvSpPr>
          <p:spPr>
            <a:xfrm>
              <a:off x="2203943" y="3124377"/>
              <a:ext cx="49355" cy="39484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7" name="native PowerPoint connector">
              <a:extLst>
                <a:ext uri="{FF2B5EF4-FFF2-40B4-BE49-F238E27FC236}">
                  <ns2:creationId id="{A5A99672-14DB-4080-AAD6-29E1727D73B8}"/>
                </a:ext>
              </a:extLst>
            </p:cNvPr>
            <p:cNvCxnSpPr/>
            <p:nvPr/>
          </p:nvCxnSpPr>
          <p:spPr>
            <a:xfrm flipH="0" flipV="0">
              <a:off x="222862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8" name="diagram block">
              <a:extLst>
                <a:ext uri="{FF2B5EF4-FFF2-40B4-BE49-F238E27FC236}">
                  <ns2:creationId id="{64A6A7AF-FF0D-490C-9DE7-C2FF6ABDA32B}"/>
                </a:ext>
              </a:extLst>
            </p:cNvPr>
            <p:cNvSpPr>
              <a:spLocks noGrp="1"/>
            </p:cNvSpPr>
            <p:nvPr/>
          </p:nvSpPr>
          <p:spPr>
            <a:xfrm>
              <a:off x="2268782" y="3084893"/>
              <a:ext cx="49355" cy="7896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9" name="native PowerPoint connector">
              <a:extLst>
                <a:ext uri="{FF2B5EF4-FFF2-40B4-BE49-F238E27FC236}">
                  <ns2:creationId id="{35C4E0C3-9954-41F8-B021-4AD59881B69B}"/>
                </a:ext>
              </a:extLst>
            </p:cNvPr>
            <p:cNvCxnSpPr/>
            <p:nvPr/>
          </p:nvCxnSpPr>
          <p:spPr>
            <a:xfrm flipH="0" flipV="0">
              <a:off x="2293459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0" name="diagram block">
              <a:extLst>
                <a:ext uri="{FF2B5EF4-FFF2-40B4-BE49-F238E27FC236}">
                  <ns2:creationId id="{4B356993-1051-4948-A1C5-348287F35B3F}"/>
                </a:ext>
              </a:extLst>
            </p:cNvPr>
            <p:cNvSpPr>
              <a:spLocks noGrp="1"/>
            </p:cNvSpPr>
            <p:nvPr/>
          </p:nvSpPr>
          <p:spPr>
            <a:xfrm>
              <a:off x="2333620" y="3010313"/>
              <a:ext cx="49355" cy="153548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1" name="native PowerPoint connector">
              <a:extLst>
                <a:ext uri="{FF2B5EF4-FFF2-40B4-BE49-F238E27FC236}">
                  <ns2:creationId id="{4FB4BEE1-DE2C-4664-BCDF-0FF9EB09D28E}"/>
                </a:ext>
              </a:extLst>
            </p:cNvPr>
            <p:cNvCxnSpPr/>
            <p:nvPr/>
          </p:nvCxnSpPr>
          <p:spPr>
            <a:xfrm flipH="0" flipV="0">
              <a:off x="235829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2" name="diagram block">
              <a:extLst>
                <a:ext uri="{FF2B5EF4-FFF2-40B4-BE49-F238E27FC236}">
                  <ns2:creationId id="{481FAA51-6F84-4C90-997E-10FF2539C019}"/>
                </a:ext>
              </a:extLst>
            </p:cNvPr>
            <p:cNvSpPr>
              <a:spLocks noGrp="1"/>
            </p:cNvSpPr>
            <p:nvPr/>
          </p:nvSpPr>
          <p:spPr>
            <a:xfrm>
              <a:off x="2398459" y="2900636"/>
              <a:ext cx="49355" cy="263225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3" name="native PowerPoint connector">
              <a:extLst>
                <a:ext uri="{FF2B5EF4-FFF2-40B4-BE49-F238E27FC236}">
                  <ns2:creationId id="{C45A5D43-2B65-48BA-862E-6C1844A3F6EC}"/>
                </a:ext>
              </a:extLst>
            </p:cNvPr>
            <p:cNvCxnSpPr/>
            <p:nvPr/>
          </p:nvCxnSpPr>
          <p:spPr>
            <a:xfrm flipH="0" flipV="0">
              <a:off x="242313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4" name="diagram block">
              <a:extLst>
                <a:ext uri="{FF2B5EF4-FFF2-40B4-BE49-F238E27FC236}">
                  <ns2:creationId id="{90E1023D-DF4E-4B92-B560-F7D0C68E051E}"/>
                </a:ext>
              </a:extLst>
            </p:cNvPr>
            <p:cNvSpPr>
              <a:spLocks noGrp="1"/>
            </p:cNvSpPr>
            <p:nvPr/>
          </p:nvSpPr>
          <p:spPr>
            <a:xfrm>
              <a:off x="2463297" y="2804120"/>
              <a:ext cx="49355" cy="35974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5" name="native PowerPoint connector">
              <a:extLst>
                <a:ext uri="{FF2B5EF4-FFF2-40B4-BE49-F238E27FC236}">
                  <ns2:creationId id="{A137E755-BFC7-4594-9E1B-A271DF1DDC8F}"/>
                </a:ext>
              </a:extLst>
            </p:cNvPr>
            <p:cNvCxnSpPr/>
            <p:nvPr/>
          </p:nvCxnSpPr>
          <p:spPr>
            <a:xfrm flipH="0" flipV="0">
              <a:off x="248797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6" name="diagram block">
              <a:extLst>
                <a:ext uri="{FF2B5EF4-FFF2-40B4-BE49-F238E27FC236}">
                  <ns2:creationId id="{85BC5E09-A7AD-4824-93CC-B971BA6A712A}"/>
                </a:ext>
              </a:extLst>
            </p:cNvPr>
            <p:cNvSpPr>
              <a:spLocks noGrp="1"/>
            </p:cNvSpPr>
            <p:nvPr/>
          </p:nvSpPr>
          <p:spPr>
            <a:xfrm>
              <a:off x="2528136" y="2777798"/>
              <a:ext cx="49355" cy="386063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7" name="native PowerPoint connector">
              <a:extLst>
                <a:ext uri="{FF2B5EF4-FFF2-40B4-BE49-F238E27FC236}">
                  <ns2:creationId id="{EDC89302-D016-4BFC-AD7E-8044A483A216}"/>
                </a:ext>
              </a:extLst>
            </p:cNvPr>
            <p:cNvCxnSpPr/>
            <p:nvPr/>
          </p:nvCxnSpPr>
          <p:spPr>
            <a:xfrm flipH="0" flipV="0">
              <a:off x="255281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8" name="diagram block">
              <a:extLst>
                <a:ext uri="{FF2B5EF4-FFF2-40B4-BE49-F238E27FC236}">
                  <ns2:creationId id="{8E0C7553-04C1-4EC8-8740-73A5BC37DF62}"/>
                </a:ext>
              </a:extLst>
            </p:cNvPr>
            <p:cNvSpPr>
              <a:spLocks noGrp="1"/>
            </p:cNvSpPr>
            <p:nvPr/>
          </p:nvSpPr>
          <p:spPr>
            <a:xfrm>
              <a:off x="2592974" y="2878701"/>
              <a:ext cx="49355" cy="28516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9" name="native PowerPoint connector">
              <a:extLst>
                <a:ext uri="{FF2B5EF4-FFF2-40B4-BE49-F238E27FC236}">
                  <ns2:creationId id="{C509827E-84AE-4563-A922-A4EB36BE8356}"/>
                </a:ext>
              </a:extLst>
            </p:cNvPr>
            <p:cNvCxnSpPr/>
            <p:nvPr/>
          </p:nvCxnSpPr>
          <p:spPr>
            <a:xfrm flipH="0" flipV="0">
              <a:off x="261765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0" name="diagram block">
              <a:extLst>
                <a:ext uri="{FF2B5EF4-FFF2-40B4-BE49-F238E27FC236}">
                  <ns2:creationId id="{6E76134F-B449-4BE7-8019-DA64347BD370}"/>
                </a:ext>
              </a:extLst>
            </p:cNvPr>
            <p:cNvSpPr>
              <a:spLocks noGrp="1"/>
            </p:cNvSpPr>
            <p:nvPr/>
          </p:nvSpPr>
          <p:spPr>
            <a:xfrm>
              <a:off x="2657813" y="3001539"/>
              <a:ext cx="49355" cy="16232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1" name="native PowerPoint connector">
              <a:extLst>
                <a:ext uri="{FF2B5EF4-FFF2-40B4-BE49-F238E27FC236}">
                  <ns2:creationId id="{3B08BEC6-25ED-4205-82F6-26E2A1632A0F}"/>
                </a:ext>
              </a:extLst>
            </p:cNvPr>
            <p:cNvCxnSpPr/>
            <p:nvPr/>
          </p:nvCxnSpPr>
          <p:spPr>
            <a:xfrm flipH="0" flipV="0">
              <a:off x="268249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2" name="diagram block">
              <a:extLst>
                <a:ext uri="{FF2B5EF4-FFF2-40B4-BE49-F238E27FC236}">
                  <ns2:creationId id="{6B92C906-D457-43AB-942C-4B58FD573D4B}"/>
                </a:ext>
              </a:extLst>
            </p:cNvPr>
            <p:cNvSpPr>
              <a:spLocks noGrp="1"/>
            </p:cNvSpPr>
            <p:nvPr/>
          </p:nvSpPr>
          <p:spPr>
            <a:xfrm>
              <a:off x="2722651" y="3089281"/>
              <a:ext cx="49355" cy="7458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3" name="native PowerPoint connector">
              <a:extLst>
                <a:ext uri="{FF2B5EF4-FFF2-40B4-BE49-F238E27FC236}">
                  <ns2:creationId id="{55A95700-C744-4884-8E38-2B6B1FA10857}"/>
                </a:ext>
              </a:extLst>
            </p:cNvPr>
            <p:cNvCxnSpPr/>
            <p:nvPr/>
          </p:nvCxnSpPr>
          <p:spPr>
            <a:xfrm flipH="0" flipV="0">
              <a:off x="274732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4" name="diagram block">
              <a:extLst>
                <a:ext uri="{FF2B5EF4-FFF2-40B4-BE49-F238E27FC236}">
                  <ns2:creationId id="{3E2F3BC2-642A-4EDB-B267-7D04018566E2}"/>
                </a:ext>
              </a:extLst>
            </p:cNvPr>
            <p:cNvSpPr>
              <a:spLocks noGrp="1"/>
            </p:cNvSpPr>
            <p:nvPr/>
          </p:nvSpPr>
          <p:spPr>
            <a:xfrm>
              <a:off x="2787490" y="3128764"/>
              <a:ext cx="49355" cy="350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5" name="native PowerPoint connector">
              <a:extLst>
                <a:ext uri="{FF2B5EF4-FFF2-40B4-BE49-F238E27FC236}">
                  <ns2:creationId id="{6F7182E7-AA0D-4845-81D5-1CE0B5F64F07}"/>
                </a:ext>
              </a:extLst>
            </p:cNvPr>
            <p:cNvCxnSpPr/>
            <p:nvPr/>
          </p:nvCxnSpPr>
          <p:spPr>
            <a:xfrm flipH="0" flipV="0">
              <a:off x="281216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6" name="diagram block">
              <a:extLst>
                <a:ext uri="{FF2B5EF4-FFF2-40B4-BE49-F238E27FC236}">
                  <ns2:creationId id="{DA0B832D-CF61-484B-A41E-C525B9049EAC}"/>
                </a:ext>
              </a:extLst>
            </p:cNvPr>
            <p:cNvSpPr>
              <a:spLocks noGrp="1"/>
            </p:cNvSpPr>
            <p:nvPr/>
          </p:nvSpPr>
          <p:spPr>
            <a:xfrm>
              <a:off x="2852328" y="3149384"/>
              <a:ext cx="49355" cy="1447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7" name="native PowerPoint connector">
              <a:extLst>
                <a:ext uri="{FF2B5EF4-FFF2-40B4-BE49-F238E27FC236}">
                  <ns2:creationId id="{3384E811-5B23-4E7D-821C-5F3DE9BB0885}"/>
                </a:ext>
              </a:extLst>
            </p:cNvPr>
            <p:cNvCxnSpPr/>
            <p:nvPr/>
          </p:nvCxnSpPr>
          <p:spPr>
            <a:xfrm flipH="0" flipV="0">
              <a:off x="28770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8" name="diagram block">
              <a:extLst>
                <a:ext uri="{FF2B5EF4-FFF2-40B4-BE49-F238E27FC236}">
                  <ns2:creationId id="{AA51F79A-3540-4512-9B4F-D9E96B66992D}"/>
                </a:ext>
              </a:extLst>
            </p:cNvPr>
            <p:cNvSpPr>
              <a:spLocks noGrp="1"/>
            </p:cNvSpPr>
            <p:nvPr/>
          </p:nvSpPr>
          <p:spPr>
            <a:xfrm>
              <a:off x="2917167" y="3157719"/>
              <a:ext cx="49355" cy="614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9" name="native PowerPoint connector">
              <a:extLst>
                <a:ext uri="{FF2B5EF4-FFF2-40B4-BE49-F238E27FC236}">
                  <ns2:creationId id="{54B8DB65-56F7-4AEE-9F3E-57FF950A4397}"/>
                </a:ext>
              </a:extLst>
            </p:cNvPr>
            <p:cNvCxnSpPr/>
            <p:nvPr/>
          </p:nvCxnSpPr>
          <p:spPr>
            <a:xfrm flipH="0" flipV="0">
              <a:off x="29418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0" name="diagram block">
              <a:extLst>
                <a:ext uri="{FF2B5EF4-FFF2-40B4-BE49-F238E27FC236}">
                  <ns2:creationId id="{33FDD111-996F-4163-A4C2-93AEC0B5FB78}"/>
                </a:ext>
              </a:extLst>
            </p:cNvPr>
            <p:cNvSpPr>
              <a:spLocks noGrp="1"/>
            </p:cNvSpPr>
            <p:nvPr/>
          </p:nvSpPr>
          <p:spPr>
            <a:xfrm>
              <a:off x="2982005" y="3161229"/>
              <a:ext cx="49355" cy="263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41" name="native PowerPoint connector">
              <a:extLst>
                <a:ext uri="{FF2B5EF4-FFF2-40B4-BE49-F238E27FC236}">
                  <ns2:creationId id="{3E746A04-2FFF-446B-960E-8167238B7A9C}"/>
                </a:ext>
              </a:extLst>
            </p:cNvPr>
            <p:cNvCxnSpPr/>
            <p:nvPr/>
          </p:nvCxnSpPr>
          <p:spPr>
            <a:xfrm flipH="0" flipV="0">
              <a:off x="30066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2" name="1">
              <a:extLst>
                <a:ext uri="{FF2B5EF4-FFF2-40B4-BE49-F238E27FC236}">
                  <ns2:creationId id="{737835CE-3483-4685-845E-D17E05205D30}"/>
                </a:ext>
              </a:extLst>
            </p:cNvPr>
            <p:cNvSpPr>
              <a:spLocks noGrp="1"/>
            </p:cNvSpPr>
            <p:nvPr/>
          </p:nvSpPr>
          <p:spPr>
            <a:xfrm>
              <a:off x="197587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43" name="4">
              <a:extLst>
                <a:ext uri="{FF2B5EF4-FFF2-40B4-BE49-F238E27FC236}">
                  <ns2:creationId id="{9124C1FF-CB4F-4001-A39F-DE6CD2423BCB}"/>
                </a:ext>
              </a:extLst>
            </p:cNvPr>
            <p:cNvSpPr>
              <a:spLocks noGrp="1"/>
            </p:cNvSpPr>
            <p:nvPr/>
          </p:nvSpPr>
          <p:spPr>
            <a:xfrm>
              <a:off x="2170395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144" name="8">
              <a:extLst>
                <a:ext uri="{FF2B5EF4-FFF2-40B4-BE49-F238E27FC236}">
                  <ns2:creationId id="{D0B616AA-2360-4331-A86C-EB915583E881}"/>
                </a:ext>
              </a:extLst>
            </p:cNvPr>
            <p:cNvSpPr>
              <a:spLocks noGrp="1"/>
            </p:cNvSpPr>
            <p:nvPr/>
          </p:nvSpPr>
          <p:spPr>
            <a:xfrm>
              <a:off x="242974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145" name="12">
              <a:extLst>
                <a:ext uri="{FF2B5EF4-FFF2-40B4-BE49-F238E27FC236}">
                  <ns2:creationId id="{F5DDDCBA-CC0F-4882-96D0-1EB8CA1F854B}"/>
                </a:ext>
              </a:extLst>
            </p:cNvPr>
            <p:cNvSpPr>
              <a:spLocks noGrp="1"/>
            </p:cNvSpPr>
            <p:nvPr/>
          </p:nvSpPr>
          <p:spPr>
            <a:xfrm>
              <a:off x="2689103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146" name="16">
              <a:extLst>
                <a:ext uri="{FF2B5EF4-FFF2-40B4-BE49-F238E27FC236}">
                  <ns2:creationId id="{3FF1954E-A8CE-412F-99B9-670CA67F2D18}"/>
                </a:ext>
              </a:extLst>
            </p:cNvPr>
            <p:cNvSpPr>
              <a:spLocks noGrp="1"/>
            </p:cNvSpPr>
            <p:nvPr/>
          </p:nvSpPr>
          <p:spPr>
            <a:xfrm>
              <a:off x="29484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147" name="Bin index">
              <a:extLst>
                <a:ext uri="{FF2B5EF4-FFF2-40B4-BE49-F238E27FC236}">
                  <ns2:creationId id="{9ECB6D40-2ADC-4E1A-B19F-0566B333CE81}"/>
                </a:ext>
              </a:extLst>
            </p:cNvPr>
            <p:cNvSpPr>
              <a:spLocks noGrp="1"/>
            </p:cNvSpPr>
            <p:nvPr/>
          </p:nvSpPr>
          <p:spPr>
            <a:xfrm>
              <a:off x="2233943" y="3323860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148" name="Probability">
              <a:extLst>
                <a:ext uri="{FF2B5EF4-FFF2-40B4-BE49-F238E27FC236}">
                  <ns2:creationId id="{F12C4EE1-27EF-4CAF-97FA-FA641FE4A035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501042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49" name="diagram block">
              <a:extLst>
                <a:ext uri="{FF2B5EF4-FFF2-40B4-BE49-F238E27FC236}">
                  <ns2:creationId id="{EFE7E1A7-9899-49B0-8490-4BD5D8B5C8E0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3458054"/>
              <a:ext cx="2461928" cy="216774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A8098"/>
              </a:solidFill>
              <a:prstDash val="solid"/>
            </a:ln>
          </p:spPr>
        </p:sp>
        <p:sp>
          <p:nvSpPr>
            <p:cNvPr id="150" name="L_bin = mean KL(p(z) || p(ẑ))">
              <a:extLst>
                <a:ext uri="{FF2B5EF4-FFF2-40B4-BE49-F238E27FC236}">
                  <ns2:creationId id="{86A9A396-A304-4BBE-A5AB-9B3051CBC060}"/>
                </a:ext>
              </a:extLst>
            </p:cNvPr>
            <p:cNvSpPr>
              <a:spLocks noGrp="1"/>
            </p:cNvSpPr>
            <p:nvPr/>
          </p:nvSpPr>
          <p:spPr>
            <a:xfrm>
              <a:off x="613303" y="3504505"/>
              <a:ext cx="224515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121"/>
            </a:bodyPr>
            <a:lstStyle>
              <a:def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94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bin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(p(z) || p(ẑ))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ns2:creationId id="{085FB660-9682-4AE4-B404-47062EF24E4C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3731601"/>
              <a:ext cx="2725153" cy="159999"/>
            </a:xfrm>
            <a:prstGeom prst="roundRect">
              <a:avLst>
                <a:gd name="adj" fmla="val 1290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2DDF7"/>
              </a:solidFill>
              <a:prstDash val="solid"/>
            </a:ln>
          </p:spPr>
        </p:sp>
        <p:sp>
          <p:nvSpPr>
            <p:cNvPr id="152" name="Motor actions: 10 × 6   |   Future latents: t &gt; 0">
              <a:extLst>
                <a:ext uri="{FF2B5EF4-FFF2-40B4-BE49-F238E27FC236}">
                  <ns2:creationId id="{128F5AAE-10EE-415B-A693-72C4FB00F0A9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757407"/>
              <a:ext cx="2673540" cy="108387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4575"/>
            </a:bodyPr>
            <a:lstStyle>
              <a:def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actions: 10 × 6   |   Future latents: t &gt; 0</a:t>
              </a:r>
            </a:p>
          </p:txBody>
        </p:sp>
        <p:sp>
          <p:nvSpPr>
            <p:cNvPr id="153" name="Compute a 16-bin distribution for each scalar independently&#10;and average the">
              <a:extLst>
                <a:ext uri="{FF2B5EF4-FFF2-40B4-BE49-F238E27FC236}">
                  <ns2:creationId id="{A6FFCFDC-3233-4D5D-A391-65776FC9E944}"/>
                </a:ext>
              </a:extLst>
            </p:cNvPr>
            <p:cNvSpPr>
              <a:spLocks noGrp="1"/>
            </p:cNvSpPr>
            <p:nvPr/>
          </p:nvSpPr>
          <p:spPr>
            <a:xfrm>
              <a:off x="432658" y="3927729"/>
              <a:ext cx="2580637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Compute a 16-bin distribution for each scalar independently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average the KL over all scalars.</a:t>
              </a:r>
            </a:p>
          </p:txBody>
        </p:sp>
        <p:sp>
          <p:nvSpPr>
            <p:cNvPr id="154" name="diagram block">
              <a:extLst>
                <a:ext uri="{FF2B5EF4-FFF2-40B4-BE49-F238E27FC236}">
                  <ns2:creationId id="{21B94405-F634-4D50-9273-4F3436A4D765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686449"/>
              <a:ext cx="2621927" cy="149677"/>
            </a:xfrm>
            <a:prstGeom prst="rect">
              <a:avLst/>
            </a:prstGeom>
            <a:solidFill>
              <a:srgbClr val="E6F2FF"/>
            </a:solidFill>
            <a:ln w="5161">
              <a:noFill/>
              <a:prstDash val="solid"/>
            </a:ln>
          </p:spPr>
        </p:sp>
        <p:sp>
          <p:nvSpPr>
            <p:cNvPr id="155" name="Ten ordered 6-D action vectors (first 10 actions)">
              <a:extLst>
                <a:ext uri="{FF2B5EF4-FFF2-40B4-BE49-F238E27FC236}">
                  <ns2:creationId id="{20200BDC-EC1E-4D90-B351-D7BCA3AA65D9}"/>
                </a:ext>
              </a:extLst>
            </p:cNvPr>
            <p:cNvSpPr>
              <a:spLocks noGrp="1"/>
            </p:cNvSpPr>
            <p:nvPr/>
          </p:nvSpPr>
          <p:spPr>
            <a:xfrm>
              <a:off x="3286843" y="712256"/>
              <a:ext cx="2570314" cy="98064"/>
            </a:xfrm>
            <a:prstGeom prst="rect">
              <a:avLst/>
            </a:prstGeom>
            <a:solidFill>
              <a:srgbClr val="E6F2FF"/>
            </a:solidFill>
            <a:ln w="0">
              <a:noFill/>
            </a:ln>
          </p:spPr>
          <p:txBody>
            <a:bodyPr wrap="none" lIns="0" tIns="0" rIns="0" bIns="0" anchor="ctr">
              <a:normAutofit fontScale="79147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Ten ordered 6-D action vectors (first 10 actions)</a:t>
              </a:r>
            </a:p>
          </p:txBody>
        </p:sp>
        <p:sp>
          <p:nvSpPr>
            <p:cNvPr id="156" name="diagram block">
              <a:extLst>
                <a:ext uri="{FF2B5EF4-FFF2-40B4-BE49-F238E27FC236}">
                  <ns2:creationId id="{165E32A1-6986-448B-B150-08D3F3B411C0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57" name="a₁">
              <a:extLst>
                <a:ext uri="{FF2B5EF4-FFF2-40B4-BE49-F238E27FC236}">
                  <ns2:creationId id="{76381CC2-EEA3-4458-BF89-5BBCDFF343CA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</a:t>
              </a:r>
            </a:p>
          </p:txBody>
        </p:sp>
        <p:sp>
          <p:nvSpPr>
            <p:cNvPr id="158" name="diagram block">
              <a:extLst>
                <a:ext uri="{FF2B5EF4-FFF2-40B4-BE49-F238E27FC236}">
                  <ns2:creationId id="{AADB4820-2A4F-474A-970C-19DC538E39C9}"/>
                </a:ext>
              </a:extLst>
            </p:cNvPr>
            <p:cNvSpPr>
              <a:spLocks noGrp="1"/>
            </p:cNvSpPr>
            <p:nvPr/>
          </p:nvSpPr>
          <p:spPr>
            <a:xfrm>
              <a:off x="3529423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59" name="a₂">
              <a:extLst>
                <a:ext uri="{FF2B5EF4-FFF2-40B4-BE49-F238E27FC236}">
                  <ns2:creationId id="{2AE4C76A-ACFE-469D-8885-3BE60D3AE6F2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a₂</a:t>
              </a:r>
            </a:p>
          </p:txBody>
        </p:sp>
        <p:sp>
          <p:nvSpPr>
            <p:cNvPr id="160" name="diagram block">
              <a:extLst>
                <a:ext uri="{FF2B5EF4-FFF2-40B4-BE49-F238E27FC236}">
                  <ns2:creationId id="{FC016F91-48A1-4347-91A5-983A9714B7AF}"/>
                </a:ext>
              </a:extLst>
            </p:cNvPr>
            <p:cNvSpPr>
              <a:spLocks noGrp="1"/>
            </p:cNvSpPr>
            <p:nvPr/>
          </p:nvSpPr>
          <p:spPr>
            <a:xfrm>
              <a:off x="3735874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1" name="a₃">
              <a:extLst>
                <a:ext uri="{FF2B5EF4-FFF2-40B4-BE49-F238E27FC236}">
                  <ns2:creationId id="{CEECC82A-0211-408E-B9B1-D7941DB8E6AA}"/>
                </a:ext>
              </a:extLst>
            </p:cNvPr>
            <p:cNvSpPr>
              <a:spLocks noGrp="1"/>
            </p:cNvSpPr>
            <p:nvPr/>
          </p:nvSpPr>
          <p:spPr>
            <a:xfrm>
              <a:off x="3761680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a₃</a:t>
              </a:r>
            </a:p>
          </p:txBody>
        </p:sp>
        <p:sp>
          <p:nvSpPr>
            <p:cNvPr id="162" name="diagram block">
              <a:extLst>
                <a:ext uri="{FF2B5EF4-FFF2-40B4-BE49-F238E27FC236}">
                  <ns2:creationId id="{814AE635-3285-4F2C-8CD3-68A799EE99FD}"/>
                </a:ext>
              </a:extLst>
            </p:cNvPr>
            <p:cNvSpPr>
              <a:spLocks noGrp="1"/>
            </p:cNvSpPr>
            <p:nvPr/>
          </p:nvSpPr>
          <p:spPr>
            <a:xfrm>
              <a:off x="3942325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3" name="a₄">
              <a:extLst>
                <a:ext uri="{FF2B5EF4-FFF2-40B4-BE49-F238E27FC236}">
                  <ns2:creationId id="{A42FFA54-F74D-4835-A706-D06E0E2F07FB}"/>
                </a:ext>
              </a:extLst>
            </p:cNvPr>
            <p:cNvSpPr>
              <a:spLocks noGrp="1"/>
            </p:cNvSpPr>
            <p:nvPr/>
          </p:nvSpPr>
          <p:spPr>
            <a:xfrm>
              <a:off x="3968131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a₄</a:t>
              </a:r>
            </a:p>
          </p:txBody>
        </p:sp>
        <p:sp>
          <p:nvSpPr>
            <p:cNvPr id="164" name="diagram block">
              <a:extLst>
                <a:ext uri="{FF2B5EF4-FFF2-40B4-BE49-F238E27FC236}">
                  <ns2:creationId id="{715B5191-11E9-415A-BABD-7A8258EFF147}"/>
                </a:ext>
              </a:extLst>
            </p:cNvPr>
            <p:cNvSpPr>
              <a:spLocks noGrp="1"/>
            </p:cNvSpPr>
            <p:nvPr/>
          </p:nvSpPr>
          <p:spPr>
            <a:xfrm>
              <a:off x="414877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5" name="a₅">
              <a:extLst>
                <a:ext uri="{FF2B5EF4-FFF2-40B4-BE49-F238E27FC236}">
                  <ns2:creationId id="{E8E4136F-47B3-456E-8AD6-C2977B6DEBFD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a₅</a:t>
              </a:r>
            </a:p>
          </p:txBody>
        </p:sp>
        <p:sp>
          <p:nvSpPr>
            <p:cNvPr id="166" name="diagram block">
              <a:extLst>
                <a:ext uri="{FF2B5EF4-FFF2-40B4-BE49-F238E27FC236}">
                  <ns2:creationId id="{05F2CE88-393D-42BA-ACF5-E71A6B2F2F09}"/>
                </a:ext>
              </a:extLst>
            </p:cNvPr>
            <p:cNvSpPr>
              <a:spLocks noGrp="1"/>
            </p:cNvSpPr>
            <p:nvPr/>
          </p:nvSpPr>
          <p:spPr>
            <a:xfrm>
              <a:off x="435522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7" name="a₆">
              <a:extLst>
                <a:ext uri="{FF2B5EF4-FFF2-40B4-BE49-F238E27FC236}">
                  <ns2:creationId id="{A9227245-1E2C-4951-82CD-2976693B1E15}"/>
                </a:ext>
              </a:extLst>
            </p:cNvPr>
            <p:cNvSpPr>
              <a:spLocks noGrp="1"/>
            </p:cNvSpPr>
            <p:nvPr/>
          </p:nvSpPr>
          <p:spPr>
            <a:xfrm>
              <a:off x="4381033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a₆</a:t>
              </a:r>
            </a:p>
          </p:txBody>
        </p:sp>
        <p:sp>
          <p:nvSpPr>
            <p:cNvPr id="168" name="diagram block">
              <a:extLst>
                <a:ext uri="{FF2B5EF4-FFF2-40B4-BE49-F238E27FC236}">
                  <ns2:creationId id="{111E91A8-413D-410A-ABFA-0D1EEA18F425}"/>
                </a:ext>
              </a:extLst>
            </p:cNvPr>
            <p:cNvSpPr>
              <a:spLocks noGrp="1"/>
            </p:cNvSpPr>
            <p:nvPr/>
          </p:nvSpPr>
          <p:spPr>
            <a:xfrm>
              <a:off x="4561677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9" name="a₇">
              <a:extLst>
                <a:ext uri="{FF2B5EF4-FFF2-40B4-BE49-F238E27FC236}">
                  <ns2:creationId id="{8D42339D-F16E-4071-AAE5-F608B88A4AC9}"/>
                </a:ext>
              </a:extLst>
            </p:cNvPr>
            <p:cNvSpPr>
              <a:spLocks noGrp="1"/>
            </p:cNvSpPr>
            <p:nvPr/>
          </p:nvSpPr>
          <p:spPr>
            <a:xfrm>
              <a:off x="4587484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a₇</a:t>
              </a:r>
            </a:p>
          </p:txBody>
        </p:sp>
        <p:sp>
          <p:nvSpPr>
            <p:cNvPr id="170" name="diagram block">
              <a:extLst>
                <a:ext uri="{FF2B5EF4-FFF2-40B4-BE49-F238E27FC236}">
                  <ns2:creationId id="{C93DE111-F8C7-47D6-88BE-800AB7AB9BEE}"/>
                </a:ext>
              </a:extLst>
            </p:cNvPr>
            <p:cNvSpPr>
              <a:spLocks noGrp="1"/>
            </p:cNvSpPr>
            <p:nvPr/>
          </p:nvSpPr>
          <p:spPr>
            <a:xfrm>
              <a:off x="4768128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1" name="a₈">
              <a:extLst>
                <a:ext uri="{FF2B5EF4-FFF2-40B4-BE49-F238E27FC236}">
                  <ns2:creationId id="{7A620301-4458-4D63-968C-86B47AB24B87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a₈</a:t>
              </a:r>
            </a:p>
          </p:txBody>
        </p:sp>
        <p:sp>
          <p:nvSpPr>
            <p:cNvPr id="172" name="diagram block">
              <a:extLst>
                <a:ext uri="{FF2B5EF4-FFF2-40B4-BE49-F238E27FC236}">
                  <ns2:creationId id="{D05FACEF-10D4-418A-942E-E6CE6AA9A8F6}"/>
                </a:ext>
              </a:extLst>
            </p:cNvPr>
            <p:cNvSpPr>
              <a:spLocks noGrp="1"/>
            </p:cNvSpPr>
            <p:nvPr/>
          </p:nvSpPr>
          <p:spPr>
            <a:xfrm>
              <a:off x="4974579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3" name="a₉">
              <a:extLst>
                <a:ext uri="{FF2B5EF4-FFF2-40B4-BE49-F238E27FC236}">
                  <ns2:creationId id="{6100E11C-D2E6-48A7-8A1D-DD1CEF1F76E2}"/>
                </a:ext>
              </a:extLst>
            </p:cNvPr>
            <p:cNvSpPr>
              <a:spLocks noGrp="1"/>
            </p:cNvSpPr>
            <p:nvPr/>
          </p:nvSpPr>
          <p:spPr>
            <a:xfrm>
              <a:off x="5000386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a₉</a:t>
              </a:r>
            </a:p>
          </p:txBody>
        </p:sp>
        <p:sp>
          <p:nvSpPr>
            <p:cNvPr id="174" name="diagram block">
              <a:extLst>
                <a:ext uri="{FF2B5EF4-FFF2-40B4-BE49-F238E27FC236}">
                  <ns2:creationId id="{F5F58BE7-AC72-4B37-9B67-95A264BE5602}"/>
                </a:ext>
              </a:extLst>
            </p:cNvPr>
            <p:cNvSpPr>
              <a:spLocks noGrp="1"/>
            </p:cNvSpPr>
            <p:nvPr/>
          </p:nvSpPr>
          <p:spPr>
            <a:xfrm>
              <a:off x="5181030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5" name="a₁₀">
              <a:extLst>
                <a:ext uri="{FF2B5EF4-FFF2-40B4-BE49-F238E27FC236}">
                  <ns2:creationId id="{0596D6BD-0C0A-4900-BA3C-3BFA5F06F1F9}"/>
                </a:ext>
              </a:extLst>
            </p:cNvPr>
            <p:cNvSpPr>
              <a:spLocks noGrp="1"/>
            </p:cNvSpPr>
            <p:nvPr/>
          </p:nvSpPr>
          <p:spPr>
            <a:xfrm>
              <a:off x="5206837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a₁₀</a:t>
              </a:r>
            </a:p>
          </p:txBody>
        </p:sp>
        <p:sp>
          <p:nvSpPr>
            <p:cNvPr id="176" name="Each aₜ ∈ ℝ⁶">
              <a:extLst>
                <a:ext uri="{FF2B5EF4-FFF2-40B4-BE49-F238E27FC236}">
                  <ns2:creationId id="{F491B7C6-C164-40F1-92E3-DABBA4984213}"/>
                </a:ext>
              </a:extLst>
            </p:cNvPr>
            <p:cNvSpPr>
              <a:spLocks noGrp="1"/>
            </p:cNvSpPr>
            <p:nvPr/>
          </p:nvSpPr>
          <p:spPr>
            <a:xfrm>
              <a:off x="5423610" y="939352"/>
              <a:ext cx="474837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82"/>
            </a:bodyPr>
            <a:lstStyle>
              <a:def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aₜ ∈ ℝ⁶</a:t>
              </a:r>
            </a:p>
          </p:txBody>
        </p:sp>
        <p:cxnSp>
          <p:nvCxnSpPr>
            <p:cNvPr id="177" name="native PowerPoint connector">
              <a:extLst>
                <a:ext uri="{FF2B5EF4-FFF2-40B4-BE49-F238E27FC236}">
                  <ns2:creationId id="{1F6C40D0-A553-4F9E-B527-4516399E29F9}"/>
                </a:ext>
              </a:extLst>
            </p:cNvPr>
            <p:cNvCxnSpPr/>
            <p:nvPr/>
          </p:nvCxnSpPr>
          <p:spPr>
            <a:xfrm flipH="0" flipV="0">
              <a:off x="4515226" y="1109674"/>
              <a:ext cx="0" cy="144516"/>
            </a:xfrm>
            <a:prstGeom prst="straightConnector1">
              <a:avLst/>
            </a:prstGeom>
            <a:ln w="10323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178" name="diagram block">
              <a:extLst>
                <a:ext uri="{FF2B5EF4-FFF2-40B4-BE49-F238E27FC236}">
                  <ns2:creationId id="{DB5FA2BA-0CF8-4FC3-9D02-8F3F8863D644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1274835"/>
              <a:ext cx="2621927" cy="159999"/>
            </a:xfrm>
            <a:prstGeom prst="roundRect">
              <a:avLst>
                <a:gd name="adj" fmla="val 9677"/>
              </a:avLst>
            </a:prstGeom>
            <a:solidFill>
              <a:srgbClr val="DEEEFF"/>
            </a:solidFill>
            <a:ln w="5161">
              <a:solidFill>
                <a:srgbClr val="BCDFFF"/>
              </a:solidFill>
              <a:prstDash val="solid"/>
            </a:ln>
          </p:spPr>
        </p:sp>
        <p:sp>
          <p:nvSpPr>
            <p:cNvPr id="179" name="Overlapping 3-step ordered windows → 8 tokens (18-D)">
              <a:extLst>
                <a:ext uri="{FF2B5EF4-FFF2-40B4-BE49-F238E27FC236}">
                  <ns2:creationId id="{F35F4E0C-103E-4991-8E73-12C90AA9B591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1300641"/>
              <a:ext cx="2570314" cy="108387"/>
            </a:xfrm>
            <a:prstGeom prst="rect">
              <a:avLst/>
            </a:prstGeom>
            <a:solidFill>
              <a:srgbClr val="DE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Overlapping 3-step ordered windows → 8 tokens (18-D)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ns2:creationId id="{13A20140-BE88-482F-919E-D23900C8ABE5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1" name="w₁">
              <a:extLst>
                <a:ext uri="{FF2B5EF4-FFF2-40B4-BE49-F238E27FC236}">
                  <ns2:creationId id="{18A150ED-4F8A-41C1-B71F-3D20918C10DF}"/>
                </a:ext>
              </a:extLst>
            </p:cNvPr>
            <p:cNvSpPr>
              <a:spLocks noGrp="1"/>
            </p:cNvSpPr>
            <p:nvPr/>
          </p:nvSpPr>
          <p:spPr>
            <a:xfrm>
              <a:off x="3353939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w₁</a:t>
              </a:r>
            </a:p>
          </p:txBody>
        </p:sp>
        <p:sp>
          <p:nvSpPr>
            <p:cNvPr id="182" name="(a₁, a₂, a₃)">
              <a:extLst>
                <a:ext uri="{FF2B5EF4-FFF2-40B4-BE49-F238E27FC236}">
                  <ns2:creationId id="{65E18DA0-F900-49E0-B03D-E9020D49920B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(a₁, a₂, a₃)</a:t>
              </a:r>
            </a:p>
          </p:txBody>
        </p:sp>
        <p:sp>
          <p:nvSpPr>
            <p:cNvPr id="183" name="diagram block">
              <a:extLst>
                <a:ext uri="{FF2B5EF4-FFF2-40B4-BE49-F238E27FC236}">
                  <ns2:creationId id="{1F49F442-6C3F-4BC5-B00E-892A9414AC7C}"/>
                </a:ext>
              </a:extLst>
            </p:cNvPr>
            <p:cNvSpPr>
              <a:spLocks noGrp="1"/>
            </p:cNvSpPr>
            <p:nvPr/>
          </p:nvSpPr>
          <p:spPr>
            <a:xfrm>
              <a:off x="3870067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4" name="w₂">
              <a:extLst>
                <a:ext uri="{FF2B5EF4-FFF2-40B4-BE49-F238E27FC236}">
                  <ns2:creationId id="{4CCC0068-D49B-4638-B1DF-C44C46A95919}"/>
                </a:ext>
              </a:extLst>
            </p:cNvPr>
            <p:cNvSpPr>
              <a:spLocks noGrp="1"/>
            </p:cNvSpPr>
            <p:nvPr/>
          </p:nvSpPr>
          <p:spPr>
            <a:xfrm>
              <a:off x="3911357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w₂</a:t>
              </a:r>
            </a:p>
          </p:txBody>
        </p:sp>
        <p:sp>
          <p:nvSpPr>
            <p:cNvPr id="185" name="(a₂, a₃, a₄)">
              <a:extLst>
                <a:ext uri="{FF2B5EF4-FFF2-40B4-BE49-F238E27FC236}">
                  <ns2:creationId id="{CFE8B76D-8FA0-414D-81C5-FD82950DBFF3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(a₂, a₃, a₄)</a:t>
              </a:r>
            </a:p>
          </p:txBody>
        </p:sp>
        <p:sp>
          <p:nvSpPr>
            <p:cNvPr id="186" name="diagram block">
              <a:extLst>
                <a:ext uri="{FF2B5EF4-FFF2-40B4-BE49-F238E27FC236}">
                  <ns2:creationId id="{B7A49B76-64AB-46B6-8F35-B56650E1BBDD}"/>
                </a:ext>
              </a:extLst>
            </p:cNvPr>
            <p:cNvSpPr>
              <a:spLocks noGrp="1"/>
            </p:cNvSpPr>
            <p:nvPr/>
          </p:nvSpPr>
          <p:spPr>
            <a:xfrm>
              <a:off x="4427484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7" name="w₃">
              <a:extLst>
                <a:ext uri="{FF2B5EF4-FFF2-40B4-BE49-F238E27FC236}">
                  <ns2:creationId id="{053DB0D5-9E93-42DA-976A-178903E9DC7B}"/>
                </a:ext>
              </a:extLst>
            </p:cNvPr>
            <p:cNvSpPr>
              <a:spLocks noGrp="1"/>
            </p:cNvSpPr>
            <p:nvPr/>
          </p:nvSpPr>
          <p:spPr>
            <a:xfrm>
              <a:off x="44687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w₃</a:t>
              </a:r>
            </a:p>
          </p:txBody>
        </p:sp>
        <p:sp>
          <p:nvSpPr>
            <p:cNvPr id="188" name="(a₃, a₄, a₅)">
              <a:extLst>
                <a:ext uri="{FF2B5EF4-FFF2-40B4-BE49-F238E27FC236}">
                  <ns2:creationId id="{295F2879-1BEA-4087-AF6C-A4EB8EB1BC84}"/>
                </a:ext>
              </a:extLst>
            </p:cNvPr>
            <p:cNvSpPr>
              <a:spLocks noGrp="1"/>
            </p:cNvSpPr>
            <p:nvPr/>
          </p:nvSpPr>
          <p:spPr>
            <a:xfrm>
              <a:off x="44378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(a₃, a₄, a₅)</a:t>
              </a:r>
            </a:p>
          </p:txBody>
        </p:sp>
        <p:sp>
          <p:nvSpPr>
            <p:cNvPr id="189" name="diagram block">
              <a:extLst>
                <a:ext uri="{FF2B5EF4-FFF2-40B4-BE49-F238E27FC236}">
                  <ns2:creationId id="{0CBF7AC7-A8DA-4B86-BC02-E331EB33DB35}"/>
                </a:ext>
              </a:extLst>
            </p:cNvPr>
            <p:cNvSpPr>
              <a:spLocks noGrp="1"/>
            </p:cNvSpPr>
            <p:nvPr/>
          </p:nvSpPr>
          <p:spPr>
            <a:xfrm>
              <a:off x="5320385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90" name="w₈">
              <a:extLst>
                <a:ext uri="{FF2B5EF4-FFF2-40B4-BE49-F238E27FC236}">
                  <ns2:creationId id="{5D8BF2F2-B8EC-491C-8F3C-81786BE3AADC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w₈</a:t>
              </a:r>
            </a:p>
          </p:txBody>
        </p:sp>
        <p:sp>
          <p:nvSpPr>
            <p:cNvPr id="191" name="(a₈, a₉, a₁₀)">
              <a:extLst>
                <a:ext uri="{FF2B5EF4-FFF2-40B4-BE49-F238E27FC236}">
                  <ns2:creationId id="{FCFEE7CB-39A0-47D3-93EC-40A77AC16632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(a₈, a₉, a₁₀)</a:t>
              </a:r>
            </a:p>
          </p:txBody>
        </p:sp>
        <p:sp>
          <p:nvSpPr>
            <p:cNvPr id="192" name="…">
              <a:extLst>
                <a:ext uri="{FF2B5EF4-FFF2-40B4-BE49-F238E27FC236}">
                  <ns2:creationId id="{26ED4FCA-61CC-4A84-829E-902F553D122F}"/>
                </a:ext>
              </a:extLst>
            </p:cNvPr>
            <p:cNvSpPr>
              <a:spLocks noGrp="1"/>
            </p:cNvSpPr>
            <p:nvPr/>
          </p:nvSpPr>
          <p:spPr>
            <a:xfrm>
              <a:off x="5026192" y="1548382"/>
              <a:ext cx="21677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79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93" name="Each token uᵢ ∈ ℝ¹⁸ (concatenate 3 actions)">
              <a:extLst>
                <a:ext uri="{FF2B5EF4-FFF2-40B4-BE49-F238E27FC236}">
                  <ns2:creationId id="{C9316363-CEBF-489F-8923-88BBC0BDBE82}"/>
                </a:ext>
              </a:extLst>
            </p:cNvPr>
            <p:cNvSpPr>
              <a:spLocks noGrp="1"/>
            </p:cNvSpPr>
            <p:nvPr/>
          </p:nvSpPr>
          <p:spPr>
            <a:xfrm>
              <a:off x="3390068" y="1863220"/>
              <a:ext cx="2425799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token uᵢ ∈ ℝ¹⁸ (concatenate 3 actions)</a:t>
              </a:r>
            </a:p>
          </p:txBody>
        </p:sp>
        <p:sp>
          <p:nvSpPr>
            <p:cNvPr id="194" name="diagram block">
              <a:extLst>
                <a:ext uri="{FF2B5EF4-FFF2-40B4-BE49-F238E27FC236}">
                  <ns2:creationId id="{EEDACDF3-B9A5-462C-A546-A3113EAD1476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2038703"/>
              <a:ext cx="1383221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</p:sp>
        <p:sp>
          <p:nvSpPr>
            <p:cNvPr id="195" name="Relation matrix (8 tokens)">
              <a:extLst>
                <a:ext uri="{FF2B5EF4-FFF2-40B4-BE49-F238E27FC236}">
                  <ns2:creationId id="{0D09EF51-EA31-4531-9C63-89C3D0D61EC4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2064510"/>
              <a:ext cx="1331609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Relation matrix (8 tokens)</a:t>
              </a:r>
            </a:p>
          </p:txBody>
        </p:sp>
        <p:sp>
          <p:nvSpPr>
            <p:cNvPr id="196" name="diagram block">
              <a:extLst>
                <a:ext uri="{FF2B5EF4-FFF2-40B4-BE49-F238E27FC236}">
                  <ns2:creationId id="{C0553CDF-077B-469D-98E5-E320D81C285B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038703"/>
              <a:ext cx="1176770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</p:sp>
        <p:sp>
          <p:nvSpPr>
            <p:cNvPr id="197" name="Neighbor probabilities">
              <a:extLst>
                <a:ext uri="{FF2B5EF4-FFF2-40B4-BE49-F238E27FC236}">
                  <ns2:creationId id="{BDA9F134-43E6-48CB-B448-656638BAF6C2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64510"/>
              <a:ext cx="1125158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Neighbor probabilities</a:t>
              </a:r>
            </a:p>
          </p:txBody>
        </p:sp>
        <p:sp>
          <p:nvSpPr>
            <p:cNvPr id="198" name="1">
              <a:extLst>
                <a:ext uri="{FF2B5EF4-FFF2-40B4-BE49-F238E27FC236}">
                  <ns2:creationId id="{DD017404-20D7-45DD-8A1F-C7BFCF701F95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99" name="1">
              <a:extLst>
                <a:ext uri="{FF2B5EF4-FFF2-40B4-BE49-F238E27FC236}">
                  <ns2:creationId id="{3EAC0823-676D-414D-B0E0-57E64128FD0D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34838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200" name="diagram block">
              <a:extLst>
                <a:ext uri="{FF2B5EF4-FFF2-40B4-BE49-F238E27FC236}">
                  <ns2:creationId id="{D4AE4D46-5D80-4BE7-BD3B-E99D377828CB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43218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1" name="×">
              <a:extLst>
                <a:ext uri="{FF2B5EF4-FFF2-40B4-BE49-F238E27FC236}">
                  <ns2:creationId id="{EAA57379-8BFC-4857-8478-E33FBF608886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38057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02" name="diagram block">
              <a:extLst>
                <a:ext uri="{FF2B5EF4-FFF2-40B4-BE49-F238E27FC236}">
                  <ns2:creationId id="{0FED87AC-0052-4B7D-8BCC-A8C4EEE53DA1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343218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3" name="diagram block">
              <a:extLst>
                <a:ext uri="{FF2B5EF4-FFF2-40B4-BE49-F238E27FC236}">
                  <ns2:creationId id="{432B5AB6-5164-4766-9AC2-D92EDBACB9F3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343218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4" name="diagram block">
              <a:extLst>
                <a:ext uri="{FF2B5EF4-FFF2-40B4-BE49-F238E27FC236}">
                  <ns2:creationId id="{731483BB-D403-4515-8F95-FAB891FFD6B4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343218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5" name="diagram block">
              <a:extLst>
                <a:ext uri="{FF2B5EF4-FFF2-40B4-BE49-F238E27FC236}">
                  <ns2:creationId id="{B545A6C7-EC94-4246-85DA-FBCABCDB8538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343218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6" name="diagram block">
              <a:extLst>
                <a:ext uri="{FF2B5EF4-FFF2-40B4-BE49-F238E27FC236}">
                  <ns2:creationId id="{B1B05EC0-77FB-41E7-89B3-B9CBCE477B1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343218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7" name="diagram block">
              <a:extLst>
                <a:ext uri="{FF2B5EF4-FFF2-40B4-BE49-F238E27FC236}">
                  <ns2:creationId id="{EA8A60E2-231C-4FC9-92AF-3838CD9AB965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343218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8" name="diagram block">
              <a:extLst>
                <a:ext uri="{FF2B5EF4-FFF2-40B4-BE49-F238E27FC236}">
                  <ns2:creationId id="{DC7828AD-ECE1-4D57-9367-4859F2BC6319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343218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9" name="2">
              <a:extLst>
                <a:ext uri="{FF2B5EF4-FFF2-40B4-BE49-F238E27FC236}">
                  <ns2:creationId id="{3250A984-2A2F-4F61-B20E-9D3162905130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0" name="2">
              <a:extLst>
                <a:ext uri="{FF2B5EF4-FFF2-40B4-BE49-F238E27FC236}">
                  <ns2:creationId id="{394D3188-B12F-43E2-AD19-1149259A584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45418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1" name="diagram block">
              <a:extLst>
                <a:ext uri="{FF2B5EF4-FFF2-40B4-BE49-F238E27FC236}">
                  <ns2:creationId id="{C35AFBE3-A2BC-4FD0-9038-99A9A0F1B681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449024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2" name="diagram block">
              <a:extLst>
                <a:ext uri="{FF2B5EF4-FFF2-40B4-BE49-F238E27FC236}">
                  <ns2:creationId id="{9E5EB554-DF01-48A6-A34B-CBB15F436B38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9024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3" name="×">
              <a:extLst>
                <a:ext uri="{FF2B5EF4-FFF2-40B4-BE49-F238E27FC236}">
                  <ns2:creationId id="{73635287-741A-4261-AD14-4DD15717F275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3863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14" name="diagram block">
              <a:extLst>
                <a:ext uri="{FF2B5EF4-FFF2-40B4-BE49-F238E27FC236}">
                  <ns2:creationId id="{A195E8DD-03C3-4FD7-8F19-D21247C9A698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449024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5" name="diagram block">
              <a:extLst>
                <a:ext uri="{FF2B5EF4-FFF2-40B4-BE49-F238E27FC236}">
                  <ns2:creationId id="{D46B65AF-8B76-45FF-ACCF-D594620ED740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449024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6" name="diagram block">
              <a:extLst>
                <a:ext uri="{FF2B5EF4-FFF2-40B4-BE49-F238E27FC236}">
                  <ns2:creationId id="{01342627-C6DD-4A74-BA05-DA48CA5EE12D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449024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7" name="diagram block">
              <a:extLst>
                <a:ext uri="{FF2B5EF4-FFF2-40B4-BE49-F238E27FC236}">
                  <ns2:creationId id="{1A5BBE19-DC33-4218-9AA9-01BB689099B0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449024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8" name="diagram block">
              <a:extLst>
                <a:ext uri="{FF2B5EF4-FFF2-40B4-BE49-F238E27FC236}">
                  <ns2:creationId id="{76F941E3-32A6-4B21-A0EA-09A93F2ED53A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449024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9" name="diagram block">
              <a:extLst>
                <a:ext uri="{FF2B5EF4-FFF2-40B4-BE49-F238E27FC236}">
                  <ns2:creationId id="{690BF409-B604-4170-9A78-B5416245B8E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449024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0" name="3">
              <a:extLst>
                <a:ext uri="{FF2B5EF4-FFF2-40B4-BE49-F238E27FC236}">
                  <ns2:creationId id="{E36FB345-3D3E-4293-B01E-EAFCF5C4E91A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1" name="3">
              <a:extLst>
                <a:ext uri="{FF2B5EF4-FFF2-40B4-BE49-F238E27FC236}">
                  <ns2:creationId id="{8F19A73D-D14E-44FA-92FD-73E6A2583FD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55999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2" name="diagram block">
              <a:extLst>
                <a:ext uri="{FF2B5EF4-FFF2-40B4-BE49-F238E27FC236}">
                  <ns2:creationId id="{6B4ADE51-ED82-46B5-B213-0E1C80816299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55483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3" name="diagram block">
              <a:extLst>
                <a:ext uri="{FF2B5EF4-FFF2-40B4-BE49-F238E27FC236}">
                  <ns2:creationId id="{7C247C51-6C59-4B5F-B002-6B37BDA8150B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55483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4" name="diagram block">
              <a:extLst>
                <a:ext uri="{FF2B5EF4-FFF2-40B4-BE49-F238E27FC236}">
                  <ns2:creationId id="{55C3BDCA-A5CE-40C0-AEE2-D49924BDA5F2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5483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5" name="×">
              <a:extLst>
                <a:ext uri="{FF2B5EF4-FFF2-40B4-BE49-F238E27FC236}">
                  <ns2:creationId id="{F12DA199-144C-4097-BE34-76D59A7218B9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49669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26" name="diagram block">
              <a:extLst>
                <a:ext uri="{FF2B5EF4-FFF2-40B4-BE49-F238E27FC236}">
                  <ns2:creationId id="{EC13939E-B647-4728-9009-90A9AE12494D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55483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7" name="diagram block">
              <a:extLst>
                <a:ext uri="{FF2B5EF4-FFF2-40B4-BE49-F238E27FC236}">
                  <ns2:creationId id="{04329114-5D56-46BE-BBC7-6FF38FB8B1C6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554831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8" name="diagram block">
              <a:extLst>
                <a:ext uri="{FF2B5EF4-FFF2-40B4-BE49-F238E27FC236}">
                  <ns2:creationId id="{9DA8284D-AF4B-428B-BA89-27E812F679A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55483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9" name="diagram block">
              <a:extLst>
                <a:ext uri="{FF2B5EF4-FFF2-40B4-BE49-F238E27FC236}">
                  <ns2:creationId id="{F51153EE-2A13-4BBD-A29D-1872916CFDA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55483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0" name="diagram block">
              <a:extLst>
                <a:ext uri="{FF2B5EF4-FFF2-40B4-BE49-F238E27FC236}">
                  <ns2:creationId id="{2CDA99F4-7A5D-4C5E-8656-1496BAB93E16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55483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1" name="4">
              <a:extLst>
                <a:ext uri="{FF2B5EF4-FFF2-40B4-BE49-F238E27FC236}">
                  <ns2:creationId id="{271781AA-7FE4-41F4-920F-F0705A9A7855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2" name="4">
              <a:extLst>
                <a:ext uri="{FF2B5EF4-FFF2-40B4-BE49-F238E27FC236}">
                  <ns2:creationId id="{FDD66F61-F8EE-46A0-B363-0F589DA0A096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665798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3" name="diagram block">
              <a:extLst>
                <a:ext uri="{FF2B5EF4-FFF2-40B4-BE49-F238E27FC236}">
                  <ns2:creationId id="{97F5DBBB-112A-47DF-A1C7-8247E86C8295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660637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4" name="diagram block">
              <a:extLst>
                <a:ext uri="{FF2B5EF4-FFF2-40B4-BE49-F238E27FC236}">
                  <ns2:creationId id="{2464A174-C029-4201-89FE-0DE06C90FC1D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660637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5" name="diagram block">
              <a:extLst>
                <a:ext uri="{FF2B5EF4-FFF2-40B4-BE49-F238E27FC236}">
                  <ns2:creationId id="{F7389914-74E2-4A58-8927-4A56D016EDDC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660637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6" name="diagram block">
              <a:extLst>
                <a:ext uri="{FF2B5EF4-FFF2-40B4-BE49-F238E27FC236}">
                  <ns2:creationId id="{DC2640B7-6194-414C-A3A7-3908119555B6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60637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7" name="×">
              <a:extLst>
                <a:ext uri="{FF2B5EF4-FFF2-40B4-BE49-F238E27FC236}">
                  <ns2:creationId id="{B9BE3170-709D-4ED9-BDCA-0CA0410692D7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55475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38" name="diagram block">
              <a:extLst>
                <a:ext uri="{FF2B5EF4-FFF2-40B4-BE49-F238E27FC236}">
                  <ns2:creationId id="{C45FF630-97AE-424A-95A2-956D13B3BF6B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660637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9" name="diagram block">
              <a:extLst>
                <a:ext uri="{FF2B5EF4-FFF2-40B4-BE49-F238E27FC236}">
                  <ns2:creationId id="{460B3CB8-BCAB-43A8-9F4E-69C34F4BB93F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660637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0" name="diagram block">
              <a:extLst>
                <a:ext uri="{FF2B5EF4-FFF2-40B4-BE49-F238E27FC236}">
                  <ns2:creationId id="{A1924554-BF33-48E1-8575-A46FF2DA12E1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660637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1" name="diagram block">
              <a:extLst>
                <a:ext uri="{FF2B5EF4-FFF2-40B4-BE49-F238E27FC236}">
                  <ns2:creationId id="{48C4941D-0779-4221-BBE7-7F413C42525A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660637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2" name="5">
              <a:extLst>
                <a:ext uri="{FF2B5EF4-FFF2-40B4-BE49-F238E27FC236}">
                  <ns2:creationId id="{311D8324-FD10-4B5F-9F49-0740E7717E45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3" name="5">
              <a:extLst>
                <a:ext uri="{FF2B5EF4-FFF2-40B4-BE49-F238E27FC236}">
                  <ns2:creationId id="{8FE51466-A443-4857-8357-A66CA307E8A9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771604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4" name="diagram block">
              <a:extLst>
                <a:ext uri="{FF2B5EF4-FFF2-40B4-BE49-F238E27FC236}">
                  <ns2:creationId id="{DFB17C76-C946-4C65-B6F2-CBC821F7AF70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766443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5" name="diagram block">
              <a:extLst>
                <a:ext uri="{FF2B5EF4-FFF2-40B4-BE49-F238E27FC236}">
                  <ns2:creationId id="{DE729B86-77AB-400E-9D3E-30559932396B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766443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6" name="diagram block">
              <a:extLst>
                <a:ext uri="{FF2B5EF4-FFF2-40B4-BE49-F238E27FC236}">
                  <ns2:creationId id="{2E7B7A27-85D0-44AD-9148-A1847C8A6F45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766443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7" name="diagram block">
              <a:extLst>
                <a:ext uri="{FF2B5EF4-FFF2-40B4-BE49-F238E27FC236}">
                  <ns2:creationId id="{A2B0B439-CD39-4D17-A48C-A96BD4BE0F61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766443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8" name="diagram block">
              <a:extLst>
                <a:ext uri="{FF2B5EF4-FFF2-40B4-BE49-F238E27FC236}">
                  <ns2:creationId id="{62C54D95-DB16-4D63-B2B2-011CE38952C1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6443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9" name="×">
              <a:extLst>
                <a:ext uri="{FF2B5EF4-FFF2-40B4-BE49-F238E27FC236}">
                  <ns2:creationId id="{ECD6EB84-2638-4988-BF53-534B6A1B3E79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1282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ns2:creationId id="{BAE8EF10-AC96-427B-8EEC-C118E6585F0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766443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1" name="diagram block">
              <a:extLst>
                <a:ext uri="{FF2B5EF4-FFF2-40B4-BE49-F238E27FC236}">
                  <ns2:creationId id="{8922C7F3-6A57-4276-B977-50C19DD3B790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766443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2" name="diagram block">
              <a:extLst>
                <a:ext uri="{FF2B5EF4-FFF2-40B4-BE49-F238E27FC236}">
                  <ns2:creationId id="{D1311D8E-B809-4E22-8CBF-BCB558F4C0D5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766443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3" name="6">
              <a:extLst>
                <a:ext uri="{FF2B5EF4-FFF2-40B4-BE49-F238E27FC236}">
                  <ns2:creationId id="{7D152973-2A2F-4F6C-A346-48F18F7F6EA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4" name="6">
              <a:extLst>
                <a:ext uri="{FF2B5EF4-FFF2-40B4-BE49-F238E27FC236}">
                  <ns2:creationId id="{628EF0C0-E209-4814-B894-B273FED5BD42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87741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ns2:creationId id="{442BB66C-7843-4D0C-A65A-B20F318CDF1B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872249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6" name="diagram block">
              <a:extLst>
                <a:ext uri="{FF2B5EF4-FFF2-40B4-BE49-F238E27FC236}">
                  <ns2:creationId id="{59DF6D83-6EBA-4091-9830-6B45A53BC985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872249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7" name="diagram block">
              <a:extLst>
                <a:ext uri="{FF2B5EF4-FFF2-40B4-BE49-F238E27FC236}">
                  <ns2:creationId id="{FBE5F464-D2F3-4B37-978E-605F28B842E7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872249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8" name="diagram block">
              <a:extLst>
                <a:ext uri="{FF2B5EF4-FFF2-40B4-BE49-F238E27FC236}">
                  <ns2:creationId id="{25665FE3-EED5-4A94-B8E3-8771A590AEBD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872249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9" name="diagram block">
              <a:extLst>
                <a:ext uri="{FF2B5EF4-FFF2-40B4-BE49-F238E27FC236}">
                  <ns2:creationId id="{50D7CACB-B9BE-469B-8475-46D978353358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872249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0" name="diagram block">
              <a:extLst>
                <a:ext uri="{FF2B5EF4-FFF2-40B4-BE49-F238E27FC236}">
                  <ns2:creationId id="{495CA37E-2E61-4413-9021-9C272E38A623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72249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1" name="×">
              <a:extLst>
                <a:ext uri="{FF2B5EF4-FFF2-40B4-BE49-F238E27FC236}">
                  <ns2:creationId id="{D9D46BAE-4C48-4EA1-8D13-F128B714673E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67088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62" name="diagram block">
              <a:extLst>
                <a:ext uri="{FF2B5EF4-FFF2-40B4-BE49-F238E27FC236}">
                  <ns2:creationId id="{1921F444-4FD0-4BEB-ABBE-E3E9C50F04DE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872249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3" name="diagram block">
              <a:extLst>
                <a:ext uri="{FF2B5EF4-FFF2-40B4-BE49-F238E27FC236}">
                  <ns2:creationId id="{213FF080-0D4A-41BD-9BE2-72E73B8350F8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872249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4" name="7">
              <a:extLst>
                <a:ext uri="{FF2B5EF4-FFF2-40B4-BE49-F238E27FC236}">
                  <ns2:creationId id="{6023A482-7A52-47F3-A4AC-8940503E05B1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5" name="7">
              <a:extLst>
                <a:ext uri="{FF2B5EF4-FFF2-40B4-BE49-F238E27FC236}">
                  <ns2:creationId id="{9562954B-D28B-4400-8C48-25C9A4A22EC3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98321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6" name="diagram block">
              <a:extLst>
                <a:ext uri="{FF2B5EF4-FFF2-40B4-BE49-F238E27FC236}">
                  <ns2:creationId id="{00EDCF3B-0B0C-48EA-85FB-D427BF7D9D90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978055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7" name="diagram block">
              <a:extLst>
                <a:ext uri="{FF2B5EF4-FFF2-40B4-BE49-F238E27FC236}">
                  <ns2:creationId id="{FC029931-E283-4AFD-8FBF-004C144124CC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978055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8" name="diagram block">
              <a:extLst>
                <a:ext uri="{FF2B5EF4-FFF2-40B4-BE49-F238E27FC236}">
                  <ns2:creationId id="{819DAF18-8C18-4E84-805B-2B3C24111661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978055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9" name="diagram block">
              <a:extLst>
                <a:ext uri="{FF2B5EF4-FFF2-40B4-BE49-F238E27FC236}">
                  <ns2:creationId id="{5A99A18E-4E2E-4E09-B2DB-731D984EF509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978055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0" name="diagram block">
              <a:extLst>
                <a:ext uri="{FF2B5EF4-FFF2-40B4-BE49-F238E27FC236}">
                  <ns2:creationId id="{F149DEB8-65E4-4BFE-A6AB-74705F3C78BE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978055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1" name="diagram block">
              <a:extLst>
                <a:ext uri="{FF2B5EF4-FFF2-40B4-BE49-F238E27FC236}">
                  <ns2:creationId id="{B1D72E2B-C192-4CBC-89F4-900533AC61F4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978055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2" name="diagram block">
              <a:extLst>
                <a:ext uri="{FF2B5EF4-FFF2-40B4-BE49-F238E27FC236}">
                  <ns2:creationId id="{1B541F39-A17B-4339-BB18-92C2CC2095DD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8055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3" name="×">
              <a:extLst>
                <a:ext uri="{FF2B5EF4-FFF2-40B4-BE49-F238E27FC236}">
                  <ns2:creationId id="{C3457DE9-FF04-4A4E-85F6-83DFB2CA7DCD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2894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ns2:creationId id="{8C29811B-D62E-4898-8C8E-F41AF9BB147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978055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5" name="8">
              <a:extLst>
                <a:ext uri="{FF2B5EF4-FFF2-40B4-BE49-F238E27FC236}">
                  <ns2:creationId id="{861A3C7A-0852-454D-985C-2F7132BBAFF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6" name="8">
              <a:extLst>
                <a:ext uri="{FF2B5EF4-FFF2-40B4-BE49-F238E27FC236}">
                  <ns2:creationId id="{991373B9-2643-42C5-8DD1-6BFCABAAB3F3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08902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7" name="diagram block">
              <a:extLst>
                <a:ext uri="{FF2B5EF4-FFF2-40B4-BE49-F238E27FC236}">
                  <ns2:creationId id="{BB5F62FA-905A-48FC-B423-630018492B41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308386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8" name="diagram block">
              <a:extLst>
                <a:ext uri="{FF2B5EF4-FFF2-40B4-BE49-F238E27FC236}">
                  <ns2:creationId id="{846D5835-757B-4DEC-A754-78B7BE494B18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308386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9" name="diagram block">
              <a:extLst>
                <a:ext uri="{FF2B5EF4-FFF2-40B4-BE49-F238E27FC236}">
                  <ns2:creationId id="{1D82B5CE-C7BC-47A6-9B40-BC0D92E41D5F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308386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0" name="diagram block">
              <a:extLst>
                <a:ext uri="{FF2B5EF4-FFF2-40B4-BE49-F238E27FC236}">
                  <ns2:creationId id="{925D7186-1208-4056-8A9B-C21FA7F74438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308386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1" name="diagram block">
              <a:extLst>
                <a:ext uri="{FF2B5EF4-FFF2-40B4-BE49-F238E27FC236}">
                  <ns2:creationId id="{77DDC1F2-3429-43BA-B048-70BA927C149A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308386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2" name="diagram block">
              <a:extLst>
                <a:ext uri="{FF2B5EF4-FFF2-40B4-BE49-F238E27FC236}">
                  <ns2:creationId id="{3B542FC8-9A7D-498F-95E4-4D9BA00C4438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3083861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3" name="diagram block">
              <a:extLst>
                <a:ext uri="{FF2B5EF4-FFF2-40B4-BE49-F238E27FC236}">
                  <ns2:creationId id="{D779FC10-E2E9-4E51-8D4A-42C6C7E13220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08386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4" name="diagram block">
              <a:extLst>
                <a:ext uri="{FF2B5EF4-FFF2-40B4-BE49-F238E27FC236}">
                  <ns2:creationId id="{DCA34AF0-36BE-4410-BD56-AA586004BDF2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8386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5" name="×">
              <a:extLst>
                <a:ext uri="{FF2B5EF4-FFF2-40B4-BE49-F238E27FC236}">
                  <ns2:creationId id="{A63B4E3C-D966-4AC3-916B-9C2D24B546A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78700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86" name="dᵢⱼ">
              <a:extLst>
                <a:ext uri="{FF2B5EF4-FFF2-40B4-BE49-F238E27FC236}">
                  <ns2:creationId id="{545AA2A6-493F-46D5-9E28-1307D91ACAF7}"/>
                </a:ext>
              </a:extLst>
            </p:cNvPr>
            <p:cNvSpPr>
              <a:spLocks noGrp="1"/>
            </p:cNvSpPr>
            <p:nvPr/>
          </p:nvSpPr>
          <p:spPr>
            <a:xfrm>
              <a:off x="4422323" y="2260638"/>
              <a:ext cx="17548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</a:t>
              </a:r>
            </a:p>
          </p:txBody>
        </p:sp>
        <p:sp>
          <p:nvSpPr>
            <p:cNvPr id="287" name="diagram block">
              <a:extLst>
                <a:ext uri="{FF2B5EF4-FFF2-40B4-BE49-F238E27FC236}">
                  <ns2:creationId id="{D2FACA13-20BC-4C85-B60D-C655516C042F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394831"/>
              <a:ext cx="77419" cy="707095"/>
            </a:xfrm>
            <a:prstGeom prst="rect">
              <a:avLst/>
            </a:prstGeom>
            <a:gradFill>
              <a:gsLst>
                <a:gs pos="0">
                  <a:srgbClr val="1E609E"/>
                </a:gs>
                <a:gs pos="100000">
                  <a:srgbClr val="D2E6F4"/>
                </a:gs>
              </a:gsLst>
              <a:lin ang="5400000"/>
            </a:gradFill>
            <a:ln w="3097">
              <a:solidFill>
                <a:srgbClr val="B6CADB"/>
              </a:solidFill>
              <a:prstDash val="solid"/>
            </a:ln>
          </p:spPr>
        </p:sp>
        <p:sp>
          <p:nvSpPr>
            <p:cNvPr id="288" name="high">
              <a:extLst>
                <a:ext uri="{FF2B5EF4-FFF2-40B4-BE49-F238E27FC236}">
                  <ns2:creationId id="{14F2445F-4E25-4D39-8CD0-DC0DEAEB3DB4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2405154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high</a:t>
              </a:r>
            </a:p>
          </p:txBody>
        </p:sp>
        <p:sp>
          <p:nvSpPr>
            <p:cNvPr id="289" name="low">
              <a:extLst>
                <a:ext uri="{FF2B5EF4-FFF2-40B4-BE49-F238E27FC236}">
                  <ns2:creationId id="{04A9FB9D-F2F5-437F-84D1-81C503C3F0B7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3019345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low</a:t>
              </a:r>
            </a:p>
          </p:txBody>
        </p:sp>
        <p:sp>
          <p:nvSpPr>
            <p:cNvPr id="290" name="Diagonal masked (no self-relation)">
              <a:extLst>
                <a:ext uri="{FF2B5EF4-FFF2-40B4-BE49-F238E27FC236}">
                  <ns2:creationId id="{E7E2275A-4C16-4AE5-B8C2-0940C9A51F9C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277409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Diagonal masked (no self-relation)</a:t>
              </a:r>
            </a:p>
          </p:txBody>
        </p:sp>
        <p:sp>
          <p:nvSpPr>
            <p:cNvPr id="291" name="All other windows are neighbors">
              <a:extLst>
                <a:ext uri="{FF2B5EF4-FFF2-40B4-BE49-F238E27FC236}">
                  <ns2:creationId id="{EE73D0FF-D00D-45B2-90BD-DA6396FA5FAC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401280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</a:t>
              </a:r>
            </a:p>
          </p:txBody>
        </p:sp>
        <p:sp>
          <p:nvSpPr>
            <p:cNvPr id="292" name="diagram block">
              <a:extLst>
                <a:ext uri="{FF2B5EF4-FFF2-40B4-BE49-F238E27FC236}">
                  <ns2:creationId id="{D97A58A8-2305-4B53-9A47-5BCDE201F64E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229670"/>
              <a:ext cx="1176770" cy="1326447"/>
            </a:xfrm>
            <a:prstGeom prst="roundRect">
              <a:avLst>
                <a:gd name="adj" fmla="val 1754"/>
              </a:avLst>
            </a:prstGeom>
            <a:solidFill>
              <a:srgbClr val="F8FBFF"/>
            </a:solidFill>
            <a:ln w="3871">
              <a:solidFill>
                <a:srgbClr val="C3DDF3"/>
              </a:solidFill>
              <a:prstDash val="solid"/>
            </a:ln>
          </p:spPr>
        </p:sp>
        <p:sp>
          <p:nvSpPr>
            <p:cNvPr id="293" name="dᵢⱼ =">
              <a:extLst>
                <a:ext uri="{FF2B5EF4-FFF2-40B4-BE49-F238E27FC236}">
                  <ns2:creationId id="{E952C16D-0443-45E2-BA8F-B2AF72253384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2379347"/>
              <a:ext cx="283870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 =</a:t>
              </a:r>
            </a:p>
          </p:txBody>
        </p:sp>
        <p:sp>
          <p:nvSpPr>
            <p:cNvPr id="294" name="1">
              <a:extLst>
                <a:ext uri="{FF2B5EF4-FFF2-40B4-BE49-F238E27FC236}">
                  <ns2:creationId id="{79C1CEBA-88AD-4877-AB6B-6B6ED6E54483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332896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cxnSp>
          <p:nvCxnSpPr>
            <p:cNvPr id="295" name="native PowerPoint connector">
              <a:extLst>
                <a:ext uri="{FF2B5EF4-FFF2-40B4-BE49-F238E27FC236}">
                  <ns2:creationId id="{3D3ACCA3-7F89-4F0E-8EB6-86D831F2B385}"/>
                </a:ext>
              </a:extLst>
            </p:cNvPr>
            <p:cNvCxnSpPr/>
            <p:nvPr/>
          </p:nvCxnSpPr>
          <p:spPr>
            <a:xfrm flipH="0" flipV="0">
              <a:off x="5103611" y="2461876"/>
              <a:ext cx="98064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296" name="18">
              <a:extLst>
                <a:ext uri="{FF2B5EF4-FFF2-40B4-BE49-F238E27FC236}">
                  <ns2:creationId id="{B7EAECAC-D7C0-4B19-82F6-7CEE59C070B9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469773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7" name="∑">
              <a:extLst>
                <a:ext uri="{FF2B5EF4-FFF2-40B4-BE49-F238E27FC236}">
                  <ns2:creationId id="{2C7DA7CF-F5D9-4AFF-AEF9-DB76D35478B1}"/>
                </a:ext>
              </a:extLst>
            </p:cNvPr>
            <p:cNvSpPr>
              <a:spLocks noGrp="1"/>
            </p:cNvSpPr>
            <p:nvPr/>
          </p:nvSpPr>
          <p:spPr>
            <a:xfrm>
              <a:off x="5227482" y="2332896"/>
              <a:ext cx="201290" cy="2322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04"/>
            </a:bodyPr>
            <a:lstStyle>
              <a:def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</a:t>
              </a:r>
            </a:p>
          </p:txBody>
        </p:sp>
        <p:sp>
          <p:nvSpPr>
            <p:cNvPr id="298" name="18">
              <a:extLst>
                <a:ext uri="{FF2B5EF4-FFF2-40B4-BE49-F238E27FC236}">
                  <ns2:creationId id="{13B81F44-F733-47E0-9DE9-C6D1B3F818EA}"/>
                </a:ext>
              </a:extLst>
            </p:cNvPr>
            <p:cNvSpPr>
              <a:spLocks noGrp="1"/>
            </p:cNvSpPr>
            <p:nvPr/>
          </p:nvSpPr>
          <p:spPr>
            <a:xfrm>
              <a:off x="5279095" y="2260638"/>
              <a:ext cx="14967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9" name="k=1">
              <a:extLst>
                <a:ext uri="{FF2B5EF4-FFF2-40B4-BE49-F238E27FC236}">
                  <ns2:creationId id="{CE245E2F-3CE1-4A9C-9963-F7C2B0FA9103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2559992"/>
              <a:ext cx="22193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k=1</a:t>
              </a:r>
            </a:p>
          </p:txBody>
        </p:sp>
        <p:sp>
          <p:nvSpPr>
            <p:cNvPr id="300" name="(uᵢₖ − uⱼₖ)²">
              <a:extLst>
                <a:ext uri="{FF2B5EF4-FFF2-40B4-BE49-F238E27FC236}">
                  <ns2:creationId id="{0DC79FA8-254B-4BCC-BA61-0FE45233BAEE}"/>
                </a:ext>
              </a:extLst>
            </p:cNvPr>
            <p:cNvSpPr>
              <a:spLocks noGrp="1"/>
            </p:cNvSpPr>
            <p:nvPr/>
          </p:nvSpPr>
          <p:spPr>
            <a:xfrm>
              <a:off x="5402965" y="2394831"/>
              <a:ext cx="469676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09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(uᵢₖ − uⱼₖ)²</a:t>
              </a:r>
            </a:p>
          </p:txBody>
        </p:sp>
        <p:sp>
          <p:nvSpPr>
            <p:cNvPr id="301" name="p(j | i) =">
              <a:extLst>
                <a:ext uri="{FF2B5EF4-FFF2-40B4-BE49-F238E27FC236}">
                  <ns2:creationId id="{EBDAF7A2-0C2B-451F-A4AC-E58297724EDE}"/>
                </a:ext>
              </a:extLst>
            </p:cNvPr>
            <p:cNvSpPr>
              <a:spLocks noGrp="1"/>
            </p:cNvSpPr>
            <p:nvPr/>
          </p:nvSpPr>
          <p:spPr>
            <a:xfrm>
              <a:off x="4773290" y="2776765"/>
              <a:ext cx="459353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p(j | i) =</a:t>
              </a:r>
            </a:p>
          </p:txBody>
        </p:sp>
        <p:sp>
          <p:nvSpPr>
            <p:cNvPr id="302" name="exp(−dᵢⱼ / τₐ)">
              <a:extLst>
                <a:ext uri="{FF2B5EF4-FFF2-40B4-BE49-F238E27FC236}">
                  <ns2:creationId id="{6A5349B9-A768-4F2B-9CFE-4C8B548A140E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689024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(−dᵢⱼ / τₐ)</a:t>
              </a:r>
            </a:p>
          </p:txBody>
        </p:sp>
        <p:cxnSp>
          <p:nvCxnSpPr>
            <p:cNvPr id="303" name="native PowerPoint connector">
              <a:extLst>
                <a:ext uri="{FF2B5EF4-FFF2-40B4-BE49-F238E27FC236}">
                  <ns2:creationId id="{64312D20-D465-4197-A349-B23FB3C875CB}"/>
                </a:ext>
              </a:extLst>
            </p:cNvPr>
            <p:cNvCxnSpPr/>
            <p:nvPr/>
          </p:nvCxnSpPr>
          <p:spPr>
            <a:xfrm flipH="0" flipV="0">
              <a:off x="5232643" y="2843294"/>
              <a:ext cx="619353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04" name="∑ₖ≠ᵢ exp(−dᵢₖ / τₐ)">
              <a:extLst>
                <a:ext uri="{FF2B5EF4-FFF2-40B4-BE49-F238E27FC236}">
                  <ns2:creationId id="{D40D89C2-B2C3-400F-AB41-2B10E028F95D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852739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283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∑ₖ≠ᵢ </a:t>
              </a: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(−dᵢₖ / τₐ)</a:t>
              </a:r>
            </a:p>
          </p:txBody>
        </p:sp>
        <p:sp>
          <p:nvSpPr>
            <p:cNvPr id="305" name="for j ≠ i">
              <a:extLst>
                <a:ext uri="{FF2B5EF4-FFF2-40B4-BE49-F238E27FC236}">
                  <ns2:creationId id="{1979637F-20D6-42CD-BBE6-E28A9E79D7FB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3081281"/>
              <a:ext cx="717417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96"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j ≠ i</a:t>
              </a:r>
            </a:p>
          </p:txBody>
        </p:sp>
        <p:sp>
          <p:nvSpPr>
            <p:cNvPr id="306" name="τₐ: frozen temperature">
              <a:extLst>
                <a:ext uri="{FF2B5EF4-FFF2-40B4-BE49-F238E27FC236}">
                  <ns2:creationId id="{683370FD-FB9F-439C-A0BB-7F703251670F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3215474"/>
              <a:ext cx="1037416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τₐ: frozen temperature</a:t>
              </a:r>
            </a:p>
          </p:txBody>
        </p:sp>
        <p:sp>
          <p:nvSpPr>
            <p:cNvPr id="307" name="(teacher and student share τₐ)">
              <a:extLst>
                <a:ext uri="{FF2B5EF4-FFF2-40B4-BE49-F238E27FC236}">
                  <ns2:creationId id="{1E9094BA-FE7F-4F60-BAF3-1AC36F1838B7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3349667"/>
              <a:ext cx="1047739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and student share τₐ)</a:t>
              </a:r>
            </a:p>
          </p:txBody>
        </p:sp>
        <p:sp>
          <p:nvSpPr>
            <p:cNvPr id="308" name="diagram block">
              <a:extLst>
                <a:ext uri="{FF2B5EF4-FFF2-40B4-BE49-F238E27FC236}">
                  <ns2:creationId id="{ED666A9D-FE59-4CA0-87E6-4D52500FD056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3623214"/>
              <a:ext cx="2611605" cy="304515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9A0"/>
              </a:solidFill>
              <a:prstDash val="solid"/>
            </a:ln>
          </p:spPr>
        </p:sp>
        <p:sp>
          <p:nvSpPr>
            <p:cNvPr id="309" name="L_temp,a = mean_i KL(p^T(· | i) || p^S(· | i))">
              <a:extLst>
                <a:ext uri="{FF2B5EF4-FFF2-40B4-BE49-F238E27FC236}">
                  <ns2:creationId id="{1C449188-9D64-4FE0-8051-E1EDE56E75A6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3710956"/>
              <a:ext cx="2503218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310" name="All other windows are neighbors (diagonal masked).">
              <a:extLst>
                <a:ext uri="{FF2B5EF4-FFF2-40B4-BE49-F238E27FC236}">
                  <ns2:creationId id="{F7066CF3-25FD-4EDB-AAC5-B6D34E1B4335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3999987"/>
              <a:ext cx="25341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 (diagonal masked).</a:t>
              </a:r>
            </a:p>
          </p:txBody>
        </p:sp>
        <p:sp>
          <p:nvSpPr>
            <p:cNvPr id="311" name="diagram block">
              <a:extLst>
                <a:ext uri="{FF2B5EF4-FFF2-40B4-BE49-F238E27FC236}">
                  <ns2:creationId id="{D0EA959D-E50A-499E-BE92-E417EDCCE349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</p:sp>
        <p:sp>
          <p:nvSpPr>
            <p:cNvPr id="312" name="diagram block">
              <a:extLst>
                <a:ext uri="{FF2B5EF4-FFF2-40B4-BE49-F238E27FC236}">
                  <ns2:creationId id="{12A7A761-18C1-4CE9-9CA9-4970D138E6D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313" name="Camera 1 (view 1)">
              <a:extLst>
                <a:ext uri="{FF2B5EF4-FFF2-40B4-BE49-F238E27FC236}">
                  <ns2:creationId id="{3DC68C9C-1913-4B07-93A6-6E6F05FFDDE7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676127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1 (view 1)</a:t>
              </a:r>
            </a:p>
          </p:txBody>
        </p:sp>
        <p:sp>
          <p:nvSpPr>
            <p:cNvPr id="314" name="Time 1 (future)">
              <a:extLst>
                <a:ext uri="{FF2B5EF4-FFF2-40B4-BE49-F238E27FC236}">
                  <ns2:creationId id="{84400F71-545B-4B18-BD9C-CD6F50B00ECC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315" name="Time 2 (future)">
              <a:extLst>
                <a:ext uri="{FF2B5EF4-FFF2-40B4-BE49-F238E27FC236}">
                  <ns2:creationId id="{CCB0CE4B-F674-4EF6-B6ED-AE2FCDC121BA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316" name="diagram block">
              <a:extLst>
                <a:ext uri="{FF2B5EF4-FFF2-40B4-BE49-F238E27FC236}">
                  <ns2:creationId id="{20899F4E-191D-40A8-85BE-B2612884F1E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7" name="diagram block">
              <a:extLst>
                <a:ext uri="{FF2B5EF4-FFF2-40B4-BE49-F238E27FC236}">
                  <ns2:creationId id="{BEAE38F3-91B7-409D-97EB-EFF7C8819D51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8" name="diagram block">
              <a:extLst>
                <a:ext uri="{FF2B5EF4-FFF2-40B4-BE49-F238E27FC236}">
                  <ns2:creationId id="{39046024-043B-4128-9FB0-FD7739582EF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9" name="diagram block">
              <a:extLst>
                <a:ext uri="{FF2B5EF4-FFF2-40B4-BE49-F238E27FC236}">
                  <ns2:creationId id="{E4D2298F-C293-45AA-AE37-03E00E3BFE8D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0" name="diagram block">
              <a:extLst>
                <a:ext uri="{FF2B5EF4-FFF2-40B4-BE49-F238E27FC236}">
                  <ns2:creationId id="{D3997C13-DBCE-4836-8587-D792DF127AB8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1" name="diagram block">
              <a:extLst>
                <a:ext uri="{FF2B5EF4-FFF2-40B4-BE49-F238E27FC236}">
                  <ns2:creationId id="{900D2935-F595-4D78-8902-FCBAFC49CC0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2" name="diagram block">
              <a:extLst>
                <a:ext uri="{FF2B5EF4-FFF2-40B4-BE49-F238E27FC236}">
                  <ns2:creationId id="{BD3424D6-DE79-4104-B473-29B98191E2A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3" name="diagram block">
              <a:extLst>
                <a:ext uri="{FF2B5EF4-FFF2-40B4-BE49-F238E27FC236}">
                  <ns2:creationId id="{E6CC36D5-128F-4195-B55D-C4A532CD388F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4" name="diagram block">
              <a:extLst>
                <a:ext uri="{FF2B5EF4-FFF2-40B4-BE49-F238E27FC236}">
                  <ns2:creationId id="{2D9F8BB9-068E-48C8-A826-0FA23DBA1B1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5" name="diagram block">
              <a:extLst>
                <a:ext uri="{FF2B5EF4-FFF2-40B4-BE49-F238E27FC236}">
                  <ns2:creationId id="{272416C5-53BE-4620-9600-F241720BEBB9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6" name="diagram block">
              <a:extLst>
                <a:ext uri="{FF2B5EF4-FFF2-40B4-BE49-F238E27FC236}">
                  <ns2:creationId id="{AB30C460-9531-406D-B655-90D6E0882932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7" name="diagram block">
              <a:extLst>
                <a:ext uri="{FF2B5EF4-FFF2-40B4-BE49-F238E27FC236}">
                  <ns2:creationId id="{8CBED9F2-3FEB-41E9-AA33-B5E682628773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8" name="diagram block">
              <a:extLst>
                <a:ext uri="{FF2B5EF4-FFF2-40B4-BE49-F238E27FC236}">
                  <ns2:creationId id="{353AD3B6-0CE9-42A2-B6DE-BBFA45FFF6C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9" name="diagram block">
              <a:extLst>
                <a:ext uri="{FF2B5EF4-FFF2-40B4-BE49-F238E27FC236}">
                  <ns2:creationId id="{B1CF6198-9339-4A5E-810D-FE75EBB8C87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0" name="diagram block">
              <a:extLst>
                <a:ext uri="{FF2B5EF4-FFF2-40B4-BE49-F238E27FC236}">
                  <ns2:creationId id="{C3BEE39A-7118-4AA9-A9B0-0643FC4F5A42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1" name="diagram block">
              <a:extLst>
                <a:ext uri="{FF2B5EF4-FFF2-40B4-BE49-F238E27FC236}">
                  <ns2:creationId id="{D7314CCC-48F5-4951-BCE7-A1160F7989A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2" name="diagram block">
              <a:extLst>
                <a:ext uri="{FF2B5EF4-FFF2-40B4-BE49-F238E27FC236}">
                  <ns2:creationId id="{7A3DD1B8-5B25-4CA8-A2FF-2D1CAE14AC7F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3" name="diagram block">
              <a:extLst>
                <a:ext uri="{FF2B5EF4-FFF2-40B4-BE49-F238E27FC236}">
                  <ns2:creationId id="{8754E66D-5324-4E7A-8C3E-01E1805254E6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4" name="diagram block">
              <a:extLst>
                <a:ext uri="{FF2B5EF4-FFF2-40B4-BE49-F238E27FC236}">
                  <ns2:creationId id="{B66BEACF-7EAF-427C-B3A8-6E1D4EDF7D0A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5" name="diagram block">
              <a:extLst>
                <a:ext uri="{FF2B5EF4-FFF2-40B4-BE49-F238E27FC236}">
                  <ns2:creationId id="{484F609A-B1B3-4D93-8794-AC5E7FB82F1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6" name="diagram block">
              <a:extLst>
                <a:ext uri="{FF2B5EF4-FFF2-40B4-BE49-F238E27FC236}">
                  <ns2:creationId id="{F7299DC5-E429-454F-A436-2434C712AD49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7" name="diagram block">
              <a:extLst>
                <a:ext uri="{FF2B5EF4-FFF2-40B4-BE49-F238E27FC236}">
                  <ns2:creationId id="{9A5D7DF6-4436-456A-AFF7-3E6A3D675FF3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8" name="diagram block">
              <a:extLst>
                <a:ext uri="{FF2B5EF4-FFF2-40B4-BE49-F238E27FC236}">
                  <ns2:creationId id="{CD522E54-DA04-4371-B1C7-F8BA930D4616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9" name="diagram block">
              <a:extLst>
                <a:ext uri="{FF2B5EF4-FFF2-40B4-BE49-F238E27FC236}">
                  <ns2:creationId id="{65ECF492-0B18-49A1-8E8F-6C5991A1091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0" name="diagram block">
              <a:extLst>
                <a:ext uri="{FF2B5EF4-FFF2-40B4-BE49-F238E27FC236}">
                  <ns2:creationId id="{209EAC7A-F0D7-447A-9BB5-22D89647BB4E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</p:sp>
        <p:sp>
          <p:nvSpPr>
            <p:cNvPr id="341" name="diagram block">
              <a:extLst>
                <a:ext uri="{FF2B5EF4-FFF2-40B4-BE49-F238E27FC236}">
                  <ns2:creationId id="{ADFDF273-E73F-455E-92DF-32F91D23750C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2" name="diagram block">
              <a:extLst>
                <a:ext uri="{FF2B5EF4-FFF2-40B4-BE49-F238E27FC236}">
                  <ns2:creationId id="{72326222-FF00-4F9F-BFBC-7BDF013ED55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3" name="diagram block">
              <a:extLst>
                <a:ext uri="{FF2B5EF4-FFF2-40B4-BE49-F238E27FC236}">
                  <ns2:creationId id="{48EFA103-FE61-452F-A6CB-F13A189EA9D7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4" name="diagram block">
              <a:extLst>
                <a:ext uri="{FF2B5EF4-FFF2-40B4-BE49-F238E27FC236}">
                  <ns2:creationId id="{97DC1158-D0AE-4C50-8F26-995CED9D4A6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5" name="diagram block">
              <a:extLst>
                <a:ext uri="{FF2B5EF4-FFF2-40B4-BE49-F238E27FC236}">
                  <ns2:creationId id="{DEBACAC9-4741-4A01-ABD5-28642711C766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6" name="diagram block">
              <a:extLst>
                <a:ext uri="{FF2B5EF4-FFF2-40B4-BE49-F238E27FC236}">
                  <ns2:creationId id="{640442AE-43F3-4475-A636-AE23B228479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7" name="diagram block">
              <a:extLst>
                <a:ext uri="{FF2B5EF4-FFF2-40B4-BE49-F238E27FC236}">
                  <ns2:creationId id="{77D0D036-F7B8-44F8-BEFF-B29EEDC3DAE3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8" name="diagram block">
              <a:extLst>
                <a:ext uri="{FF2B5EF4-FFF2-40B4-BE49-F238E27FC236}">
                  <ns2:creationId id="{E9A0DCF8-8065-43F2-A345-FA55BF807F84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9" name="diagram block">
              <a:extLst>
                <a:ext uri="{FF2B5EF4-FFF2-40B4-BE49-F238E27FC236}">
                  <ns2:creationId id="{117886E5-DE93-4F37-AAEE-041F6EFA96AC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0" name="diagram block">
              <a:extLst>
                <a:ext uri="{FF2B5EF4-FFF2-40B4-BE49-F238E27FC236}">
                  <ns2:creationId id="{81B8CA4B-E3B7-493D-831F-8ACED6DD48E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1" name="diagram block">
              <a:extLst>
                <a:ext uri="{FF2B5EF4-FFF2-40B4-BE49-F238E27FC236}">
                  <ns2:creationId id="{57D98762-C106-4EA3-884D-688AF846190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2" name="diagram block">
              <a:extLst>
                <a:ext uri="{FF2B5EF4-FFF2-40B4-BE49-F238E27FC236}">
                  <ns2:creationId id="{C00C75AE-BE50-428A-81FC-D51DDC9AE578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3" name="diagram block">
              <a:extLst>
                <a:ext uri="{FF2B5EF4-FFF2-40B4-BE49-F238E27FC236}">
                  <ns2:creationId id="{280F7DDA-576D-4044-A723-E73A2A78E75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4" name="diagram block">
              <a:extLst>
                <a:ext uri="{FF2B5EF4-FFF2-40B4-BE49-F238E27FC236}">
                  <ns2:creationId id="{9137B582-2AD7-4DE0-B5FB-A5302005DFE2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5" name="diagram block">
              <a:extLst>
                <a:ext uri="{FF2B5EF4-FFF2-40B4-BE49-F238E27FC236}">
                  <ns2:creationId id="{B367D77B-EE75-4022-A415-F8C4AA76F475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6" name="diagram block">
              <a:extLst>
                <a:ext uri="{FF2B5EF4-FFF2-40B4-BE49-F238E27FC236}">
                  <ns2:creationId id="{70A02D7E-493F-4F67-8272-64B4922120C9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7" name="diagram block">
              <a:extLst>
                <a:ext uri="{FF2B5EF4-FFF2-40B4-BE49-F238E27FC236}">
                  <ns2:creationId id="{E7DA89C6-15D5-4758-A2F4-4F11D78D89EF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8" name="diagram block">
              <a:extLst>
                <a:ext uri="{FF2B5EF4-FFF2-40B4-BE49-F238E27FC236}">
                  <ns2:creationId id="{029797E2-5EA8-4162-80E3-8083B15DA1BA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9" name="diagram block">
              <a:extLst>
                <a:ext uri="{FF2B5EF4-FFF2-40B4-BE49-F238E27FC236}">
                  <ns2:creationId id="{AD88C4F3-2827-4531-9669-431C8C6A51BC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0" name="diagram block">
              <a:extLst>
                <a:ext uri="{FF2B5EF4-FFF2-40B4-BE49-F238E27FC236}">
                  <ns2:creationId id="{9F04E19F-EA41-4F94-A5D8-B8820415177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1" name="diagram block">
              <a:extLst>
                <a:ext uri="{FF2B5EF4-FFF2-40B4-BE49-F238E27FC236}">
                  <ns2:creationId id="{FDF597D7-CDC5-4C41-9086-6440E5616F04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2" name="diagram block">
              <a:extLst>
                <a:ext uri="{FF2B5EF4-FFF2-40B4-BE49-F238E27FC236}">
                  <ns2:creationId id="{009EFD01-1C79-40DF-B10B-EFE0162B902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3" name="diagram block">
              <a:extLst>
                <a:ext uri="{FF2B5EF4-FFF2-40B4-BE49-F238E27FC236}">
                  <ns2:creationId id="{61E2DBF1-D9BF-436C-9513-0C58C1E38A73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4" name="diagram block">
              <a:extLst>
                <a:ext uri="{FF2B5EF4-FFF2-40B4-BE49-F238E27FC236}">
                  <ns2:creationId id="{9948D688-2829-467A-99FB-63A3E5BA4696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5" name="diagram block">
              <a:extLst>
                <a:ext uri="{FF2B5EF4-FFF2-40B4-BE49-F238E27FC236}">
                  <ns2:creationId id="{BA844B3E-E747-412F-8B38-6E0F7D7D36FA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6" name="diagram block">
              <a:extLst>
                <a:ext uri="{FF2B5EF4-FFF2-40B4-BE49-F238E27FC236}">
                  <ns2:creationId id="{7FDEAC42-5868-481D-8A88-D5097506FEBF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7" name="diagram block">
              <a:extLst>
                <a:ext uri="{FF2B5EF4-FFF2-40B4-BE49-F238E27FC236}">
                  <ns2:creationId id="{82942969-0648-484C-A099-CC16A5E1046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8" name="diagram block">
              <a:extLst>
                <a:ext uri="{FF2B5EF4-FFF2-40B4-BE49-F238E27FC236}">
                  <ns2:creationId id="{F196AB46-4604-4B06-8A5C-BF5489E15ACD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9" name="diagram block">
              <a:extLst>
                <a:ext uri="{FF2B5EF4-FFF2-40B4-BE49-F238E27FC236}">
                  <ns2:creationId id="{ACE2019E-F25C-4B78-A0E6-A9E4AD8F2306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0" name="diagram block">
              <a:extLst>
                <a:ext uri="{FF2B5EF4-FFF2-40B4-BE49-F238E27FC236}">
                  <ns2:creationId id="{06DA9EE3-714A-450D-87A1-C1CE2CFFD7B9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1" name="diagram block">
              <a:extLst>
                <a:ext uri="{FF2B5EF4-FFF2-40B4-BE49-F238E27FC236}">
                  <ns2:creationId id="{C2AE2621-D8A1-4553-AF3D-A221A1257E9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2" name="diagram block">
              <a:extLst>
                <a:ext uri="{FF2B5EF4-FFF2-40B4-BE49-F238E27FC236}">
                  <ns2:creationId id="{02368D6B-DA92-4988-BE6A-099F328E011E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3" name="diagram block">
              <a:extLst>
                <a:ext uri="{FF2B5EF4-FFF2-40B4-BE49-F238E27FC236}">
                  <ns2:creationId id="{41E193AA-AA7D-4AF6-A00C-F29CDE1B9FDE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4" name="diagram block">
              <a:extLst>
                <a:ext uri="{FF2B5EF4-FFF2-40B4-BE49-F238E27FC236}">
                  <ns2:creationId id="{88027013-9EFB-4F56-BD1E-858F3D9F304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5" name="diagram block">
              <a:extLst>
                <a:ext uri="{FF2B5EF4-FFF2-40B4-BE49-F238E27FC236}">
                  <ns2:creationId id="{F76E8132-6246-45E2-B4ED-F530A06B02DB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6" name="diagram block">
              <a:extLst>
                <a:ext uri="{FF2B5EF4-FFF2-40B4-BE49-F238E27FC236}">
                  <ns2:creationId id="{B4DC48CE-7182-4FDD-A98D-CFA594B08C0F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7" name="diagram block">
              <a:extLst>
                <a:ext uri="{FF2B5EF4-FFF2-40B4-BE49-F238E27FC236}">
                  <ns2:creationId id="{EC726FFA-0717-4F55-83E1-1693214C099F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8" name="diagram block">
              <a:extLst>
                <a:ext uri="{FF2B5EF4-FFF2-40B4-BE49-F238E27FC236}">
                  <ns2:creationId id="{85645627-75D1-4D5F-B4FD-2E6AE597BC66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9" name="diagram block">
              <a:extLst>
                <a:ext uri="{FF2B5EF4-FFF2-40B4-BE49-F238E27FC236}">
                  <ns2:creationId id="{7DAE0903-1123-44F4-8542-F3127A70242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0" name="diagram block">
              <a:extLst>
                <a:ext uri="{FF2B5EF4-FFF2-40B4-BE49-F238E27FC236}">
                  <ns2:creationId id="{0CBD914A-5553-4408-9B61-71D8D114D66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1" name="diagram block">
              <a:extLst>
                <a:ext uri="{FF2B5EF4-FFF2-40B4-BE49-F238E27FC236}">
                  <ns2:creationId id="{7558D190-63E5-4EB8-A1FA-194DDD116396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2" name="diagram block">
              <a:extLst>
                <a:ext uri="{FF2B5EF4-FFF2-40B4-BE49-F238E27FC236}">
                  <ns2:creationId id="{F3333BA8-0934-43EC-AB29-6E37D5C8B8B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3" name="diagram block">
              <a:extLst>
                <a:ext uri="{FF2B5EF4-FFF2-40B4-BE49-F238E27FC236}">
                  <ns2:creationId id="{2BBDB7A3-9AC2-4D67-8D64-F48DB9B66D08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4" name="diagram block">
              <a:extLst>
                <a:ext uri="{FF2B5EF4-FFF2-40B4-BE49-F238E27FC236}">
                  <ns2:creationId id="{9E847ED1-92CA-48E9-9501-271253926787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5" name="diagram block">
              <a:extLst>
                <a:ext uri="{FF2B5EF4-FFF2-40B4-BE49-F238E27FC236}">
                  <ns2:creationId id="{2C18941D-D8B6-48C5-A189-871C9B5B25C5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6" name="diagram block">
              <a:extLst>
                <a:ext uri="{FF2B5EF4-FFF2-40B4-BE49-F238E27FC236}">
                  <ns2:creationId id="{2A2FD331-3178-4037-ACBC-78CC8AF1F644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7" name="diagram block">
              <a:extLst>
                <a:ext uri="{FF2B5EF4-FFF2-40B4-BE49-F238E27FC236}">
                  <ns2:creationId id="{14EBB591-726B-47CF-A0D8-7E12C8F61BB1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8" name="diagram block">
              <a:extLst>
                <a:ext uri="{FF2B5EF4-FFF2-40B4-BE49-F238E27FC236}">
                  <ns2:creationId id="{CBC9458F-633D-4407-ACE5-12C78827328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9" name="diagram block">
              <a:extLst>
                <a:ext uri="{FF2B5EF4-FFF2-40B4-BE49-F238E27FC236}">
                  <ns2:creationId id="{7ED900F6-0DD9-47B1-9F24-5B06B4EE87B8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</p:sp>
        <p:sp>
          <p:nvSpPr>
            <p:cNvPr id="390" name="diagram block">
              <a:extLst>
                <a:ext uri="{FF2B5EF4-FFF2-40B4-BE49-F238E27FC236}">
                  <ns2:creationId id="{9B53DE25-FDA9-473C-98F3-5FD5B0212870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1" name="diagram block">
              <a:extLst>
                <a:ext uri="{FF2B5EF4-FFF2-40B4-BE49-F238E27FC236}">
                  <ns2:creationId id="{0D96F4AD-9994-4537-8F43-4BC4CB4D51A0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2" name="diagram block">
              <a:extLst>
                <a:ext uri="{FF2B5EF4-FFF2-40B4-BE49-F238E27FC236}">
                  <ns2:creationId id="{65472216-417D-44B3-9FE1-E306F62EEF8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3" name="diagram block">
              <a:extLst>
                <a:ext uri="{FF2B5EF4-FFF2-40B4-BE49-F238E27FC236}">
                  <ns2:creationId id="{25E5693C-A4BE-4A25-8786-AEC329A6DB99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4" name="diagram block">
              <a:extLst>
                <a:ext uri="{FF2B5EF4-FFF2-40B4-BE49-F238E27FC236}">
                  <ns2:creationId id="{54000EE2-E074-4320-BB42-6F5D791D120C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5" name="diagram block">
              <a:extLst>
                <a:ext uri="{FF2B5EF4-FFF2-40B4-BE49-F238E27FC236}">
                  <ns2:creationId id="{F940E9A5-70CD-4E36-9F08-18707B4FAAA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6" name="diagram block">
              <a:extLst>
                <a:ext uri="{FF2B5EF4-FFF2-40B4-BE49-F238E27FC236}">
                  <ns2:creationId id="{4840DAA8-3486-43E3-B831-FF76E248E28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7" name="diagram block">
              <a:extLst>
                <a:ext uri="{FF2B5EF4-FFF2-40B4-BE49-F238E27FC236}">
                  <ns2:creationId id="{C4A3F0A7-59D6-4A12-9365-E869AE135355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8" name="diagram block">
              <a:extLst>
                <a:ext uri="{FF2B5EF4-FFF2-40B4-BE49-F238E27FC236}">
                  <ns2:creationId id="{C28AE9B4-0751-48EC-9829-033773657D5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9" name="diagram block">
              <a:extLst>
                <a:ext uri="{FF2B5EF4-FFF2-40B4-BE49-F238E27FC236}">
                  <ns2:creationId id="{FD588991-FFE5-46EF-91AA-7CCEB10B8F61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0" name="diagram block">
              <a:extLst>
                <a:ext uri="{FF2B5EF4-FFF2-40B4-BE49-F238E27FC236}">
                  <ns2:creationId id="{06938339-B943-4D63-98D9-10BBB07378EB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1" name="diagram block">
              <a:extLst>
                <a:ext uri="{FF2B5EF4-FFF2-40B4-BE49-F238E27FC236}">
                  <ns2:creationId id="{15EFB9C7-08B1-4684-B30C-EF6FB16FF2D6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2" name="diagram block">
              <a:extLst>
                <a:ext uri="{FF2B5EF4-FFF2-40B4-BE49-F238E27FC236}">
                  <ns2:creationId id="{FD79212F-3DAB-467C-ACD6-F42B63555C1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3" name="diagram block">
              <a:extLst>
                <a:ext uri="{FF2B5EF4-FFF2-40B4-BE49-F238E27FC236}">
                  <ns2:creationId id="{7F8F53EF-4E92-4DE5-A12D-18143A94012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4" name="diagram block">
              <a:extLst>
                <a:ext uri="{FF2B5EF4-FFF2-40B4-BE49-F238E27FC236}">
                  <ns2:creationId id="{AF1C141B-DD0F-40D5-A1C4-5A7285C1033C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5" name="diagram block">
              <a:extLst>
                <a:ext uri="{FF2B5EF4-FFF2-40B4-BE49-F238E27FC236}">
                  <ns2:creationId id="{4A13C742-E501-488D-A20C-EB14914C47DA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6" name="diagram block">
              <a:extLst>
                <a:ext uri="{FF2B5EF4-FFF2-40B4-BE49-F238E27FC236}">
                  <ns2:creationId id="{3EA6B845-D124-4A14-A1AD-91ED600B33F4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7" name="diagram block">
              <a:extLst>
                <a:ext uri="{FF2B5EF4-FFF2-40B4-BE49-F238E27FC236}">
                  <ns2:creationId id="{23C5F7DE-C7E3-402A-ACCA-D54F3BA0D47A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8" name="diagram block">
              <a:extLst>
                <a:ext uri="{FF2B5EF4-FFF2-40B4-BE49-F238E27FC236}">
                  <ns2:creationId id="{3BA6D398-4BA9-4B0A-A9F4-4670617CE0B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9" name="diagram block">
              <a:extLst>
                <a:ext uri="{FF2B5EF4-FFF2-40B4-BE49-F238E27FC236}">
                  <ns2:creationId id="{31F1FCC4-B5AF-4323-8A3E-F62C98BE596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0" name="diagram block">
              <a:extLst>
                <a:ext uri="{FF2B5EF4-FFF2-40B4-BE49-F238E27FC236}">
                  <ns2:creationId id="{4503CE82-7D6F-461A-A99A-513FDE42BA40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1" name="diagram block">
              <a:extLst>
                <a:ext uri="{FF2B5EF4-FFF2-40B4-BE49-F238E27FC236}">
                  <ns2:creationId id="{65BFA33C-B196-4BD2-9D2B-AFAD629EA136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2" name="diagram block">
              <a:extLst>
                <a:ext uri="{FF2B5EF4-FFF2-40B4-BE49-F238E27FC236}">
                  <ns2:creationId id="{41F2D99F-2864-4EE7-AF43-7B2EB08CF884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3" name="diagram block">
              <a:extLst>
                <a:ext uri="{FF2B5EF4-FFF2-40B4-BE49-F238E27FC236}">
                  <ns2:creationId id="{13189B3B-832C-41DA-8F89-5CDA99A70594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cxnSp>
          <p:nvCxnSpPr>
            <p:cNvPr id="414" name="native PowerPoint connector">
              <a:extLst>
                <a:ext uri="{FF2B5EF4-FFF2-40B4-BE49-F238E27FC236}">
                  <ns2:creationId id="{5A271294-5BD1-4118-BFD4-F736C4F0269E}"/>
                </a:ext>
              </a:extLst>
            </p:cNvPr>
            <p:cNvCxnSpPr/>
            <p:nvPr/>
          </p:nvCxnSpPr>
          <p:spPr>
            <a:xfrm flipH="1" flipV="1">
              <a:off x="6337156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5" name="native PowerPoint connector">
              <a:extLst>
                <a:ext uri="{FF2B5EF4-FFF2-40B4-BE49-F238E27FC236}">
                  <ns2:creationId id="{48E75AD7-CF40-4DA0-891A-C3427F2A26CC}"/>
                </a:ext>
              </a:extLst>
            </p:cNvPr>
            <p:cNvCxnSpPr/>
            <p:nvPr/>
          </p:nvCxnSpPr>
          <p:spPr>
            <a:xfrm flipH="0" flipV="1">
              <a:off x="6564252" y="1130319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6" name="native PowerPoint connector">
              <a:extLst>
                <a:ext uri="{FF2B5EF4-FFF2-40B4-BE49-F238E27FC236}">
                  <ns2:creationId id="{4EF27F3C-61D4-47BE-82D0-A90F7A137F2A}"/>
                </a:ext>
              </a:extLst>
            </p:cNvPr>
            <p:cNvCxnSpPr/>
            <p:nvPr/>
          </p:nvCxnSpPr>
          <p:spPr>
            <a:xfrm flipH="0" flipV="1">
              <a:off x="6564252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7" name="native PowerPoint connector">
              <a:extLst>
                <a:ext uri="{FF2B5EF4-FFF2-40B4-BE49-F238E27FC236}">
                  <ns2:creationId id="{5795934E-5B83-4C45-9918-207CAB0F52DB}"/>
                </a:ext>
              </a:extLst>
            </p:cNvPr>
            <p:cNvCxnSpPr/>
            <p:nvPr/>
          </p:nvCxnSpPr>
          <p:spPr>
            <a:xfrm flipH="1" flipV="0">
              <a:off x="6337156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8" name="native PowerPoint connector">
              <a:extLst>
                <a:ext uri="{FF2B5EF4-FFF2-40B4-BE49-F238E27FC236}">
                  <ns2:creationId id="{6887B949-5F58-445B-8BE1-A55E67507C53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9" name="native PowerPoint connector">
              <a:extLst>
                <a:ext uri="{FF2B5EF4-FFF2-40B4-BE49-F238E27FC236}">
                  <ns2:creationId id="{DEEB98B7-FDFE-4AFB-96D4-F9C750BC666C}"/>
                </a:ext>
              </a:extLst>
            </p:cNvPr>
            <p:cNvCxnSpPr/>
            <p:nvPr/>
          </p:nvCxnSpPr>
          <p:spPr>
            <a:xfrm flipH="1" flipV="0">
              <a:off x="6337156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0" name="native PowerPoint connector">
              <a:extLst>
                <a:ext uri="{FF2B5EF4-FFF2-40B4-BE49-F238E27FC236}">
                  <ns2:creationId id="{50A12CD0-8DA5-4247-985C-A09421CEDDAD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1" name="native PowerPoint connector">
              <a:extLst>
                <a:ext uri="{FF2B5EF4-FFF2-40B4-BE49-F238E27FC236}">
                  <ns2:creationId id="{809DF70E-18CE-41DC-B5E7-2514FB27ABBE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2" name="native PowerPoint connector">
              <a:extLst>
                <a:ext uri="{FF2B5EF4-FFF2-40B4-BE49-F238E27FC236}">
                  <ns2:creationId id="{5A8ABB96-AFCE-42FB-9810-05E5AD6A24A5}"/>
                </a:ext>
              </a:extLst>
            </p:cNvPr>
            <p:cNvCxnSpPr/>
            <p:nvPr/>
          </p:nvCxnSpPr>
          <p:spPr>
            <a:xfrm flipH="0" flipV="0">
              <a:off x="6631348" y="1357415"/>
              <a:ext cx="753546" cy="0"/>
            </a:xfrm>
            <a:prstGeom prst="straightConnector1">
              <a:avLst/>
            </a:prstGeom>
            <a:ln w="8258">
              <a:solidFill>
                <a:srgbClr val="153B6A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423" name="diagram block">
              <a:extLst>
                <a:ext uri="{FF2B5EF4-FFF2-40B4-BE49-F238E27FC236}">
                  <ns2:creationId id="{CB502914-39ED-4F4A-9E3D-ACABE0ED5DD5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</p:sp>
        <p:sp>
          <p:nvSpPr>
            <p:cNvPr id="424" name="diagram block">
              <a:extLst>
                <a:ext uri="{FF2B5EF4-FFF2-40B4-BE49-F238E27FC236}">
                  <ns2:creationId id="{74A8BCFE-22D8-4202-9D60-F13C0D943D53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425" name="Camera 2 (view 2)">
              <a:extLst>
                <a:ext uri="{FF2B5EF4-FFF2-40B4-BE49-F238E27FC236}">
                  <ns2:creationId id="{66006467-6D71-4E8A-9144-6D5AD4453E83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2038703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2 (view 2)</a:t>
              </a:r>
            </a:p>
          </p:txBody>
        </p:sp>
        <p:sp>
          <p:nvSpPr>
            <p:cNvPr id="426" name="Time 1 (future)">
              <a:extLst>
                <a:ext uri="{FF2B5EF4-FFF2-40B4-BE49-F238E27FC236}">
                  <ns2:creationId id="{3334E8EF-CE2B-47C8-A7B1-B4C26C4D3448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427" name="Time 2 (future)">
              <a:extLst>
                <a:ext uri="{FF2B5EF4-FFF2-40B4-BE49-F238E27FC236}">
                  <ns2:creationId id="{70457014-075B-4C61-B2F9-4D4113B67131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428" name="diagram block">
              <a:extLst>
                <a:ext uri="{FF2B5EF4-FFF2-40B4-BE49-F238E27FC236}">
                  <ns2:creationId id="{2CFFF8BF-89AD-4353-AD28-89C52C5FA760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29" name="diagram block">
              <a:extLst>
                <a:ext uri="{FF2B5EF4-FFF2-40B4-BE49-F238E27FC236}">
                  <ns2:creationId id="{247CD45E-6280-458A-9E09-1BD8E46D46FA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0" name="diagram block">
              <a:extLst>
                <a:ext uri="{FF2B5EF4-FFF2-40B4-BE49-F238E27FC236}">
                  <ns2:creationId id="{A10C47B9-FF47-4715-9B22-95701349466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1" name="diagram block">
              <a:extLst>
                <a:ext uri="{FF2B5EF4-FFF2-40B4-BE49-F238E27FC236}">
                  <ns2:creationId id="{92BF625B-E8D5-4C6D-940E-2156EE50B6A0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2" name="diagram block">
              <a:extLst>
                <a:ext uri="{FF2B5EF4-FFF2-40B4-BE49-F238E27FC236}">
                  <ns2:creationId id="{931D8B0E-C575-4F0F-932A-5464B13A8B69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3" name="diagram block">
              <a:extLst>
                <a:ext uri="{FF2B5EF4-FFF2-40B4-BE49-F238E27FC236}">
                  <ns2:creationId id="{583CC7AD-17E3-4DAC-83D4-343DC2557E75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4" name="diagram block">
              <a:extLst>
                <a:ext uri="{FF2B5EF4-FFF2-40B4-BE49-F238E27FC236}">
                  <ns2:creationId id="{CFAAE51E-5111-413A-9481-3BCD0D770DFB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5" name="diagram block">
              <a:extLst>
                <a:ext uri="{FF2B5EF4-FFF2-40B4-BE49-F238E27FC236}">
                  <ns2:creationId id="{F0E0CAD2-2F43-4328-A7B7-2969B1FFF2CB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6" name="diagram block">
              <a:extLst>
                <a:ext uri="{FF2B5EF4-FFF2-40B4-BE49-F238E27FC236}">
                  <ns2:creationId id="{92CD9E95-02A5-4BCD-81AC-ED49A35F6E98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7" name="diagram block">
              <a:extLst>
                <a:ext uri="{FF2B5EF4-FFF2-40B4-BE49-F238E27FC236}">
                  <ns2:creationId id="{906193DF-573D-4EC7-96C3-37FE2645708F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8" name="diagram block">
              <a:extLst>
                <a:ext uri="{FF2B5EF4-FFF2-40B4-BE49-F238E27FC236}">
                  <ns2:creationId id="{A894B335-FE80-4F9A-B6F9-9B4FE78202CB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9" name="diagram block">
              <a:extLst>
                <a:ext uri="{FF2B5EF4-FFF2-40B4-BE49-F238E27FC236}">
                  <ns2:creationId id="{86A46965-59C0-4278-8A68-F41022055883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0" name="diagram block">
              <a:extLst>
                <a:ext uri="{FF2B5EF4-FFF2-40B4-BE49-F238E27FC236}">
                  <ns2:creationId id="{889AAEBC-CB1B-4775-B920-83A68D5D47ED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1" name="diagram block">
              <a:extLst>
                <a:ext uri="{FF2B5EF4-FFF2-40B4-BE49-F238E27FC236}">
                  <ns2:creationId id="{D641813A-4DC1-442A-A881-386D5233C6BA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2" name="diagram block">
              <a:extLst>
                <a:ext uri="{FF2B5EF4-FFF2-40B4-BE49-F238E27FC236}">
                  <ns2:creationId id="{4D613147-0E72-4FCD-8E30-281EAAC6ED3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3" name="diagram block">
              <a:extLst>
                <a:ext uri="{FF2B5EF4-FFF2-40B4-BE49-F238E27FC236}">
                  <ns2:creationId id="{BA048AED-4FAF-4F07-B203-09DF95529F0B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4" name="diagram block">
              <a:extLst>
                <a:ext uri="{FF2B5EF4-FFF2-40B4-BE49-F238E27FC236}">
                  <ns2:creationId id="{9C83E478-D84A-4ADD-9CB8-CDC06FD70F16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5" name="diagram block">
              <a:extLst>
                <a:ext uri="{FF2B5EF4-FFF2-40B4-BE49-F238E27FC236}">
                  <ns2:creationId id="{D0ACB66B-93C0-4505-A19B-C9891F93E701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6" name="diagram block">
              <a:extLst>
                <a:ext uri="{FF2B5EF4-FFF2-40B4-BE49-F238E27FC236}">
                  <ns2:creationId id="{48B88507-EB1E-4D7E-B627-AF576E111B47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7" name="diagram block">
              <a:extLst>
                <a:ext uri="{FF2B5EF4-FFF2-40B4-BE49-F238E27FC236}">
                  <ns2:creationId id="{B2F2526D-01CA-43BE-8F70-E717C382E81E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8" name="diagram block">
              <a:extLst>
                <a:ext uri="{FF2B5EF4-FFF2-40B4-BE49-F238E27FC236}">
                  <ns2:creationId id="{13EB2513-58D6-4370-A160-4E7882FE354D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9" name="diagram block">
              <a:extLst>
                <a:ext uri="{FF2B5EF4-FFF2-40B4-BE49-F238E27FC236}">
                  <ns2:creationId id="{3A2C8C68-80FC-429F-A606-99B5DCE0C7EF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0" name="diagram block">
              <a:extLst>
                <a:ext uri="{FF2B5EF4-FFF2-40B4-BE49-F238E27FC236}">
                  <ns2:creationId id="{9C7DFC89-E68C-4E06-988D-04ABDD1EA73C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1" name="diagram block">
              <a:extLst>
                <a:ext uri="{FF2B5EF4-FFF2-40B4-BE49-F238E27FC236}">
                  <ns2:creationId id="{D07A76F1-EBB1-4DDC-9939-D0C89B60CE84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2" name="diagram block">
              <a:extLst>
                <a:ext uri="{FF2B5EF4-FFF2-40B4-BE49-F238E27FC236}">
                  <ns2:creationId id="{3E2DAF3D-149F-4625-BF01-88F870B9024A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3" name="diagram block">
              <a:extLst>
                <a:ext uri="{FF2B5EF4-FFF2-40B4-BE49-F238E27FC236}">
                  <ns2:creationId id="{EF2C94F5-CE53-434A-A83B-67C3405708F0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4" name="diagram block">
              <a:extLst>
                <a:ext uri="{FF2B5EF4-FFF2-40B4-BE49-F238E27FC236}">
                  <ns2:creationId id="{A444CA7F-BD00-4636-87E7-E155FB1D20AD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5" name="diagram block">
              <a:extLst>
                <a:ext uri="{FF2B5EF4-FFF2-40B4-BE49-F238E27FC236}">
                  <ns2:creationId id="{B9A57028-049A-4AF1-BC94-B8AC178B6E0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6" name="diagram block">
              <a:extLst>
                <a:ext uri="{FF2B5EF4-FFF2-40B4-BE49-F238E27FC236}">
                  <ns2:creationId id="{BAB128AC-F4EA-4838-ABB7-7C597914D70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7" name="diagram block">
              <a:extLst>
                <a:ext uri="{FF2B5EF4-FFF2-40B4-BE49-F238E27FC236}">
                  <ns2:creationId id="{D80893E0-0FCB-43DD-BAFB-C2CF16E9BF5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8" name="diagram block">
              <a:extLst>
                <a:ext uri="{FF2B5EF4-FFF2-40B4-BE49-F238E27FC236}">
                  <ns2:creationId id="{1C05DF84-B5EB-47CA-9B22-87366DF46338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9" name="diagram block">
              <a:extLst>
                <a:ext uri="{FF2B5EF4-FFF2-40B4-BE49-F238E27FC236}">
                  <ns2:creationId id="{606BE50C-49F4-4390-B308-85DAFD2916A8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0" name="diagram block">
              <a:extLst>
                <a:ext uri="{FF2B5EF4-FFF2-40B4-BE49-F238E27FC236}">
                  <ns2:creationId id="{4EDCC1F6-82FC-47E1-8B35-754E83FE74D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1" name="diagram block">
              <a:extLst>
                <a:ext uri="{FF2B5EF4-FFF2-40B4-BE49-F238E27FC236}">
                  <ns2:creationId id="{F08AEDB1-C47F-4B96-950A-E529D1147450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2" name="diagram block">
              <a:extLst>
                <a:ext uri="{FF2B5EF4-FFF2-40B4-BE49-F238E27FC236}">
                  <ns2:creationId id="{45866E65-F263-4341-BCF7-D73214E50252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3" name="diagram block">
              <a:extLst>
                <a:ext uri="{FF2B5EF4-FFF2-40B4-BE49-F238E27FC236}">
                  <ns2:creationId id="{C9572A4F-6B27-4E99-A7FA-E906A8E24C9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4" name="diagram block">
              <a:extLst>
                <a:ext uri="{FF2B5EF4-FFF2-40B4-BE49-F238E27FC236}">
                  <ns2:creationId id="{25AFDFB3-A2D2-408E-96B7-175B5585FE14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5" name="diagram block">
              <a:extLst>
                <a:ext uri="{FF2B5EF4-FFF2-40B4-BE49-F238E27FC236}">
                  <ns2:creationId id="{50D549D4-0CF5-49D1-940D-E1CE07F8D9E9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6" name="diagram block">
              <a:extLst>
                <a:ext uri="{FF2B5EF4-FFF2-40B4-BE49-F238E27FC236}">
                  <ns2:creationId id="{CCA2C165-9708-4B62-A012-908FC3966F0B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7" name="diagram block">
              <a:extLst>
                <a:ext uri="{FF2B5EF4-FFF2-40B4-BE49-F238E27FC236}">
                  <ns2:creationId id="{9FB98602-E23D-43A2-9B18-1A772F625EE0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8" name="diagram block">
              <a:extLst>
                <a:ext uri="{FF2B5EF4-FFF2-40B4-BE49-F238E27FC236}">
                  <ns2:creationId id="{3E5F8458-F7AE-4487-8D4A-24F9656A0000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9" name="diagram block">
              <a:extLst>
                <a:ext uri="{FF2B5EF4-FFF2-40B4-BE49-F238E27FC236}">
                  <ns2:creationId id="{5DEA7119-778A-45A6-941F-8D36A9E826A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0" name="diagram block">
              <a:extLst>
                <a:ext uri="{FF2B5EF4-FFF2-40B4-BE49-F238E27FC236}">
                  <ns2:creationId id="{BA08385A-8C98-475C-8D77-897D71AC54C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1" name="diagram block">
              <a:extLst>
                <a:ext uri="{FF2B5EF4-FFF2-40B4-BE49-F238E27FC236}">
                  <ns2:creationId id="{19BA67E8-87D4-46CE-A863-A15CDDFDB279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2" name="diagram block">
              <a:extLst>
                <a:ext uri="{FF2B5EF4-FFF2-40B4-BE49-F238E27FC236}">
                  <ns2:creationId id="{43C07472-7827-46FB-B25D-D5A3E2213F5A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3" name="diagram block">
              <a:extLst>
                <a:ext uri="{FF2B5EF4-FFF2-40B4-BE49-F238E27FC236}">
                  <ns2:creationId id="{15E4D65B-51AC-4F9B-A63F-9E849A1128B7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4" name="diagram block">
              <a:extLst>
                <a:ext uri="{FF2B5EF4-FFF2-40B4-BE49-F238E27FC236}">
                  <ns2:creationId id="{B7EDFE71-602A-45ED-99B0-C056303F575E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5" name="diagram block">
              <a:extLst>
                <a:ext uri="{FF2B5EF4-FFF2-40B4-BE49-F238E27FC236}">
                  <ns2:creationId id="{874AB7FB-B0FE-4A82-BE44-0F2F2B4B402A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6" name="diagram block">
              <a:extLst>
                <a:ext uri="{FF2B5EF4-FFF2-40B4-BE49-F238E27FC236}">
                  <ns2:creationId id="{61102211-E290-4EAD-B78D-3B0C09146C10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7" name="diagram block">
              <a:extLst>
                <a:ext uri="{FF2B5EF4-FFF2-40B4-BE49-F238E27FC236}">
                  <ns2:creationId id="{9F79BFBD-77D9-4A18-9707-243954536FB5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8" name="diagram block">
              <a:extLst>
                <a:ext uri="{FF2B5EF4-FFF2-40B4-BE49-F238E27FC236}">
                  <ns2:creationId id="{46D0C071-63C6-41F3-87A7-691EE65073E3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9" name="diagram block">
              <a:extLst>
                <a:ext uri="{FF2B5EF4-FFF2-40B4-BE49-F238E27FC236}">
                  <ns2:creationId id="{C5F9723A-5CB7-43F1-A869-65D789083DC7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0" name="diagram block">
              <a:extLst>
                <a:ext uri="{FF2B5EF4-FFF2-40B4-BE49-F238E27FC236}">
                  <ns2:creationId id="{8E9727C1-D823-4DA2-BAF5-48E764460770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1" name="diagram block">
              <a:extLst>
                <a:ext uri="{FF2B5EF4-FFF2-40B4-BE49-F238E27FC236}">
                  <ns2:creationId id="{81F565EE-88C1-4DDA-997F-2831193D39AC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2" name="diagram block">
              <a:extLst>
                <a:ext uri="{FF2B5EF4-FFF2-40B4-BE49-F238E27FC236}">
                  <ns2:creationId id="{FE0C5C03-FC71-4E91-B8B2-882A9476B67E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3" name="diagram block">
              <a:extLst>
                <a:ext uri="{FF2B5EF4-FFF2-40B4-BE49-F238E27FC236}">
                  <ns2:creationId id="{F922A88C-23AE-4E1F-A941-9F06CB049E39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4" name="diagram block">
              <a:extLst>
                <a:ext uri="{FF2B5EF4-FFF2-40B4-BE49-F238E27FC236}">
                  <ns2:creationId id="{E0A0A740-85DA-42EC-A107-54093DD146B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5" name="diagram block">
              <a:extLst>
                <a:ext uri="{FF2B5EF4-FFF2-40B4-BE49-F238E27FC236}">
                  <ns2:creationId id="{CA2E71A0-FF75-4FDF-92A1-07B78A6A97D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6" name="diagram block">
              <a:extLst>
                <a:ext uri="{FF2B5EF4-FFF2-40B4-BE49-F238E27FC236}">
                  <ns2:creationId id="{127EF142-5E0B-4F96-AC8D-758A8ADBC4C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7" name="diagram block">
              <a:extLst>
                <a:ext uri="{FF2B5EF4-FFF2-40B4-BE49-F238E27FC236}">
                  <ns2:creationId id="{800884E3-D42A-4420-A072-C3077029788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8" name="diagram block">
              <a:extLst>
                <a:ext uri="{FF2B5EF4-FFF2-40B4-BE49-F238E27FC236}">
                  <ns2:creationId id="{AD2131B0-FAF2-4F53-873A-BEB87A773C74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9" name="diagram block">
              <a:extLst>
                <a:ext uri="{FF2B5EF4-FFF2-40B4-BE49-F238E27FC236}">
                  <ns2:creationId id="{5106F72E-C645-40AC-B800-DDF7BFC9450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0" name="diagram block">
              <a:extLst>
                <a:ext uri="{FF2B5EF4-FFF2-40B4-BE49-F238E27FC236}">
                  <ns2:creationId id="{0E26DB6D-EFFC-40BE-AF2E-44079436305F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1" name="diagram block">
              <a:extLst>
                <a:ext uri="{FF2B5EF4-FFF2-40B4-BE49-F238E27FC236}">
                  <ns2:creationId id="{960C7CBD-7CD6-47F6-B585-7189868934AC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2" name="diagram block">
              <a:extLst>
                <a:ext uri="{FF2B5EF4-FFF2-40B4-BE49-F238E27FC236}">
                  <ns2:creationId id="{11BF652F-0D95-4AE9-AA23-E554E60DC18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3" name="diagram block">
              <a:extLst>
                <a:ext uri="{FF2B5EF4-FFF2-40B4-BE49-F238E27FC236}">
                  <ns2:creationId id="{ADD61379-E374-467A-BA54-76127117C10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4" name="diagram block">
              <a:extLst>
                <a:ext uri="{FF2B5EF4-FFF2-40B4-BE49-F238E27FC236}">
                  <ns2:creationId id="{3388E030-32B5-4596-87F0-5672FDFFFE4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5" name="diagram block">
              <a:extLst>
                <a:ext uri="{FF2B5EF4-FFF2-40B4-BE49-F238E27FC236}">
                  <ns2:creationId id="{AB52F287-D062-4553-A424-0E8B159C9289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6" name="diagram block">
              <a:extLst>
                <a:ext uri="{FF2B5EF4-FFF2-40B4-BE49-F238E27FC236}">
                  <ns2:creationId id="{154801EC-676F-4711-A0B2-DFFF8CDA436E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7" name="diagram block">
              <a:extLst>
                <a:ext uri="{FF2B5EF4-FFF2-40B4-BE49-F238E27FC236}">
                  <ns2:creationId id="{7ACFF178-8394-4005-96E6-EE5A5A4E49AF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8" name="diagram block">
              <a:extLst>
                <a:ext uri="{FF2B5EF4-FFF2-40B4-BE49-F238E27FC236}">
                  <ns2:creationId id="{70B80746-6A98-4B1B-AA85-DB1BF28F2F7B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9" name="diagram block">
              <a:extLst>
                <a:ext uri="{FF2B5EF4-FFF2-40B4-BE49-F238E27FC236}">
                  <ns2:creationId id="{3589E841-10E9-42C8-B76B-8F0F20FB3D2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0" name="diagram block">
              <a:extLst>
                <a:ext uri="{FF2B5EF4-FFF2-40B4-BE49-F238E27FC236}">
                  <ns2:creationId id="{D39A9813-1D22-4DDD-849C-BE00CCFF6DC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1" name="diagram block">
              <a:extLst>
                <a:ext uri="{FF2B5EF4-FFF2-40B4-BE49-F238E27FC236}">
                  <ns2:creationId id="{F9711C13-07C8-45F9-BA88-0C48EDB754C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2" name="diagram block">
              <a:extLst>
                <a:ext uri="{FF2B5EF4-FFF2-40B4-BE49-F238E27FC236}">
                  <ns2:creationId id="{AF30282D-3BEA-4C51-9D67-60F84CE1BFA0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3" name="diagram block">
              <a:extLst>
                <a:ext uri="{FF2B5EF4-FFF2-40B4-BE49-F238E27FC236}">
                  <ns2:creationId id="{380B5876-12F6-4918-93B9-6C85E7A2F0C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4" name="diagram block">
              <a:extLst>
                <a:ext uri="{FF2B5EF4-FFF2-40B4-BE49-F238E27FC236}">
                  <ns2:creationId id="{5A8D9701-2064-4088-BAC9-B52E84D2D9E5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5" name="diagram block">
              <a:extLst>
                <a:ext uri="{FF2B5EF4-FFF2-40B4-BE49-F238E27FC236}">
                  <ns2:creationId id="{785BBA2B-3C21-43FD-B107-D9BE293039EE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6" name="diagram block">
              <a:extLst>
                <a:ext uri="{FF2B5EF4-FFF2-40B4-BE49-F238E27FC236}">
                  <ns2:creationId id="{61026E94-5057-41E2-89E5-9AA61515B079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7" name="diagram block">
              <a:extLst>
                <a:ext uri="{FF2B5EF4-FFF2-40B4-BE49-F238E27FC236}">
                  <ns2:creationId id="{746E0AF3-5111-4ECF-BC2B-80AB7ECD6688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8" name="diagram block">
              <a:extLst>
                <a:ext uri="{FF2B5EF4-FFF2-40B4-BE49-F238E27FC236}">
                  <ns2:creationId id="{47F7B0F6-CCE6-4519-A872-D0D48486BC6D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9" name="diagram block">
              <a:extLst>
                <a:ext uri="{FF2B5EF4-FFF2-40B4-BE49-F238E27FC236}">
                  <ns2:creationId id="{9085128B-6074-4ADE-ADF3-1CC7BE19F947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0" name="diagram block">
              <a:extLst>
                <a:ext uri="{FF2B5EF4-FFF2-40B4-BE49-F238E27FC236}">
                  <ns2:creationId id="{872CCB82-D1C3-43DB-B6A8-A1B44E5775D5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1" name="diagram block">
              <a:extLst>
                <a:ext uri="{FF2B5EF4-FFF2-40B4-BE49-F238E27FC236}">
                  <ns2:creationId id="{98B46CEB-2F2C-4C19-868A-BE2B5B003D5E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2" name="diagram block">
              <a:extLst>
                <a:ext uri="{FF2B5EF4-FFF2-40B4-BE49-F238E27FC236}">
                  <ns2:creationId id="{19B4AF12-5CA3-4354-9371-46356859BE4D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3" name="diagram block">
              <a:extLst>
                <a:ext uri="{FF2B5EF4-FFF2-40B4-BE49-F238E27FC236}">
                  <ns2:creationId id="{8CDA5EFD-C239-41FC-B72D-FF10EABBBB2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4" name="diagram block">
              <a:extLst>
                <a:ext uri="{FF2B5EF4-FFF2-40B4-BE49-F238E27FC236}">
                  <ns2:creationId id="{E68BA51B-9E8B-49EB-BED9-445D1CFF67B9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5" name="diagram block">
              <a:extLst>
                <a:ext uri="{FF2B5EF4-FFF2-40B4-BE49-F238E27FC236}">
                  <ns2:creationId id="{610D472C-32DC-47F1-8009-B19BA6DA81C1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6" name="diagram block">
              <a:extLst>
                <a:ext uri="{FF2B5EF4-FFF2-40B4-BE49-F238E27FC236}">
                  <ns2:creationId id="{7FB29DF8-BB93-4EB4-ADA2-CE1F0AE48B6E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7" name="diagram block">
              <a:extLst>
                <a:ext uri="{FF2B5EF4-FFF2-40B4-BE49-F238E27FC236}">
                  <ns2:creationId id="{6BB13FF8-5653-47A8-96F8-22506F6A1DE8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8" name="diagram block">
              <a:extLst>
                <a:ext uri="{FF2B5EF4-FFF2-40B4-BE49-F238E27FC236}">
                  <ns2:creationId id="{B2F8A087-3C72-4F17-B2E5-AE64CCD3A853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9" name="diagram block">
              <a:extLst>
                <a:ext uri="{FF2B5EF4-FFF2-40B4-BE49-F238E27FC236}">
                  <ns2:creationId id="{4A98B496-1854-4568-8FEA-423C48E6A294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0" name="diagram block">
              <a:extLst>
                <a:ext uri="{FF2B5EF4-FFF2-40B4-BE49-F238E27FC236}">
                  <ns2:creationId id="{2157B6AC-4A57-40F5-B5E4-17D481AE8C9E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1" name="diagram block">
              <a:extLst>
                <a:ext uri="{FF2B5EF4-FFF2-40B4-BE49-F238E27FC236}">
                  <ns2:creationId id="{D17E442B-16BD-4E9D-A6F1-D82FDE7CA580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2" name="diagram block">
              <a:extLst>
                <a:ext uri="{FF2B5EF4-FFF2-40B4-BE49-F238E27FC236}">
                  <ns2:creationId id="{5A496F2B-DB8C-44AC-9F21-34DD0E7265E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3" name="diagram block">
              <a:extLst>
                <a:ext uri="{FF2B5EF4-FFF2-40B4-BE49-F238E27FC236}">
                  <ns2:creationId id="{9A759D78-A88C-4486-8672-C62F35094EBD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4" name="diagram block">
              <a:extLst>
                <a:ext uri="{FF2B5EF4-FFF2-40B4-BE49-F238E27FC236}">
                  <ns2:creationId id="{746AAC18-122F-48D2-924B-811EEA7FE579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5" name="diagram block">
              <a:extLst>
                <a:ext uri="{FF2B5EF4-FFF2-40B4-BE49-F238E27FC236}">
                  <ns2:creationId id="{BE378AD2-1BE8-4A93-BC03-80B284C4F2AB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6" name="diagram block">
              <a:extLst>
                <a:ext uri="{FF2B5EF4-FFF2-40B4-BE49-F238E27FC236}">
                  <ns2:creationId id="{EBA193B5-E559-4FA7-BE0D-CD3749ECABCD}"/>
                </a:ext>
              </a:extLst>
            </p:cNvPr>
            <p:cNvSpPr>
              <a:spLocks noGrp="1"/>
            </p:cNvSpPr>
            <p:nvPr/>
          </p:nvSpPr>
          <p:spPr>
            <a:xfrm>
              <a:off x="7895860" y="686449"/>
              <a:ext cx="908384" cy="1310964"/>
            </a:xfrm>
            <a:prstGeom prst="roundRect">
              <a:avLst>
                <a:gd name="adj" fmla="val 2841"/>
              </a:avLst>
            </a:prstGeom>
            <a:solidFill>
              <a:srgbClr val="FFFFFF"/>
            </a:solidFill>
            <a:ln w="4129">
              <a:solidFill>
                <a:srgbClr val="CBDFEE"/>
              </a:solidFill>
              <a:prstDash val="solid"/>
            </a:ln>
          </p:spPr>
        </p:sp>
        <p:sp>
          <p:nvSpPr>
            <p:cNvPr id="527" name="diagram block">
              <a:extLst>
                <a:ext uri="{FF2B5EF4-FFF2-40B4-BE49-F238E27FC236}">
                  <ns2:creationId id="{2136650D-5A73-45EE-9516-395A0E65DE2D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758707"/>
              <a:ext cx="129032" cy="129032"/>
            </a:xfrm>
            <a:prstGeom prst="rect">
              <a:avLst/>
            </a:prstGeom>
            <a:solidFill>
              <a:srgbClr val="FFBE39"/>
            </a:solidFill>
            <a:ln w="4645">
              <a:solidFill>
                <a:srgbClr val="E8A321"/>
              </a:solidFill>
              <a:prstDash val="solid"/>
            </a:ln>
          </p:spPr>
        </p:sp>
        <p:sp>
          <p:nvSpPr>
            <p:cNvPr id="528" name="Latent token&#10;(48-D)">
              <a:extLst>
                <a:ext uri="{FF2B5EF4-FFF2-40B4-BE49-F238E27FC236}">
                  <ns2:creationId id="{8B30B7D8-5A54-42D5-A8FB-D76271C722A2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748385"/>
              <a:ext cx="609030" cy="2270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Latent token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(48-D)</a:t>
              </a:r>
            </a:p>
          </p:txBody>
        </p:sp>
        <p:sp>
          <p:nvSpPr>
            <p:cNvPr id="529" name="diagram block">
              <a:extLst>
                <a:ext uri="{FF2B5EF4-FFF2-40B4-BE49-F238E27FC236}">
                  <ns2:creationId id="{5DD5B9F1-97D6-40D4-B8CC-568C9CEAD8EA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980642"/>
              <a:ext cx="129032" cy="118709"/>
            </a:xfrm>
            <a:prstGeom prst="rect">
              <a:avLst/>
            </a:prstGeom>
            <a:solidFill>
              <a:srgbClr val="FF8156"/>
            </a:solidFill>
            <a:ln w="4645">
              <a:solidFill>
                <a:srgbClr val="F35A36"/>
              </a:solidFill>
              <a:prstDash val="solid"/>
            </a:ln>
          </p:spPr>
        </p:sp>
        <p:sp>
          <p:nvSpPr>
            <p:cNvPr id="530" name="Selected location">
              <a:extLst>
                <a:ext uri="{FF2B5EF4-FFF2-40B4-BE49-F238E27FC236}">
                  <ns2:creationId id="{7A47D8E9-0FDA-4176-9A8D-2C3032D081BE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985803"/>
              <a:ext cx="614192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Selected location</a:t>
              </a:r>
            </a:p>
          </p:txBody>
        </p:sp>
        <p:cxnSp>
          <p:nvCxnSpPr>
            <p:cNvPr id="531" name="native PowerPoint connector">
              <a:extLst>
                <a:ext uri="{FF2B5EF4-FFF2-40B4-BE49-F238E27FC236}">
                  <ns2:creationId id="{A620283E-CD50-4932-BA1D-066300851522}"/>
                </a:ext>
              </a:extLst>
            </p:cNvPr>
            <p:cNvCxnSpPr/>
            <p:nvPr/>
          </p:nvCxnSpPr>
          <p:spPr>
            <a:xfrm flipH="0" flipV="0">
              <a:off x="7947473" y="1238706"/>
              <a:ext cx="175483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532" name="Temporal edge&#10;(same position,&#10;same camera only)">
              <a:extLst>
                <a:ext uri="{FF2B5EF4-FFF2-40B4-BE49-F238E27FC236}">
                  <ns2:creationId id="{F37AD8C1-2972-421D-8FB3-404FE15B3D4F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176770"/>
              <a:ext cx="609030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450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Temporal edge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position,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same camera only)</a:t>
              </a:r>
            </a:p>
          </p:txBody>
        </p:sp>
        <p:cxnSp>
          <p:nvCxnSpPr>
            <p:cNvPr id="533" name="native PowerPoint connector">
              <a:extLst>
                <a:ext uri="{FF2B5EF4-FFF2-40B4-BE49-F238E27FC236}">
                  <ns2:creationId id="{80C5EF56-44D5-41C1-B124-45E1852442A5}"/>
                </a:ext>
              </a:extLst>
            </p:cNvPr>
            <p:cNvCxnSpPr/>
            <p:nvPr/>
          </p:nvCxnSpPr>
          <p:spPr>
            <a:xfrm flipH="0" flipV="0">
              <a:off x="8035215" y="1486447"/>
              <a:ext cx="0" cy="211612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cxnSp>
          <p:nvCxnSpPr>
            <p:cNvPr id="534" name="native PowerPoint connector">
              <a:extLst>
                <a:ext uri="{FF2B5EF4-FFF2-40B4-BE49-F238E27FC236}">
                  <ns2:creationId id="{7C3AD7F9-2495-440A-9C6D-186B4260B6A4}"/>
                </a:ext>
              </a:extLst>
            </p:cNvPr>
            <p:cNvCxnSpPr/>
            <p:nvPr/>
          </p:nvCxnSpPr>
          <p:spPr>
            <a:xfrm flipH="0" flipV="0">
              <a:off x="7937151" y="1594834"/>
              <a:ext cx="19096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sp>
          <p:nvSpPr>
            <p:cNvPr id="535" name="8 spatial neighbors&#10;(same time)">
              <a:extLst>
                <a:ext uri="{FF2B5EF4-FFF2-40B4-BE49-F238E27FC236}">
                  <ns2:creationId id="{36F3AB4F-355F-4CE8-A752-AABBC394BA86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548382"/>
              <a:ext cx="61419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8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spatial neighbors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time)</a:t>
              </a:r>
            </a:p>
          </p:txBody>
        </p:sp>
        <p:cxnSp>
          <p:nvCxnSpPr>
            <p:cNvPr id="536" name="native PowerPoint connector">
              <a:extLst>
                <a:ext uri="{FF2B5EF4-FFF2-40B4-BE49-F238E27FC236}">
                  <ns2:creationId id="{B3223F9D-1CE3-411E-A393-19F62B4504D8}"/>
                </a:ext>
              </a:extLst>
            </p:cNvPr>
            <p:cNvCxnSpPr/>
            <p:nvPr/>
          </p:nvCxnSpPr>
          <p:spPr>
            <a:xfrm flipH="0" flipV="0"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cxnSp>
          <p:nvCxnSpPr>
            <p:cNvPr id="537" name="native PowerPoint connector">
              <a:extLst>
                <a:ext uri="{FF2B5EF4-FFF2-40B4-BE49-F238E27FC236}">
                  <ns2:creationId id="{0FFF1540-B1C6-4FE3-A51C-35CB99D91ABC}"/>
                </a:ext>
              </a:extLst>
            </p:cNvPr>
            <p:cNvCxnSpPr/>
            <p:nvPr/>
          </p:nvCxnSpPr>
          <p:spPr>
            <a:xfrm flipH="1" flipV="0"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sp>
          <p:nvSpPr>
            <p:cNvPr id="538" name="No cross-camera&#10;edges">
              <a:extLst>
                <a:ext uri="{FF2B5EF4-FFF2-40B4-BE49-F238E27FC236}">
                  <ns2:creationId id="{25272A60-BEFB-467D-8EAF-51E69B10EDD5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806446"/>
              <a:ext cx="609030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edges</a:t>
              </a:r>
            </a:p>
          </p:txBody>
        </p:sp>
        <p:sp>
          <p:nvSpPr>
            <p:cNvPr id="539" name="diagram block">
              <a:extLst>
                <a:ext uri="{FF2B5EF4-FFF2-40B4-BE49-F238E27FC236}">
                  <ns2:creationId id="{F57EFFEF-85B9-4CC5-835A-C3464379EA28}"/>
                </a:ext>
              </a:extLst>
            </p:cNvPr>
            <p:cNvSpPr>
              <a:spLocks noGrp="1"/>
            </p:cNvSpPr>
            <p:nvPr/>
          </p:nvSpPr>
          <p:spPr>
            <a:xfrm>
              <a:off x="7901022" y="2250315"/>
              <a:ext cx="903223" cy="552256"/>
            </a:xfrm>
            <a:prstGeom prst="roundRect">
              <a:avLst>
                <a:gd name="adj" fmla="val 4673"/>
              </a:avLst>
            </a:prstGeom>
            <a:solidFill>
              <a:srgbClr val="FFFFFF"/>
            </a:solidFill>
            <a:ln w="5161">
              <a:solidFill>
                <a:srgbClr val="C3DFF6"/>
              </a:solidFill>
              <a:prstDash val="solid"/>
            </a:ln>
          </p:spPr>
        </p:sp>
        <p:sp>
          <p:nvSpPr>
            <p:cNvPr id="540" name="Each view’s original latent&#10;map is 14 × 14, pooled&#10;with 2 × 2 average pooli">
              <a:extLst>
                <a:ext uri="{FF2B5EF4-FFF2-40B4-BE49-F238E27FC236}">
                  <ns2:creationId id="{6BEEBABC-9E18-4C79-BF1E-DAC736BA7967}"/>
                </a:ext>
              </a:extLst>
            </p:cNvPr>
            <p:cNvSpPr>
              <a:spLocks noGrp="1"/>
            </p:cNvSpPr>
            <p:nvPr/>
          </p:nvSpPr>
          <p:spPr>
            <a:xfrm>
              <a:off x="7926828" y="2276122"/>
              <a:ext cx="851610" cy="500644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wrap="none" lIns="0" tIns="0" rIns="0" bIns="0" anchor="ctr">
              <a:normAutofit fontScale="854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view’s original latent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is 14 × 14, pooled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with 2 × 2 average pooling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7 × 7 (separately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each view).</a:t>
              </a:r>
            </a:p>
          </p:txBody>
        </p:sp>
        <p:sp>
          <p:nvSpPr>
            <p:cNvPr id="541" name="diagram block">
              <a:extLst>
                <a:ext uri="{FF2B5EF4-FFF2-40B4-BE49-F238E27FC236}">
                  <ns2:creationId id="{AE4C262F-C172-4A74-9BF9-8F4EA1FA208D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3163861"/>
              <a:ext cx="2719991" cy="190967"/>
            </a:xfrm>
            <a:prstGeom prst="roundRect">
              <a:avLst>
                <a:gd name="adj" fmla="val 13514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solidFill>
                <a:srgbClr val="EDCD8E"/>
              </a:solidFill>
              <a:prstDash val="solid"/>
            </a:ln>
          </p:spPr>
        </p:sp>
        <p:sp>
          <p:nvSpPr>
            <p:cNvPr id="542" name="2 future times × 2 views × 7 × 7 = 196 tokens, 48-D">
              <a:extLst>
                <a:ext uri="{FF2B5EF4-FFF2-40B4-BE49-F238E27FC236}">
                  <ns2:creationId id="{E2DEB9D7-A54F-4647-AE5D-F7ADC8C1789B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189667"/>
              <a:ext cx="2668379" cy="139354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 future times × 2 views × 7 × 7 = 196 tokens, 48-D</a:t>
              </a:r>
            </a:p>
          </p:txBody>
        </p:sp>
        <p:sp>
          <p:nvSpPr>
            <p:cNvPr id="543" name="diagram block">
              <a:extLst>
                <a:ext uri="{FF2B5EF4-FFF2-40B4-BE49-F238E27FC236}">
                  <ns2:creationId id="{56714E7B-E8F5-4909-9146-D507F88FDB31}"/>
                </a:ext>
              </a:extLst>
            </p:cNvPr>
            <p:cNvSpPr>
              <a:spLocks noGrp="1"/>
            </p:cNvSpPr>
            <p:nvPr/>
          </p:nvSpPr>
          <p:spPr>
            <a:xfrm>
              <a:off x="6079092" y="3427086"/>
              <a:ext cx="2719991" cy="28387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CA0"/>
              </a:solidFill>
              <a:prstDash val="solid"/>
            </a:ln>
          </p:spPr>
        </p:sp>
        <p:sp>
          <p:nvSpPr>
            <p:cNvPr id="544" name="L_st,z = mean_i KL(p^T(· | i) || p^S(· | i))">
              <a:extLst>
                <a:ext uri="{FF2B5EF4-FFF2-40B4-BE49-F238E27FC236}">
                  <ns2:creationId id="{7823E2BE-309D-4D30-B64D-54CEF04E3B3A}"/>
                </a:ext>
              </a:extLst>
            </p:cNvPr>
            <p:cNvSpPr>
              <a:spLocks noGrp="1"/>
            </p:cNvSpPr>
            <p:nvPr/>
          </p:nvSpPr>
          <p:spPr>
            <a:xfrm>
              <a:off x="6135866" y="3494182"/>
              <a:ext cx="2606443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545" name="8 local spatial neighbors + same-position temporal edge (same camera only).">
              <a:extLst>
                <a:ext uri="{FF2B5EF4-FFF2-40B4-BE49-F238E27FC236}">
                  <ns2:creationId id="{6536528F-9E25-4437-86D5-6662E5D290EF}"/>
                </a:ext>
              </a:extLst>
            </p:cNvPr>
            <p:cNvSpPr>
              <a:spLocks noGrp="1"/>
            </p:cNvSpPr>
            <p:nvPr/>
          </p:nvSpPr>
          <p:spPr>
            <a:xfrm>
              <a:off x="6058447" y="3803859"/>
              <a:ext cx="2745798" cy="23741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local spatial neighbors + same-position temporal edge (same camera only).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 edges.</a:t>
              </a:r>
            </a:p>
          </p:txBody>
        </p:sp>
        <p:sp>
          <p:nvSpPr>
            <p:cNvPr id="546" name="diagram block">
              <a:extLst>
                <a:ext uri="{FF2B5EF4-FFF2-40B4-BE49-F238E27FC236}">
                  <ns2:creationId id="{41A26A57-EE88-4DCE-8FFD-73BA73C20FCB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4190954"/>
              <a:ext cx="7814169" cy="289031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66E8F"/>
              </a:solidFill>
              <a:prstDash val="solid"/>
            </a:ln>
          </p:spPr>
        </p:sp>
        <p:sp>
          <p:nvSpPr>
            <p:cNvPr id="547" name="L = αₐ (L_bin,a + βₐ L_temp,a) + λ α_z (L_bin,z + β_z L_st,z)">
              <a:extLst>
                <a:ext uri="{FF2B5EF4-FFF2-40B4-BE49-F238E27FC236}">
                  <ns2:creationId id="{1B2845FF-72FF-4C4C-993F-77CCB24E71FF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4252890"/>
              <a:ext cx="6152239" cy="21677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225"/>
            </a:bodyPr>
            <a:lstStyle>
              <a:def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αₐ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βₐ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 + λ α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548" name="diagram block">
              <a:extLst>
                <a:ext uri="{FF2B5EF4-FFF2-40B4-BE49-F238E27FC236}">
                  <ns2:creationId id="{C56830D1-8EDE-4CCE-A670-AB505145D9BE}"/>
                </a:ext>
              </a:extLst>
            </p:cNvPr>
            <p:cNvSpPr>
              <a:spLocks noGrp="1"/>
            </p:cNvSpPr>
            <p:nvPr/>
          </p:nvSpPr>
          <p:spPr>
            <a:xfrm>
              <a:off x="308788" y="4541921"/>
              <a:ext cx="4227083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</p:sp>
        <p:sp>
          <p:nvSpPr>
            <p:cNvPr id="549" name="T: frozen teacher. S: quantized student. Shared frozen statistics and tempe">
              <a:extLst>
                <a:ext uri="{FF2B5EF4-FFF2-40B4-BE49-F238E27FC236}">
                  <ns2:creationId id="{A00AAD90-7589-4D94-892A-11027C10C245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4578050"/>
              <a:ext cx="4154826" cy="17548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0975"/>
            </a:bodyPr>
            <a:lstStyle>
              <a:def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T: frozen teacher. S: quantized student. Shared frozen statistics and temperatures.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Train D and clipping ratios. Soft-bin anchors values, relation KL constrains structure.</a:t>
              </a:r>
            </a:p>
          </p:txBody>
        </p:sp>
        <p:sp>
          <p:nvSpPr>
            <p:cNvPr id="550" name="diagram block">
              <a:extLst>
                <a:ext uri="{FF2B5EF4-FFF2-40B4-BE49-F238E27FC236}">
                  <ns2:creationId id="{6C172A9F-5591-4C9C-B61B-C9D99E8CB389}"/>
                </a:ext>
              </a:extLst>
            </p:cNvPr>
            <p:cNvSpPr>
              <a:spLocks noGrp="1"/>
            </p:cNvSpPr>
            <p:nvPr/>
          </p:nvSpPr>
          <p:spPr>
            <a:xfrm>
              <a:off x="4737161" y="4541921"/>
              <a:ext cx="4113535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</p:sp>
        <p:sp>
          <p:nvSpPr>
            <p:cNvPr id="551" name="Evidence: fixed-input fidelity. Rollout prediction and closed-loop gains aw">
              <a:extLst>
                <a:ext uri="{FF2B5EF4-FFF2-40B4-BE49-F238E27FC236}">
                  <ns2:creationId id="{4C20B761-9655-41AC-A877-4AC63BB2E1EE}"/>
                </a:ext>
              </a:extLst>
            </p:cNvPr>
            <p:cNvSpPr>
              <a:spLocks noGrp="1"/>
            </p:cNvSpPr>
            <p:nvPr/>
          </p:nvSpPr>
          <p:spPr>
            <a:xfrm>
              <a:off x="4778451" y="4583211"/>
              <a:ext cx="4030955" cy="165161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Evidence: fixed-input fidelity. Rollout prediction and closed-loop gains await validation.</a:t>
              </a:r>
            </a:p>
          </p:txBody>
        </p:sp>
      </p:grpSp>
      <p:sp>
        <p:nvSpPr>
          <p:cNvPr id="552" name="Generated design reference; editable loss definitions a">
            <a:extLst>
              <a:ext uri="{FF2B5EF4-FFF2-40B4-BE49-F238E27FC236}">
                <ns2:creationId id="{F57EA025-168B-4D46-9CD7-36E66674BA5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9. All figure text uses Times New Roman.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4613</Words>
  <Application>Microsoft Office PowerPoint</Application>
  <DocSecurity>0</DocSecurity>
  <PresentationFormat>全屏显示(16:9)</PresentationFormat>
  <Paragraphs>557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Latent + Action-Aware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Thankuuu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4</cp:revision>
  <dcterms:created xsi:type="dcterms:W3CDTF">2026-10-20T12:58:15Z</dcterms:created>
  <dcterms:modified xsi:type="dcterms:W3CDTF">2026-10-20T13:23:27Z</dcterms:modified>
</cp:coreProperties>
</file>