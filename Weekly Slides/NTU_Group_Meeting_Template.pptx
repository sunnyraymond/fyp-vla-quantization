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a86b8452a9b4a37" /><Relationship Type="http://schemas.openxmlformats.org/officeDocument/2006/relationships/extended-properties" Target="/docProps/app.xml" Id="R3c5cb69bc13247a1" /><Relationship Type="http://schemas.openxmlformats.org/officeDocument/2006/relationships/officeDocument" Target="/ppt/presentation.xml" Id="R46ca2e508acb402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4bfc11ea21a4648"/>
  </p:sldMasterIdLst>
  <p:notesMasterIdLst>
    <p:notesMasterId xmlns:r="http://schemas.openxmlformats.org/officeDocument/2006/relationships" r:id="Ra2b6c3009cc04d60"/>
  </p:notesMasterIdLst>
  <p:sldIdLst>
    <p:sldId xmlns:r="http://schemas.openxmlformats.org/officeDocument/2006/relationships" id="256" r:id="R3920fac066f34a15"/>
    <p:sldId xmlns:r="http://schemas.openxmlformats.org/officeDocument/2006/relationships" id="257" r:id="R98a0b0faf5914fe3"/>
    <p:sldId xmlns:r="http://schemas.openxmlformats.org/officeDocument/2006/relationships" id="258" r:id="R059813dbf8fb49a8"/>
    <p:sldId xmlns:r="http://schemas.openxmlformats.org/officeDocument/2006/relationships" id="259" r:id="R955b879f39774014"/>
    <p:sldId xmlns:r="http://schemas.openxmlformats.org/officeDocument/2006/relationships" id="260" r:id="R3ef60982e5524536"/>
    <p:sldId xmlns:r="http://schemas.openxmlformats.org/officeDocument/2006/relationships" id="261" r:id="R711948bb5f2c4736"/>
    <p:sldId xmlns:r="http://schemas.openxmlformats.org/officeDocument/2006/relationships" id="262" r:id="Rd55dafeeefd8424c"/>
    <p:sldId xmlns:r="http://schemas.openxmlformats.org/officeDocument/2006/relationships" id="263" r:id="R541d14526b2c4b80"/>
    <p:sldId xmlns:r="http://schemas.openxmlformats.org/officeDocument/2006/relationships" id="264" r:id="R6cb1ffcae61e4d91"/>
    <p:sldId xmlns:r="http://schemas.openxmlformats.org/officeDocument/2006/relationships" id="265" r:id="R50f021fc8c504825"/>
    <p:sldId xmlns:r="http://schemas.openxmlformats.org/officeDocument/2006/relationships" id="266" r:id="R44d06aa8d6ce4d16"/>
    <p:sldId xmlns:r="http://schemas.openxmlformats.org/officeDocument/2006/relationships" id="267" r:id="Redcc8dd2bdc24d02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ad81de839194083" /><Relationship Type="http://schemas.openxmlformats.org/officeDocument/2006/relationships/slideMaster" Target="/ppt/slideMasters/slideMaster1.xml" Id="Rd4bfc11ea21a4648" /><Relationship Type="http://schemas.openxmlformats.org/officeDocument/2006/relationships/notesMaster" Target="/ppt/notesMasters/notesMaster1.xml" Id="Ra2b6c3009cc04d60" /><Relationship Type="http://schemas.openxmlformats.org/officeDocument/2006/relationships/presProps" Target="/ppt/presProps.xml" Id="R01748e04b5984252" /><Relationship Type="http://schemas.openxmlformats.org/officeDocument/2006/relationships/viewProps" Target="/ppt/viewProps.xml" Id="R9167d9a4dbbf4e72" /><Relationship Type="http://schemas.openxmlformats.org/officeDocument/2006/relationships/tableStyles" Target="/ppt/tableStyles.xml" Id="Rebed1871807b44a8" /><Relationship Type="http://schemas.openxmlformats.org/officeDocument/2006/relationships/slide" Target="/ppt/slides/slide1.xml" Id="R3920fac066f34a15" /><Relationship Type="http://schemas.openxmlformats.org/officeDocument/2006/relationships/slide" Target="/ppt/slides/slide2.xml" Id="R98a0b0faf5914fe3" /><Relationship Type="http://schemas.openxmlformats.org/officeDocument/2006/relationships/slide" Target="/ppt/slides/slide3.xml" Id="R059813dbf8fb49a8" /><Relationship Type="http://schemas.openxmlformats.org/officeDocument/2006/relationships/slide" Target="/ppt/slides/slide4.xml" Id="R955b879f39774014" /><Relationship Type="http://schemas.openxmlformats.org/officeDocument/2006/relationships/slide" Target="/ppt/slides/slide5.xml" Id="R3ef60982e5524536" /><Relationship Type="http://schemas.openxmlformats.org/officeDocument/2006/relationships/slide" Target="/ppt/slides/slide6.xml" Id="R711948bb5f2c4736" /><Relationship Type="http://schemas.openxmlformats.org/officeDocument/2006/relationships/slide" Target="/ppt/slides/slide7.xml" Id="Rd55dafeeefd8424c" /><Relationship Type="http://schemas.openxmlformats.org/officeDocument/2006/relationships/slide" Target="/ppt/slides/slide8.xml" Id="R541d14526b2c4b80" /><Relationship Type="http://schemas.openxmlformats.org/officeDocument/2006/relationships/slide" Target="/ppt/slides/slide9.xml" Id="R6cb1ffcae61e4d91" /><Relationship Type="http://schemas.openxmlformats.org/officeDocument/2006/relationships/slide" Target="/ppt/slides/slide10.xml" Id="R50f021fc8c504825" /><Relationship Type="http://schemas.openxmlformats.org/officeDocument/2006/relationships/slide" Target="/ppt/slides/slide11.xml" Id="R44d06aa8d6ce4d16" /><Relationship Type="http://schemas.openxmlformats.org/officeDocument/2006/relationships/slide" Target="/ppt/slides/slide12.xml" Id="Redcc8dd2bdc24d0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da88b3ef47f443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d6659cfd55a424f" /><Relationship Type="http://schemas.openxmlformats.org/officeDocument/2006/relationships/notesMaster" Target="/ppt/notesMasters/notesMaster1.xml" Id="R6e26097bed03485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3eff3d21ca34d48" /><Relationship Type="http://schemas.openxmlformats.org/officeDocument/2006/relationships/notesMaster" Target="/ppt/notesMasters/notesMaster1.xml" Id="R913b4b69db704e4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21f5ff424dd47cf" /><Relationship Type="http://schemas.openxmlformats.org/officeDocument/2006/relationships/notesMaster" Target="/ppt/notesMasters/notesMaster1.xml" Id="Rc33a35190dc9409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ce8e09e519d4e81" /><Relationship Type="http://schemas.openxmlformats.org/officeDocument/2006/relationships/notesMaster" Target="/ppt/notesMasters/notesMaster1.xml" Id="R7af847f7abed456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e304de5bfc647c4" /><Relationship Type="http://schemas.openxmlformats.org/officeDocument/2006/relationships/notesMaster" Target="/ppt/notesMasters/notesMaster1.xml" Id="R5e86a87e883c4de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6e529254ded4b13" /><Relationship Type="http://schemas.openxmlformats.org/officeDocument/2006/relationships/notesMaster" Target="/ppt/notesMasters/notesMaster1.xml" Id="Ra65709be999e453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2aae9f89c824976" /><Relationship Type="http://schemas.openxmlformats.org/officeDocument/2006/relationships/notesMaster" Target="/ppt/notesMasters/notesMaster1.xml" Id="R658ffce2d04a4f1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46a52e5febc4529" /><Relationship Type="http://schemas.openxmlformats.org/officeDocument/2006/relationships/notesMaster" Target="/ppt/notesMasters/notesMaster1.xml" Id="R0802b3308f0a4b6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ad662ce69484053" /><Relationship Type="http://schemas.openxmlformats.org/officeDocument/2006/relationships/notesMaster" Target="/ppt/notesMasters/notesMaster1.xml" Id="R781e2e06166f439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066c70a327345ec" /><Relationship Type="http://schemas.openxmlformats.org/officeDocument/2006/relationships/notesMaster" Target="/ppt/notesMasters/notesMaster1.xml" Id="R37eb0d1284a24ae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14620e5f7a54716" /><Relationship Type="http://schemas.openxmlformats.org/officeDocument/2006/relationships/notesMaster" Target="/ppt/notesMasters/notesMaster1.xml" Id="R790f40e177c2447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49f708333c74a15" /><Relationship Type="http://schemas.openxmlformats.org/officeDocument/2006/relationships/notesMaster" Target="/ppt/notesMasters/notesMaster1.xml" Id="Rb7323e15a5184ae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填写 Research topic、Presenter name 和 Meeting date。长标题可使用两行。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按实际汇报内容修改或删除条目。每次组会可选择需要的页面。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用简短条目区分已完成工作、当前进展与待解决问题。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填写本次研究问题、已有方法的限制和可检验的假设。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可选章节分隔页，可复制到需要的位置或删除。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将图位替换为实际 method figure。图中 labels 和公式应保证可读，caption 写清楚图的来源或定义。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填写完整实验条件。至少说明 benchmark、comparison、evaluation protocol、runs / seeds 和 hardware。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将占位值替换为实际结果。Metric 标题注明单位和更好方向；caption 写明样本数、uncertainty 和测量范围。不要把示例占位符当作数据。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替换为真实 plot、qualitative result 或 rollout frames。在左侧给出结果解释与适用范围。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说明当前证据的边界与下一步需要验证的事项。可将具体问题留给组会讨论。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填写下一阶段的工作及完成判据。可根据需要添加具体日期。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结束页。可根据需要修改为 Thank you。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e8ecc496bc4f0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5d3bef90984fb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6726cadf7b432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095307fcd7437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6ad62a2cde48f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fee57be7c54829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934d2679f84c90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8bb1e0f5dc4368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fa8a8b8f094a7b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167E4D5-1401-482F-824F-C33E6DAD42E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1597819"/>
            <a:ext cx="7772400" cy="1102519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AC9DA456-77A2-4F05-8F53-B1015A42FF9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2914650"/>
            <a:ext cx="6400800" cy="131445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F665B20-DB7A-4E51-BDDD-F1E3661198C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886307"/>
            <a:ext cx="4858022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Research </a:t>
            </a:r>
            <a:r>
              <a:t>centre</a:t>
            </a:r>
            <a:r>
              <a:t> / College / School Name Here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6F0FC19-7CD1-4C5E-9D12-7101DE1BF6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7982222" y="4886307"/>
            <a:ext cx="704578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E6562B1-0B0F-0246-9532-09536BC2AE59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490510C-4C19-4FE0-8DA9-7229F499F1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BF198EF-FD8E-41F1-8392-0092717B847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2043A2F-A458-4BF9-9A6B-ECA5398A5F8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886307"/>
            <a:ext cx="4858022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Research </a:t>
            </a:r>
            <a:r>
              <a:t>centre</a:t>
            </a:r>
            <a:r>
              <a:t> / College / School Name Here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886712C-7A8C-4850-ABB7-72B0976171E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7982222" y="4886307"/>
            <a:ext cx="704578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E6562B1-0B0F-0246-9532-09536BC2AE59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DF8FA4E-C023-4087-9D88-B5D2B11A97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3305176"/>
            <a:ext cx="8229600" cy="1021556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9CBBE51-BF9B-479E-837F-C1249B40017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180035"/>
            <a:ext cx="8229600" cy="1125140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2F6BFA5-E349-4AA9-A828-67F3F8EE719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886307"/>
            <a:ext cx="4858022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Research </a:t>
            </a:r>
            <a:r>
              <a:t>centre</a:t>
            </a:r>
            <a:r>
              <a:t> / College / School Name Here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9761213-466E-4A18-9A2D-FA531E3AF81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7982222" y="4886307"/>
            <a:ext cx="704578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E6562B1-0B0F-0246-9532-09536BC2AE59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BA682A3-93C9-4E65-AD95-C099AA896B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DE94EA7-F60A-43F7-883F-D4D838C2F8C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200151"/>
            <a:ext cx="4038600" cy="3394472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8BC68976-4F83-40FF-B880-217C31AF55B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200151"/>
            <a:ext cx="4038600" cy="3394472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211FA47A-3F46-4786-AB1F-69D4DC3B166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886307"/>
            <a:ext cx="4858022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Research </a:t>
            </a:r>
            <a:r>
              <a:t>centre</a:t>
            </a:r>
            <a:r>
              <a:t> / College / School Name Here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B9A0069-3F99-43D6-A8C8-D5412265F62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7982222" y="4886307"/>
            <a:ext cx="704578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E6562B1-0B0F-0246-9532-09536BC2AE59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71FC5CB-D2D4-43E7-8C65-7178534203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C60BA59-5BCC-428F-85D9-EAC3988BAB4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391245"/>
            <a:ext cx="4040188" cy="47982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FB3967BE-A7E4-47CC-A22E-05E18BE43CE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1871068"/>
            <a:ext cx="4040188" cy="272130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10BE56DE-BEB5-40F3-A275-6B0B062CB998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6" y="1391245"/>
            <a:ext cx="4041775" cy="47982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DCE93E0D-26AC-4B95-AB48-AB5E4CB6D448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6" y="1871068"/>
            <a:ext cx="4041775" cy="272130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003CDD95-9DE6-4D95-A298-A3A2D7B8B31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886307"/>
            <a:ext cx="4858022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Research </a:t>
            </a:r>
            <a:r>
              <a:t>centre</a:t>
            </a:r>
            <a:r>
              <a:t> / College / School Name Here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6A89A6D4-1FA9-42F1-A8EA-A0F3881D0D6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7982222" y="4886307"/>
            <a:ext cx="704578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E6562B1-0B0F-0246-9532-09536BC2AE59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04BF2ED-1876-4366-8432-BE90789CF4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F0A0D750-AF6A-405F-A48C-702E6589942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886307"/>
            <a:ext cx="4858022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Research </a:t>
            </a:r>
            <a:r>
              <a:t>centre</a:t>
            </a:r>
            <a:r>
              <a:t> / College / School Name Here</a:t>
            </a: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C7567AD3-2BE6-4B01-9DF0-11AFE1511D2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7982222" y="4886307"/>
            <a:ext cx="704578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E6562B1-0B0F-0246-9532-09536BC2AE59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8ECF8CDE-FB10-4D61-AC43-F0D39D27CA9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886307"/>
            <a:ext cx="4858022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Research </a:t>
            </a:r>
            <a:r>
              <a:t>centre</a:t>
            </a:r>
            <a:r>
              <a:t> / College / School Name Here</a:t>
            </a: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4D3D842A-DC9C-4997-969A-2B90CFD1A61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7982222" y="4886307"/>
            <a:ext cx="704578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E6562B1-0B0F-0246-9532-09536BC2AE59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730A6BB-F0EC-4011-AEB3-B100E6E565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1" y="591463"/>
            <a:ext cx="3008313" cy="8715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7B2BBF9-06F3-4FE5-ACBD-3D051029214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591464"/>
            <a:ext cx="5111750" cy="4048651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5FBEAFEE-0F58-4084-961F-355B90BA393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1" y="1593860"/>
            <a:ext cx="3008313" cy="3046254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0EFEEC3-5CA8-46D5-8CCB-0BB120EF82D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886307"/>
            <a:ext cx="4858022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Research </a:t>
            </a:r>
            <a:r>
              <a:t>centre</a:t>
            </a:r>
            <a:r>
              <a:t> / College / School Name Here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D6525AA-7A6F-4DA1-BC06-C7838B4FF81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7982222" y="4886307"/>
            <a:ext cx="704578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E6562B1-0B0F-0246-9532-09536BC2AE59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8FF091-C265-404D-826D-A64539B60C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3600450"/>
            <a:ext cx="5486400" cy="425054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D11A89DF-DC8E-4EA7-9690-78284340DE70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459581"/>
            <a:ext cx="5486400" cy="30861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73695CD0-D070-4047-AB37-E4A116E8439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4025503"/>
            <a:ext cx="5486400" cy="60364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D7DC239-BE29-4FC5-8613-9827BC3231C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886307"/>
            <a:ext cx="4858022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Research </a:t>
            </a:r>
            <a:r>
              <a:t>centre</a:t>
            </a:r>
            <a:r>
              <a:t> / College / School Name Here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F5C7963-707A-4635-8E8A-F13F66E560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7982222" y="4886307"/>
            <a:ext cx="704578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E6562B1-0B0F-0246-9532-09536BC2AE59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5e3839e16fa04179" /><Relationship Type="http://schemas.openxmlformats.org/officeDocument/2006/relationships/image" Target="/ppt/media/image2.png" Id="Rf2bf06f7949a4bd7" /><Relationship Type="http://schemas.openxmlformats.org/officeDocument/2006/relationships/theme" Target="/ppt/slideMasters/theme/theme2.xml" Id="R8a495272a5874aa1" /><Relationship Type="http://schemas.openxmlformats.org/officeDocument/2006/relationships/slideLayout" Target="/ppt/slideLayouts/slideLayout1.xml" Id="R97e4e76524af465b" /><Relationship Type="http://schemas.openxmlformats.org/officeDocument/2006/relationships/slideLayout" Target="/ppt/slideLayouts/slideLayout2.xml" Id="R596dfe52703c4f3f" /><Relationship Type="http://schemas.openxmlformats.org/officeDocument/2006/relationships/slideLayout" Target="/ppt/slideLayouts/slideLayout3.xml" Id="Rcf0a7a32a933445d" /><Relationship Type="http://schemas.openxmlformats.org/officeDocument/2006/relationships/slideLayout" Target="/ppt/slideLayouts/slideLayout4.xml" Id="R4d4210910a05462c" /><Relationship Type="http://schemas.openxmlformats.org/officeDocument/2006/relationships/slideLayout" Target="/ppt/slideLayouts/slideLayout5.xml" Id="R029578abb6154c46" /><Relationship Type="http://schemas.openxmlformats.org/officeDocument/2006/relationships/slideLayout" Target="/ppt/slideLayouts/slideLayout6.xml" Id="R24cd8ecd31714f04" /><Relationship Type="http://schemas.openxmlformats.org/officeDocument/2006/relationships/slideLayout" Target="/ppt/slideLayouts/slideLayout7.xml" Id="Rc72b09439af64e2e" /><Relationship Type="http://schemas.openxmlformats.org/officeDocument/2006/relationships/slideLayout" Target="/ppt/slideLayouts/slideLayout8.xml" Id="R8b92582579ad479b" /><Relationship Type="http://schemas.openxmlformats.org/officeDocument/2006/relationships/slideLayout" Target="/ppt/slideLayouts/slideLayout9.xml" Id="R9292c119775541c2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6E56AA3D-92F6-4927-BD04-0D4F7341921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422724"/>
            <a:ext cx="82296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49BCCB1-1071-4616-A735-701F5247F4E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416896"/>
            <a:ext cx="8229600" cy="29070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pic>
        <p:nvPicPr>
          <p:cNvPr id="8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3839e16fa0417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4872762"/>
            <a:ext cx="9144000" cy="285750"/>
          </a:xfrm>
          <a:prstGeom xmlns:a="http://schemas.openxmlformats.org/drawingml/2006/main" prst="rect">
            <a:avLst/>
          </a:prstGeom>
        </p:spPr>
      </p:pic>
      <p:pic>
        <p:nvPicPr>
          <p:cNvPr id="9" name="Picture 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2bf06f7949a4bd7"/>
          <a:srcRect xmlns:a="http://schemas.openxmlformats.org/drawingml/2006/main" l="18865" t="17198" r="0" b="0"/>
          <a:stretch xmlns:a="http://schemas.openxmlformats.org/drawingml/2006/main"/>
        </p:blipFill>
        <p:spPr>
          <a:xfrm xmlns:a="http://schemas.openxmlformats.org/drawingml/2006/main">
            <a:off x="6631259" y="4936272"/>
            <a:ext cx="1801682" cy="158013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7e4e76524af465b"/>
    <p:sldLayoutId xmlns:r="http://schemas.openxmlformats.org/officeDocument/2006/relationships" id="2147483650" r:id="R596dfe52703c4f3f"/>
    <p:sldLayoutId xmlns:r="http://schemas.openxmlformats.org/officeDocument/2006/relationships" id="2147483651" r:id="Rcf0a7a32a933445d"/>
    <p:sldLayoutId xmlns:r="http://schemas.openxmlformats.org/officeDocument/2006/relationships" id="2147483652" r:id="R4d4210910a05462c"/>
    <p:sldLayoutId xmlns:r="http://schemas.openxmlformats.org/officeDocument/2006/relationships" id="2147483653" r:id="R029578abb6154c46"/>
    <p:sldLayoutId xmlns:r="http://schemas.openxmlformats.org/officeDocument/2006/relationships" id="2147483654" r:id="R24cd8ecd31714f04"/>
    <p:sldLayoutId xmlns:r="http://schemas.openxmlformats.org/officeDocument/2006/relationships" id="2147483655" r:id="Rc72b09439af64e2e"/>
    <p:sldLayoutId xmlns:r="http://schemas.openxmlformats.org/officeDocument/2006/relationships" id="2147483656" r:id="R8b92582579ad479b"/>
    <p:sldLayoutId xmlns:r="http://schemas.openxmlformats.org/officeDocument/2006/relationships" id="2147483657" r:id="R9292c119775541c2"/>
  </p:sldLayoutIdLst>
  <p:hf sldNum="0" hdr="0" dt="0"/>
  <p:txStyles>
    <p:titleStyle>
      <a:lvl1pPr xmlns:a="http://schemas.openxmlformats.org/drawingml/2006/main" algn="l" defTabSz="457200">
        <a:spcBef>
          <a:spcPct val="0"/>
        </a:spcBef>
        <a:buNone/>
        <a:defRPr sz="4400" kern="1200">
          <a:solidFill>
            <a:schemeClr val="tx1"/>
          </a:solidFill>
          <a:latin typeface="Arial"/>
          <a:ea typeface="Arial"/>
          <a:cs typeface="Arial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021705fa5e44a7" /><Relationship Type="http://schemas.openxmlformats.org/officeDocument/2006/relationships/image" Target="/ppt/media/image.jpeg" Id="R557f0172b82b4d3b" /><Relationship Type="http://schemas.openxmlformats.org/officeDocument/2006/relationships/notesSlide" Target="/ppt/notesSlides/notesSlide1.xml" Id="R80adfb82974e44c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0d14dd0846c405f" /><Relationship Type="http://schemas.openxmlformats.org/officeDocument/2006/relationships/notesSlide" Target="/ppt/notesSlides/notesSlide2.xml" Id="Ra1cf611b0fdd4bb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0b02333743e4ac9" /><Relationship Type="http://schemas.openxmlformats.org/officeDocument/2006/relationships/notesSlide" Target="/ppt/notesSlides/notesSlide3.xml" Id="R8ab3978c1379488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0648f707e30449f" /><Relationship Type="http://schemas.openxmlformats.org/officeDocument/2006/relationships/notesSlide" Target="/ppt/notesSlides/notesSlide4.xml" Id="R6743f50bd3f04b8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cf2f52096d4db6" /><Relationship Type="http://schemas.openxmlformats.org/officeDocument/2006/relationships/image" Target="/ppt/media/image.jpeg" Id="R244509ab28fc4d99" /><Relationship Type="http://schemas.openxmlformats.org/officeDocument/2006/relationships/notesSlide" Target="/ppt/notesSlides/notesSlide5.xml" Id="R045412e6ec38426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c1a46e4e7aa439a" /><Relationship Type="http://schemas.openxmlformats.org/officeDocument/2006/relationships/notesSlide" Target="/ppt/notesSlides/notesSlide6.xml" Id="R61b94b97d2554f8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0983a616303456f" /><Relationship Type="http://schemas.openxmlformats.org/officeDocument/2006/relationships/notesSlide" Target="/ppt/notesSlides/notesSlide7.xml" Id="R9de9d0e9d8194e8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f73029f37b142e4" /><Relationship Type="http://schemas.openxmlformats.org/officeDocument/2006/relationships/notesSlide" Target="/ppt/notesSlides/notesSlide8.xml" Id="R8278fe281ebc410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af259e0aacb4459" /><Relationship Type="http://schemas.openxmlformats.org/officeDocument/2006/relationships/notesSlide" Target="/ppt/notesSlides/notesSlide9.xml" Id="R72978a5acb7f41f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a947d9549d64bb1" /><Relationship Type="http://schemas.openxmlformats.org/officeDocument/2006/relationships/notesSlide" Target="/ppt/notesSlides/notesSlide10.xml" Id="R9288f99a7bfa441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e73572990214d1e" /><Relationship Type="http://schemas.openxmlformats.org/officeDocument/2006/relationships/notesSlide" Target="/ppt/notesSlides/notesSlide11.xml" Id="Rdd0dbf4dcab6485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1b7cc63c6d465b" /><Relationship Type="http://schemas.openxmlformats.org/officeDocument/2006/relationships/image" Target="/ppt/media/image.jpeg" Id="Rf6f257a9abbd42e5" /><Relationship Type="http://schemas.openxmlformats.org/officeDocument/2006/relationships/notesSlide" Target="/ppt/notesSlides/notesSlide12.xml" Id="Rf7bff79215f14689" /></Relationships>
</file>

<file path=ppt/slides/slide1.xml><?xml version="1.0" encoding="utf-8"?>
<p:sld xmlns:p="http://schemas.openxmlformats.org/presentationml/2006/main" showMasterSp="0">
  <p:cSld>
    <p:bg>
      <p:bgPr>
        <a:blipFill xmlns:a="http://schemas.openxmlformats.org/drawingml/2006/main" rotWithShape="1">
          <a:blip xmlns:r="http://schemas.openxmlformats.org/officeDocument/2006/relationships" r:embed="R557f0172b82b4d3b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AB10D82-12E8-413F-B22E-5B2F140E3AE2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2756726" y="1866900"/>
            <a:ext cx="5953125" cy="971550"/>
          </a:xfr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spcBef>
                <a:spcPts val="1800"/>
              </a:spcBef>
              <a:buNone/>
              <a:defRPr sz="3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[Research topic]</a:t>
            </a:r>
            <a:endParaRPr sz="3200" b="1">
              <a:solidFill>
                <a:schemeClr val="bg1"/>
              </a:solidFill>
            </a:endParaRP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8372C7A-310D-4A9C-8F84-4CD18CA032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756726" y="3758279"/>
            <a:ext cx="5953125" cy="85725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[Presenter name]</a:t>
            </a:r>
          </a:p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College of Computing and Data Science (CCDS)</a:t>
            </a:r>
          </a:p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[Meeting date]</a:t>
            </a:r>
          </a:p>
        </p:txBody>
      </p:sp>
      <p:sp>
        <p:nvSpPr>
          <p:cNvPr id="4" name="Meeting subtitle">
            <a:extLst xmlns:a="http://schemas.openxmlformats.org/drawingml/2006/main">
              <a:ext uri="{FF2B5EF4-FFF2-40B4-BE49-F238E27FC236}">
                <a16:creationId xmlns:a16="http://schemas.microsoft.com/office/drawing/2014/main" id="{A5069BB0-258F-4D92-A186-44EB7B636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6726" y="2914650"/>
            <a:ext cx="5953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Weekly Group Meeting</a:t>
            </a:r>
          </a:p>
        </p:txBody>
      </p:sp>
    </p:spTree>
    <p:extLst>
      <p:ext uri="{BB962C8B-B14F-4D97-AF65-F5344CB8AC3E}">
        <p14:creationId xmlns:p14="http://schemas.microsoft.com/office/powerpoint/2010/main" val="189798618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"/>
            <a:ext cx="83820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Autofit/>
          </a:bodyPr>
          <a:lstStyle xmlns:a="http://schemas.openxmlformats.org/drawingml/2006/main">
            <a:lvl1pPr algn="l" defTabSz="4572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Meeting Outline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36" y="124691"/>
            <a:ext cx="152400" cy="353291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Agenda">
            <a:extLst xmlns:a="http://schemas.openxmlformats.org/drawingml/2006/main">
              <a:ext uri="{FF2B5EF4-FFF2-40B4-BE49-F238E27FC236}">
                <a16:creationId xmlns:a16="http://schemas.microsoft.com/office/drawing/2014/main" id="{5FCC73FB-4873-4774-B619-E8866DED2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78867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1200"/>
              </a:spcAft>
              <a:buChar char="•"/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Research progress</a:t>
            </a:r>
          </a:p>
          <a:p xmlns:a="http://schemas.openxmlformats.org/drawingml/2006/main">
            <a:pPr marL="228600" indent="-114300" algn="l">
              <a:spcAft>
                <a:spcPts val="1200"/>
              </a:spcAft>
              <a:buChar char="•"/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Method and experimental setup</a:t>
            </a:r>
          </a:p>
          <a:p xmlns:a="http://schemas.openxmlformats.org/drawingml/2006/main">
            <a:pPr marL="228600" indent="-114300" algn="l">
              <a:spcAft>
                <a:spcPts val="1200"/>
              </a:spcAft>
              <a:buChar char="•"/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Results and interpretation</a:t>
            </a:r>
          </a:p>
          <a:p xmlns:a="http://schemas.openxmlformats.org/drawingml/2006/main">
            <a:pPr marL="228600" indent="-114300" algn="l">
              <a:spcAft>
                <a:spcPts val="1200"/>
              </a:spcAft>
              <a:buChar char="•"/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Open questions and next steps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"/>
            <a:ext cx="83820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Autofit/>
          </a:bodyPr>
          <a:lstStyle xmlns:a="http://schemas.openxmlformats.org/drawingml/2006/main">
            <a:lvl1pPr algn="l" defTabSz="4572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Weekly Progress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36" y="124691"/>
            <a:ext cx="152400" cy="353291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Completed heading">
            <a:extLst xmlns:a="http://schemas.openxmlformats.org/drawingml/2006/main">
              <a:ext uri="{FF2B5EF4-FFF2-40B4-BE49-F238E27FC236}">
                <a16:creationId xmlns:a16="http://schemas.microsoft.com/office/drawing/2014/main" id="{7B1A1930-7FC4-44EA-BAB4-285AD202E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Completed</a:t>
            </a:r>
          </a:p>
        </p:txBody>
      </p:sp>
      <p:sp>
        <p:nvSpPr>
          <p:cNvPr id="5" name="Completed work">
            <a:extLst xmlns:a="http://schemas.openxmlformats.org/drawingml/2006/main">
              <a:ext uri="{FF2B5EF4-FFF2-40B4-BE49-F238E27FC236}">
                <a16:creationId xmlns:a16="http://schemas.microsoft.com/office/drawing/2014/main" id="{8BB8804B-6E0B-43F6-A06F-8ECFCC3E4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7858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1200"/>
              </a:spcAft>
              <a:buChar char="•"/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[Completed task and outcome]</a:t>
            </a:r>
          </a:p>
          <a:p xmlns:a="http://schemas.openxmlformats.org/drawingml/2006/main">
            <a:pPr marL="228600" indent="-114300" algn="l">
              <a:spcAft>
                <a:spcPts val="1200"/>
              </a:spcAft>
              <a:buChar char="•"/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[Completed task and outcome]</a:t>
            </a:r>
          </a:p>
        </p:txBody>
      </p:sp>
      <p:sp>
        <p:nvSpPr>
          <p:cNvPr id="6" name="In progress heading">
            <a:extLst xmlns:a="http://schemas.openxmlformats.org/drawingml/2006/main">
              <a:ext uri="{FF2B5EF4-FFF2-40B4-BE49-F238E27FC236}">
                <a16:creationId xmlns:a16="http://schemas.microsoft.com/office/drawing/2014/main" id="{CE42D6A4-4EEA-453A-A0CB-33A2EF15E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In progress</a:t>
            </a:r>
          </a:p>
        </p:txBody>
      </p:sp>
      <p:sp>
        <p:nvSpPr>
          <p:cNvPr id="7" name="Current work">
            <a:extLst xmlns:a="http://schemas.openxmlformats.org/drawingml/2006/main">
              <a:ext uri="{FF2B5EF4-FFF2-40B4-BE49-F238E27FC236}">
                <a16:creationId xmlns:a16="http://schemas.microsoft.com/office/drawing/2014/main" id="{F88381CE-CFE1-48FB-A95F-EE341820A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7858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1200"/>
              </a:spcAft>
              <a:buChar char="•"/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[Current task and status]</a:t>
            </a:r>
          </a:p>
        </p:txBody>
      </p:sp>
      <p:sp>
        <p:nvSpPr>
          <p:cNvPr id="8" name="Open question heading">
            <a:extLst xmlns:a="http://schemas.openxmlformats.org/drawingml/2006/main">
              <a:ext uri="{FF2B5EF4-FFF2-40B4-BE49-F238E27FC236}">
                <a16:creationId xmlns:a16="http://schemas.microsoft.com/office/drawing/2014/main" id="{1100608D-93CB-4B3F-997A-9691DDE7E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9525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Open question</a:t>
            </a:r>
          </a:p>
        </p:txBody>
      </p:sp>
      <p:sp>
        <p:nvSpPr>
          <p:cNvPr id="9" name="Open question">
            <a:extLst xmlns:a="http://schemas.openxmlformats.org/drawingml/2006/main">
              <a:ext uri="{FF2B5EF4-FFF2-40B4-BE49-F238E27FC236}">
                <a16:creationId xmlns:a16="http://schemas.microsoft.com/office/drawing/2014/main" id="{9D5B322C-3C28-402D-BE3C-429B55FCD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762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[Issue that needs discussion]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"/>
            <a:ext cx="83820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Autofit/>
          </a:bodyPr>
          <a:lstStyle xmlns:a="http://schemas.openxmlformats.org/drawingml/2006/main">
            <a:lvl1pPr algn="l" defTabSz="4572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Research Question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36" y="124691"/>
            <a:ext cx="152400" cy="353291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Question heading">
            <a:extLst xmlns:a="http://schemas.openxmlformats.org/drawingml/2006/main">
              <a:ext uri="{FF2B5EF4-FFF2-40B4-BE49-F238E27FC236}">
                <a16:creationId xmlns:a16="http://schemas.microsoft.com/office/drawing/2014/main" id="{E9FF830D-862F-435A-82A0-492A36568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Question</a:t>
            </a:r>
          </a:p>
        </p:txBody>
      </p:sp>
      <p:sp>
        <p:nvSpPr>
          <p:cNvPr id="5" name="Research question">
            <a:extLst xmlns:a="http://schemas.openxmlformats.org/drawingml/2006/main">
              <a:ext uri="{FF2B5EF4-FFF2-40B4-BE49-F238E27FC236}">
                <a16:creationId xmlns:a16="http://schemas.microsoft.com/office/drawing/2014/main" id="{9E49B687-64CE-483D-B738-557A342BC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7858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[Specific question for this study]</a:t>
            </a:r>
          </a:p>
        </p:txBody>
      </p:sp>
      <p:sp>
        <p:nvSpPr>
          <p:cNvPr id="6" name="Motivation heading">
            <a:extLst xmlns:a="http://schemas.openxmlformats.org/drawingml/2006/main">
              <a:ext uri="{FF2B5EF4-FFF2-40B4-BE49-F238E27FC236}">
                <a16:creationId xmlns:a16="http://schemas.microsoft.com/office/drawing/2014/main" id="{61CBE661-0F05-4EF0-98CA-7305B695A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Motivation</a:t>
            </a:r>
          </a:p>
        </p:txBody>
      </p:sp>
      <p:sp>
        <p:nvSpPr>
          <p:cNvPr id="7" name="Motivation">
            <a:extLst xmlns:a="http://schemas.openxmlformats.org/drawingml/2006/main">
              <a:ext uri="{FF2B5EF4-FFF2-40B4-BE49-F238E27FC236}">
                <a16:creationId xmlns:a16="http://schemas.microsoft.com/office/drawing/2014/main" id="{E314E313-D678-4A6B-BAD3-800DF44CA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7858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1200"/>
              </a:spcAft>
              <a:buChar char="•"/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[Limitation of the current method]</a:t>
            </a:r>
          </a:p>
          <a:p xmlns:a="http://schemas.openxmlformats.org/drawingml/2006/main">
            <a:pPr marL="228600" indent="-114300" algn="l">
              <a:spcAft>
                <a:spcPts val="1200"/>
              </a:spcAft>
              <a:buChar char="•"/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[Why this limitation matters]</a:t>
            </a:r>
          </a:p>
        </p:txBody>
      </p:sp>
      <p:sp>
        <p:nvSpPr>
          <p:cNvPr id="8" name="Hypothesis heading">
            <a:extLst xmlns:a="http://schemas.openxmlformats.org/drawingml/2006/main">
              <a:ext uri="{FF2B5EF4-FFF2-40B4-BE49-F238E27FC236}">
                <a16:creationId xmlns:a16="http://schemas.microsoft.com/office/drawing/2014/main" id="{DBF07871-EBA1-49DA-A812-0CD2F8259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Hypothesis</a:t>
            </a:r>
          </a:p>
        </p:txBody>
      </p:sp>
      <p:sp>
        <p:nvSpPr>
          <p:cNvPr id="9" name="Hypothesis">
            <a:extLst xmlns:a="http://schemas.openxmlformats.org/drawingml/2006/main">
              <a:ext uri="{FF2B5EF4-FFF2-40B4-BE49-F238E27FC236}">
                <a16:creationId xmlns:a16="http://schemas.microsoft.com/office/drawing/2014/main" id="{8B08EA99-E7EA-46C5-9922-908937EB3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7858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[Testable expectation]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</p:sld>
</file>

<file path=ppt/slides/slide5.xml><?xml version="1.0" encoding="utf-8"?>
<p:sld xmlns:p="http://schemas.openxmlformats.org/presentationml/2006/main" showMasterSp="0">
  <p:cSld>
    <p:bg>
      <p:bgPr>
        <a:blipFill xmlns:a="http://schemas.openxmlformats.org/drawingml/2006/main" rotWithShape="1">
          <a:blip xmlns:r="http://schemas.openxmlformats.org/officeDocument/2006/relationships" r:embed="R244509ab28fc4d99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0A000BB-2B24-4889-8C0B-A42949ECAE68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2762250" y="2171700"/>
            <a:ext cx="5905500" cy="895350"/>
          </a:xfr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[Section title]</a:t>
            </a:r>
          </a:p>
        </p:txBody>
      </p:sp>
      <p:sp>
        <p:nvSpPr>
          <p:cNvPr id="3" name="Section subtitle">
            <a:extLst xmlns:a="http://schemas.openxmlformats.org/drawingml/2006/main">
              <a:ext uri="{FF2B5EF4-FFF2-40B4-BE49-F238E27FC236}">
                <a16:creationId xmlns:a16="http://schemas.microsoft.com/office/drawing/2014/main" id="{BC0A3037-1F22-40FB-B821-CA6EB39AB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238500"/>
            <a:ext cx="590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[Short section description]</a:t>
            </a:r>
          </a:p>
        </p:txBody>
      </p:sp>
    </p:spTree>
    <p:extLst>
      <p:ext uri="{BB962C8B-B14F-4D97-AF65-F5344CB8AC3E}">
        <p14:creationId xmlns:p14="http://schemas.microsoft.com/office/powerpoint/2010/main" val="200598903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"/>
            <a:ext cx="83820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Autofit/>
          </a:bodyPr>
          <a:lstStyle xmlns:a="http://schemas.openxmlformats.org/drawingml/2006/main">
            <a:lvl1pPr algn="l" defTabSz="4572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Method Overview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36" y="124691"/>
            <a:ext cx="152400" cy="353291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Method heading">
            <a:extLst xmlns:a="http://schemas.openxmlformats.org/drawingml/2006/main">
              <a:ext uri="{FF2B5EF4-FFF2-40B4-BE49-F238E27FC236}">
                <a16:creationId xmlns:a16="http://schemas.microsoft.com/office/drawing/2014/main" id="{C48C59DC-9E90-4695-8915-1083B3759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319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Approach</a:t>
            </a:r>
          </a:p>
        </p:txBody>
      </p:sp>
      <p:sp>
        <p:nvSpPr>
          <p:cNvPr id="5" name="Method explanation">
            <a:extLst xmlns:a="http://schemas.openxmlformats.org/drawingml/2006/main">
              <a:ext uri="{FF2B5EF4-FFF2-40B4-BE49-F238E27FC236}">
                <a16:creationId xmlns:a16="http://schemas.microsoft.com/office/drawing/2014/main" id="{E4C6BA44-FC2C-4BF8-923D-EE17D404A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3190875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1200"/>
              </a:spcAft>
              <a:buChar char="•"/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[Core idea]</a:t>
            </a:r>
          </a:p>
          <a:p xmlns:a="http://schemas.openxmlformats.org/drawingml/2006/main">
            <a:pPr marL="228600" indent="-114300" algn="l">
              <a:spcAft>
                <a:spcPts val="1200"/>
              </a:spcAft>
              <a:buChar char="•"/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[Change from the baseline]</a:t>
            </a:r>
          </a:p>
          <a:p xmlns:a="http://schemas.openxmlformats.org/drawingml/2006/main">
            <a:pPr marL="228600" indent="-114300" algn="l">
              <a:spcAft>
                <a:spcPts val="1200"/>
              </a:spcAft>
              <a:buChar char="•"/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[Expected effect]</a:t>
            </a:r>
          </a:p>
        </p:txBody>
      </p:sp>
      <p:sp>
        <p:nvSpPr>
          <p:cNvPr id="6" name="Insert method figure">
            <a:extLst xmlns:a="http://schemas.openxmlformats.org/drawingml/2006/main">
              <a:ext uri="{FF2B5EF4-FFF2-40B4-BE49-F238E27FC236}">
                <a16:creationId xmlns:a16="http://schemas.microsoft.com/office/drawing/2014/main" id="{1D7DED66-2F86-4395-AE22-288616DA5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962025"/>
            <a:ext cx="4381500" cy="2990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7C1CE"/>
            </a:solidFill>
            <a:prstDash val="dash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[Insert method figure]</a:t>
            </a:r>
          </a:p>
        </p:txBody>
      </p:sp>
      <p:sp>
        <p:nvSpPr>
          <p:cNvPr id="7" name="Method caption">
            <a:extLst xmlns:a="http://schemas.openxmlformats.org/drawingml/2006/main">
              <a:ext uri="{FF2B5EF4-FFF2-40B4-BE49-F238E27FC236}">
                <a16:creationId xmlns:a16="http://schemas.microsoft.com/office/drawing/2014/main" id="{8D80A2D9-D37D-4AAF-9E88-5B2B80C5B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124325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[Figure caption and source]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"/>
            <a:ext cx="83820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Autofit/>
          </a:bodyPr>
          <a:lstStyle xmlns:a="http://schemas.openxmlformats.org/drawingml/2006/main">
            <a:lvl1pPr algn="l" defTabSz="4572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Experimental Setup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36" y="124691"/>
            <a:ext cx="152400" cy="353291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000125"/>
          <a:ext xmlns:a="http://schemas.openxmlformats.org/drawingml/2006/main" cx="7924800" cy="3286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5448300"/>
              </a:tblGrid>
              <a:tr h="547688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Setting</a:t>
                      </a:r>
                    </a:p>
                  </a:txBody>
                  <a:tcPr marL="133350" marR="133350" marT="95250" marB="95250" anchor="ctr"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Specification</a:t>
                      </a:r>
                    </a:p>
                  </a:txBody>
                  <a:tcPr marL="133350" marR="133350" marT="95250" marB="95250" anchor="ctr">
                    <a:solidFill>
                      <a:srgbClr val="1B2059"/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Task / benchmark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[Task and dataset]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Method / baseline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[Methods being compared]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Evaluation protocol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[Split and evaluation conditions]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Runs / seeds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[Number of runs and seeds]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Hardware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[Device and relevant configuration]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etup note">
            <a:extLst xmlns:a="http://schemas.openxmlformats.org/drawingml/2006/main">
              <a:ext uri="{FF2B5EF4-FFF2-40B4-BE49-F238E27FC236}">
                <a16:creationId xmlns:a16="http://schemas.microsoft.com/office/drawing/2014/main" id="{5239089B-9F74-4D71-9CCF-29D43AEBA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792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[Fixed conditions and measurement scope]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"/>
            <a:ext cx="83820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Autofit/>
          </a:bodyPr>
          <a:lstStyle xmlns:a="http://schemas.openxmlformats.org/drawingml/2006/main">
            <a:lvl1pPr algn="l" defTabSz="4572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Results Table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36" y="124691"/>
            <a:ext cx="152400" cy="353291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047750"/>
          <a:ext xmlns:a="http://schemas.openxmlformats.org/drawingml/2006/main" cx="7924800" cy="2305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1752600"/>
                <a:gridCol w="1752600"/>
                <a:gridCol w="1752600"/>
              </a:tblGrid>
              <a:tr h="57626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Method</a:t>
                      </a:r>
                    </a:p>
                  </a:txBody>
                  <a:tcPr marL="133350" marR="133350" marT="95250" marB="95250" anchor="ctr"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[Metric 1]</a:t>
                      </a:r>
                    </a:p>
                  </a:txBody>
                  <a:tcPr marL="133350" marR="133350" marT="95250" marB="95250" anchor="ctr"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[Metric 2]</a:t>
                      </a:r>
                    </a:p>
                  </a:txBody>
                  <a:tcPr marL="133350" marR="133350" marT="95250" marB="95250" anchor="ctr"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[Cost / latency]</a:t>
                      </a:r>
                    </a:p>
                  </a:txBody>
                  <a:tcPr marL="133350" marR="133350" marT="95250" marB="95250" anchor="ctr">
                    <a:solidFill>
                      <a:srgbClr val="1B2059"/>
                    </a:solidFill>
                  </a:tcPr>
                </a:tc>
              </a:tr>
              <a:tr h="576263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[Baseline]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[Value]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[Value]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[Value]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576263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[Variant A]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[Value]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[Value]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[Value]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576263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[Variant B]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[Value]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[Value]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[Value]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sult interpretation heading">
            <a:extLst xmlns:a="http://schemas.openxmlformats.org/drawingml/2006/main">
              <a:ext uri="{FF2B5EF4-FFF2-40B4-BE49-F238E27FC236}">
                <a16:creationId xmlns:a16="http://schemas.microsoft.com/office/drawing/2014/main" id="{209629E8-7B29-41DF-B943-825A429F4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Observation</a:t>
            </a:r>
          </a:p>
        </p:txBody>
      </p:sp>
      <p:sp>
        <p:nvSpPr>
          <p:cNvPr id="6" name="Result interpretation">
            <a:extLst xmlns:a="http://schemas.openxmlformats.org/drawingml/2006/main">
              <a:ext uri="{FF2B5EF4-FFF2-40B4-BE49-F238E27FC236}">
                <a16:creationId xmlns:a16="http://schemas.microsoft.com/office/drawing/2014/main" id="{077E979F-1912-4F73-9EF6-725262464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5275"/>
            <a:ext cx="7924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[Main observation supported by the table]</a:t>
            </a:r>
          </a:p>
        </p:txBody>
      </p:sp>
      <p:sp>
        <p:nvSpPr>
          <p:cNvPr id="7" name="Result scope">
            <a:extLst xmlns:a="http://schemas.openxmlformats.org/drawingml/2006/main">
              <a:ext uri="{FF2B5EF4-FFF2-40B4-BE49-F238E27FC236}">
                <a16:creationId xmlns:a16="http://schemas.microsoft.com/office/drawing/2014/main" id="{D743ADBA-02FB-4415-9750-ABD087D95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38675"/>
            <a:ext cx="792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[Number of runs, uncertainty and measurement scope]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"/>
            <a:ext cx="83820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Autofit/>
          </a:bodyPr>
          <a:lstStyle xmlns:a="http://schemas.openxmlformats.org/drawingml/2006/main">
            <a:lvl1pPr algn="l" defTabSz="4572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Results Figure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36" y="124691"/>
            <a:ext cx="152400" cy="353291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Figure takeaway heading">
            <a:extLst xmlns:a="http://schemas.openxmlformats.org/drawingml/2006/main">
              <a:ext uri="{FF2B5EF4-FFF2-40B4-BE49-F238E27FC236}">
                <a16:creationId xmlns:a16="http://schemas.microsoft.com/office/drawing/2014/main" id="{46F1C24C-31CC-4A1F-9E03-5E77F35AA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Observation</a:t>
            </a:r>
          </a:p>
        </p:txBody>
      </p:sp>
      <p:sp>
        <p:nvSpPr>
          <p:cNvPr id="5" name="Figure takeaway">
            <a:extLst xmlns:a="http://schemas.openxmlformats.org/drawingml/2006/main">
              <a:ext uri="{FF2B5EF4-FFF2-40B4-BE49-F238E27FC236}">
                <a16:creationId xmlns:a16="http://schemas.microsoft.com/office/drawing/2014/main" id="{035AC4EB-D718-4705-81E6-400AB6FC1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3048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1200"/>
              </a:spcAft>
              <a:buChar char="•"/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[Main observation]</a:t>
            </a:r>
          </a:p>
          <a:p xmlns:a="http://schemas.openxmlformats.org/drawingml/2006/main">
            <a:pPr marL="228600" indent="-114300" algn="l">
              <a:spcAft>
                <a:spcPts val="1200"/>
              </a:spcAft>
              <a:buChar char="•"/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[Comparison or trend]</a:t>
            </a:r>
          </a:p>
          <a:p xmlns:a="http://schemas.openxmlformats.org/drawingml/2006/main">
            <a:pPr marL="228600" indent="-114300" algn="l">
              <a:spcAft>
                <a:spcPts val="1200"/>
              </a:spcAft>
              <a:buChar char="•"/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[Limit of this conclusion]</a:t>
            </a:r>
          </a:p>
        </p:txBody>
      </p:sp>
      <p:sp>
        <p:nvSpPr>
          <p:cNvPr id="6" name="Insert results figure">
            <a:extLst xmlns:a="http://schemas.openxmlformats.org/drawingml/2006/main">
              <a:ext uri="{FF2B5EF4-FFF2-40B4-BE49-F238E27FC236}">
                <a16:creationId xmlns:a16="http://schemas.microsoft.com/office/drawing/2014/main" id="{42041AB2-2CE8-4A95-8E98-2AEE57D87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990600"/>
            <a:ext cx="4524375" cy="3114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7C1CE"/>
            </a:solidFill>
            <a:prstDash val="dash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[Insert results figure]</a:t>
            </a:r>
          </a:p>
        </p:txBody>
      </p:sp>
      <p:sp>
        <p:nvSpPr>
          <p:cNvPr id="7" name="Result figure caption">
            <a:extLst xmlns:a="http://schemas.openxmlformats.org/drawingml/2006/main">
              <a:ext uri="{FF2B5EF4-FFF2-40B4-BE49-F238E27FC236}">
                <a16:creationId xmlns:a16="http://schemas.microsoft.com/office/drawing/2014/main" id="{B95C2ED8-76F8-4F58-9A4F-74F00BF2D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4276725"/>
            <a:ext cx="4524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[Caption, units and source]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"/>
            <a:ext cx="83820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Autofit/>
          </a:bodyPr>
          <a:lstStyle xmlns:a="http://schemas.openxmlformats.org/drawingml/2006/main">
            <a:lvl1pPr algn="l" defTabSz="4572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Limitations and Open Questions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36" y="124691"/>
            <a:ext cx="152400" cy="353291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Limitations heading">
            <a:extLst xmlns:a="http://schemas.openxmlformats.org/drawingml/2006/main">
              <a:ext uri="{FF2B5EF4-FFF2-40B4-BE49-F238E27FC236}">
                <a16:creationId xmlns:a16="http://schemas.microsoft.com/office/drawing/2014/main" id="{225202E1-B5B3-4661-9B06-10BE11A41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Limitations</a:t>
            </a:r>
          </a:p>
        </p:txBody>
      </p:sp>
      <p:sp>
        <p:nvSpPr>
          <p:cNvPr id="5" name="Limitations">
            <a:extLst xmlns:a="http://schemas.openxmlformats.org/drawingml/2006/main">
              <a:ext uri="{FF2B5EF4-FFF2-40B4-BE49-F238E27FC236}">
                <a16:creationId xmlns:a16="http://schemas.microsoft.com/office/drawing/2014/main" id="{BC8BD454-B09C-475F-A0F8-A0868CD9C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79248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1200"/>
              </a:spcAft>
              <a:buChar char="•"/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[Condition not yet tested]</a:t>
            </a:r>
          </a:p>
          <a:p xmlns:a="http://schemas.openxmlformats.org/drawingml/2006/main">
            <a:pPr marL="228600" indent="-114300" algn="l">
              <a:spcAft>
                <a:spcPts val="1200"/>
              </a:spcAft>
              <a:buChar char="•"/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[Uncertainty that affects interpretation]</a:t>
            </a:r>
          </a:p>
        </p:txBody>
      </p:sp>
      <p:sp>
        <p:nvSpPr>
          <p:cNvPr id="6" name="Discussion heading">
            <a:extLst xmlns:a="http://schemas.openxmlformats.org/drawingml/2006/main">
              <a:ext uri="{FF2B5EF4-FFF2-40B4-BE49-F238E27FC236}">
                <a16:creationId xmlns:a16="http://schemas.microsoft.com/office/drawing/2014/main" id="{6060A9BC-FFB7-497D-B88D-E5C285547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Questions for discussion</a:t>
            </a:r>
          </a:p>
        </p:txBody>
      </p:sp>
      <p:sp>
        <p:nvSpPr>
          <p:cNvPr id="7" name="Discussion questions">
            <a:extLst xmlns:a="http://schemas.openxmlformats.org/drawingml/2006/main">
              <a:ext uri="{FF2B5EF4-FFF2-40B4-BE49-F238E27FC236}">
                <a16:creationId xmlns:a16="http://schemas.microsoft.com/office/drawing/2014/main" id="{92DE6111-4EB1-411C-BF55-6F4C8A17A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7924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1200"/>
              </a:spcAft>
              <a:buChar char="•"/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[Decision or feedback needed]</a:t>
            </a:r>
          </a:p>
          <a:p xmlns:a="http://schemas.openxmlformats.org/drawingml/2006/main">
            <a:pPr marL="228600" indent="-114300" algn="l">
              <a:spcAft>
                <a:spcPts val="1200"/>
              </a:spcAft>
              <a:buChar char="•"/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[Alternative worth considering]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"/>
            <a:ext cx="83820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Autofit/>
          </a:bodyPr>
          <a:lstStyle xmlns:a="http://schemas.openxmlformats.org/drawingml/2006/main">
            <a:lvl1pPr algn="l" defTabSz="4572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Next Steps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36" y="124691"/>
            <a:ext cx="152400" cy="353291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038225"/>
          <a:ext xmlns:a="http://schemas.openxmlformats.org/drawingml/2006/main" cx="7924800" cy="2647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4038600"/>
                <a:gridCol w="1600200"/>
              </a:tblGrid>
              <a:tr h="661988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Task</a:t>
                      </a:r>
                    </a:p>
                  </a:txBody>
                  <a:tcPr marL="133350" marR="133350" marT="95250" marB="95250" anchor="ctr"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Expected outcome</a:t>
                      </a:r>
                    </a:p>
                  </a:txBody>
                  <a:tcPr marL="133350" marR="133350" marT="95250" marB="95250" anchor="ctr"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Target date</a:t>
                      </a:r>
                    </a:p>
                  </a:txBody>
                  <a:tcPr marL="133350" marR="133350" marT="95250" marB="95250" anchor="ctr">
                    <a:solidFill>
                      <a:srgbClr val="1B2059"/>
                    </a:solidFill>
                  </a:tcPr>
                </a:tc>
              </a:tr>
              <a:tr h="661988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[Task 1]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[Completion criterion]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[Date]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661988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[Task 2]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[Completion criterion]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[Date]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661988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[Task 3]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[Completion criterion]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[Date]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Dependency heading">
            <a:extLst xmlns:a="http://schemas.openxmlformats.org/drawingml/2006/main">
              <a:ext uri="{FF2B5EF4-FFF2-40B4-BE49-F238E27FC236}">
                <a16:creationId xmlns:a16="http://schemas.microsoft.com/office/drawing/2014/main" id="{2DAE066F-0AB3-41C8-908A-3487CC509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Dependency</a:t>
            </a:r>
          </a:p>
        </p:txBody>
      </p:sp>
      <p:sp>
        <p:nvSpPr>
          <p:cNvPr id="6" name="Dependency">
            <a:extLst xmlns:a="http://schemas.openxmlformats.org/drawingml/2006/main">
              <a:ext uri="{FF2B5EF4-FFF2-40B4-BE49-F238E27FC236}">
                <a16:creationId xmlns:a16="http://schemas.microsoft.com/office/drawing/2014/main" id="{1E9B1950-FF80-4442-BA31-07BA79C06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792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[Resource or decision needed]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</p:sld>
</file>

<file path=ppt/slides/slide12.xml><?xml version="1.0" encoding="utf-8"?>
<p:sld xmlns:p="http://schemas.openxmlformats.org/presentationml/2006/main" showMasterSp="0">
  <p:cSld>
    <p:bg>
      <p:bgPr>
        <a:blipFill xmlns:a="http://schemas.openxmlformats.org/drawingml/2006/main" rotWithShape="1">
          <a:blip xmlns:r="http://schemas.openxmlformats.org/officeDocument/2006/relationships" r:embed="Rf6f257a9abbd42e5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0A000BB-2B24-4889-8C0B-A42949ECAE68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2762250" y="2219325"/>
            <a:ext cx="5905500" cy="952500"/>
          </a:xfr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Questions and Discussion</a:t>
            </a:r>
          </a:p>
        </p:txBody>
      </p:sp>
    </p:spTree>
    <p:extLst>
      <p:ext uri="{BB962C8B-B14F-4D97-AF65-F5344CB8AC3E}">
        <p14:creationId xmlns:p14="http://schemas.microsoft.com/office/powerpoint/2010/main" val="2005989031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2026-10-06T11:44:51.3410000Z</dcterms:created>
  <dcterms:modified xsi:type="dcterms:W3CDTF">2026-10-06T11:44:51.3410000Z</dcterms:modified>
</coreProperties>
</file>